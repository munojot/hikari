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82" r:id="rId2"/>
    <p:sldId id="297" r:id="rId3"/>
    <p:sldId id="257" r:id="rId4"/>
    <p:sldId id="291" r:id="rId5"/>
    <p:sldId id="258" r:id="rId6"/>
    <p:sldId id="292" r:id="rId7"/>
    <p:sldId id="270" r:id="rId8"/>
    <p:sldId id="293" r:id="rId9"/>
    <p:sldId id="296" r:id="rId10"/>
    <p:sldId id="294" r:id="rId11"/>
    <p:sldId id="259" r:id="rId12"/>
    <p:sldId id="271" r:id="rId13"/>
    <p:sldId id="295" r:id="rId14"/>
    <p:sldId id="275" r:id="rId15"/>
    <p:sldId id="281" r:id="rId16"/>
    <p:sldId id="284" r:id="rId17"/>
    <p:sldId id="290" r:id="rId1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EC79A"/>
    <a:srgbClr val="FFFFFF"/>
    <a:srgbClr val="32BBE0"/>
    <a:srgbClr val="944F38"/>
    <a:srgbClr val="F9988B"/>
    <a:srgbClr val="70AD47"/>
    <a:srgbClr val="F8CCA4"/>
    <a:srgbClr val="FEF17D"/>
    <a:srgbClr val="F6C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21" autoAdjust="0"/>
    <p:restoredTop sz="94660"/>
  </p:normalViewPr>
  <p:slideViewPr>
    <p:cSldViewPr snapToGrid="0">
      <p:cViewPr>
        <p:scale>
          <a:sx n="50" d="100"/>
          <a:sy n="50" d="100"/>
        </p:scale>
        <p:origin x="54" y="4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9E9C743-A46B-4402-A3C8-3A15B82E4136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EE42F7A-863F-4B06-B6FD-8221A611A62B}">
      <dgm:prSet phldrT="[Text]" custT="1"/>
      <dgm:spPr>
        <a:ln>
          <a:solidFill>
            <a:schemeClr val="accent1">
              <a:lumMod val="75000"/>
            </a:schemeClr>
          </a:solidFill>
        </a:ln>
      </dgm:spPr>
      <dgm:t>
        <a:bodyPr/>
        <a:lstStyle/>
        <a:p>
          <a:r>
            <a:rPr lang="uz-Latn-UZ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YOZISH TARTIBI</a:t>
          </a:r>
          <a:endParaRPr lang="en-US" sz="3200" dirty="0"/>
        </a:p>
      </dgm:t>
    </dgm:pt>
    <dgm:pt modelId="{75669545-7AB7-4613-9BA2-500A863606B4}" type="parTrans" cxnId="{6EE2B4E3-66B6-435C-89D6-2D952B0901E1}">
      <dgm:prSet/>
      <dgm:spPr/>
      <dgm:t>
        <a:bodyPr/>
        <a:lstStyle/>
        <a:p>
          <a:endParaRPr lang="en-US"/>
        </a:p>
      </dgm:t>
    </dgm:pt>
    <dgm:pt modelId="{F5030BB9-21B7-4C22-B975-C46CE1E59C47}" type="sibTrans" cxnId="{6EE2B4E3-66B6-435C-89D6-2D952B0901E1}">
      <dgm:prSet/>
      <dgm:spPr/>
      <dgm:t>
        <a:bodyPr/>
        <a:lstStyle/>
        <a:p>
          <a:endParaRPr lang="en-US"/>
        </a:p>
      </dgm:t>
    </dgm:pt>
    <dgm:pt modelId="{F83A495B-DC2E-4083-BEF9-6EBF29456FFB}">
      <dgm:prSet phldrT="[Text]" phldr="0" custT="1"/>
      <dgm:spPr/>
      <dgm:t>
        <a:bodyPr/>
        <a:lstStyle/>
        <a:p>
          <a:r>
            <a:rPr lang="en-US" sz="3200" b="1" kern="1200" dirty="0">
              <a:solidFill>
                <a:prstClr val="white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5 TA HARF</a:t>
          </a:r>
        </a:p>
      </dgm:t>
    </dgm:pt>
    <dgm:pt modelId="{B06F3CB6-DA4A-4C17-B128-DAE446B18610}" type="parTrans" cxnId="{D77CA9EB-EEA7-4295-929C-DF8152D46643}">
      <dgm:prSet/>
      <dgm:spPr/>
      <dgm:t>
        <a:bodyPr/>
        <a:lstStyle/>
        <a:p>
          <a:endParaRPr lang="en-US"/>
        </a:p>
      </dgm:t>
    </dgm:pt>
    <dgm:pt modelId="{9FDBBFD2-8C9F-44F5-9138-595BFDB27247}" type="sibTrans" cxnId="{D77CA9EB-EEA7-4295-929C-DF8152D46643}">
      <dgm:prSet/>
      <dgm:spPr/>
      <dgm:t>
        <a:bodyPr/>
        <a:lstStyle/>
        <a:p>
          <a:endParaRPr lang="en-US"/>
        </a:p>
      </dgm:t>
    </dgm:pt>
    <dgm:pt modelId="{38563CFE-0F3C-4B86-A259-26D612FA5BD0}">
      <dgm:prSet phldrT="[Text]" phldr="0" custT="1"/>
      <dgm:spPr/>
      <dgm:t>
        <a:bodyPr/>
        <a:lstStyle/>
        <a:p>
          <a:r>
            <a:rPr lang="en-US" sz="3200" b="1" kern="1200" dirty="0">
              <a:solidFill>
                <a:prstClr val="white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 5 TA SO‘Z</a:t>
          </a:r>
        </a:p>
      </dgm:t>
    </dgm:pt>
    <dgm:pt modelId="{9B2D42B0-1CEF-4006-B883-CB9A5096A6D1}" type="parTrans" cxnId="{A233889A-D29E-4372-BC2D-767F3D2BB7D1}">
      <dgm:prSet/>
      <dgm:spPr/>
      <dgm:t>
        <a:bodyPr/>
        <a:lstStyle/>
        <a:p>
          <a:endParaRPr lang="en-US"/>
        </a:p>
      </dgm:t>
    </dgm:pt>
    <dgm:pt modelId="{B71F37DF-B0F0-4974-8A45-B7FCD09F0FD1}" type="sibTrans" cxnId="{A233889A-D29E-4372-BC2D-767F3D2BB7D1}">
      <dgm:prSet/>
      <dgm:spPr/>
      <dgm:t>
        <a:bodyPr/>
        <a:lstStyle/>
        <a:p>
          <a:endParaRPr lang="en-US"/>
        </a:p>
      </dgm:t>
    </dgm:pt>
    <dgm:pt modelId="{9F3BDFE4-A36A-4721-B222-439FBFB4370F}" type="pres">
      <dgm:prSet presAssocID="{D9E9C743-A46B-4402-A3C8-3A15B82E4136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uz-Latn-UZ"/>
        </a:p>
      </dgm:t>
    </dgm:pt>
    <dgm:pt modelId="{567993AD-CA05-4FE1-AB82-E44671B2220E}" type="pres">
      <dgm:prSet presAssocID="{D9E9C743-A46B-4402-A3C8-3A15B82E4136}" presName="Name1" presStyleCnt="0"/>
      <dgm:spPr/>
    </dgm:pt>
    <dgm:pt modelId="{F459BA65-E0F1-495C-9745-384B0C4F603D}" type="pres">
      <dgm:prSet presAssocID="{D9E9C743-A46B-4402-A3C8-3A15B82E4136}" presName="cycle" presStyleCnt="0"/>
      <dgm:spPr/>
    </dgm:pt>
    <dgm:pt modelId="{CFD17781-1984-444C-8A49-84289020D9CC}" type="pres">
      <dgm:prSet presAssocID="{D9E9C743-A46B-4402-A3C8-3A15B82E4136}" presName="srcNode" presStyleLbl="node1" presStyleIdx="0" presStyleCnt="3"/>
      <dgm:spPr/>
    </dgm:pt>
    <dgm:pt modelId="{A320096E-909F-49F3-87BC-7CF8A1EB7D83}" type="pres">
      <dgm:prSet presAssocID="{D9E9C743-A46B-4402-A3C8-3A15B82E4136}" presName="conn" presStyleLbl="parChTrans1D2" presStyleIdx="0" presStyleCnt="1"/>
      <dgm:spPr/>
      <dgm:t>
        <a:bodyPr/>
        <a:lstStyle/>
        <a:p>
          <a:endParaRPr lang="uz-Latn-UZ"/>
        </a:p>
      </dgm:t>
    </dgm:pt>
    <dgm:pt modelId="{B12991B2-6543-4408-9243-5593857832F8}" type="pres">
      <dgm:prSet presAssocID="{D9E9C743-A46B-4402-A3C8-3A15B82E4136}" presName="extraNode" presStyleLbl="node1" presStyleIdx="0" presStyleCnt="3"/>
      <dgm:spPr/>
    </dgm:pt>
    <dgm:pt modelId="{26BB34ED-4C3D-44F2-B07C-14141B8AA798}" type="pres">
      <dgm:prSet presAssocID="{D9E9C743-A46B-4402-A3C8-3A15B82E4136}" presName="dstNode" presStyleLbl="node1" presStyleIdx="0" presStyleCnt="3"/>
      <dgm:spPr/>
    </dgm:pt>
    <dgm:pt modelId="{AE727E6E-99F9-441B-8AD9-41555BD86E37}" type="pres">
      <dgm:prSet presAssocID="{6EE42F7A-863F-4B06-B6FD-8221A611A62B}" presName="text_1" presStyleLbl="node1" presStyleIdx="0" presStyleCnt="3" custLinFactNeighborX="1932" custLinFactNeighborY="3538">
        <dgm:presLayoutVars>
          <dgm:bulletEnabled val="1"/>
        </dgm:presLayoutVars>
      </dgm:prSet>
      <dgm:spPr/>
      <dgm:t>
        <a:bodyPr/>
        <a:lstStyle/>
        <a:p>
          <a:endParaRPr lang="uz-Latn-UZ"/>
        </a:p>
      </dgm:t>
    </dgm:pt>
    <dgm:pt modelId="{EFE4D478-FF3A-4BF9-B35B-0E3BDF833FE2}" type="pres">
      <dgm:prSet presAssocID="{6EE42F7A-863F-4B06-B6FD-8221A611A62B}" presName="accent_1" presStyleCnt="0"/>
      <dgm:spPr/>
    </dgm:pt>
    <dgm:pt modelId="{CAA44B2F-8692-4C20-802B-831E18719BAE}" type="pres">
      <dgm:prSet presAssocID="{6EE42F7A-863F-4B06-B6FD-8221A611A62B}" presName="accentRepeatNode" presStyleLbl="solidFgAcc1" presStyleIdx="0" presStyleCnt="3"/>
      <dgm:spPr>
        <a:solidFill>
          <a:schemeClr val="accent2">
            <a:lumMod val="60000"/>
            <a:lumOff val="40000"/>
          </a:schemeClr>
        </a:solidFill>
      </dgm:spPr>
    </dgm:pt>
    <dgm:pt modelId="{D3B3475D-60B1-4A7E-9211-77682918B9CF}" type="pres">
      <dgm:prSet presAssocID="{F83A495B-DC2E-4083-BEF9-6EBF29456FFB}" presName="text_2" presStyleLbl="node1" presStyleIdx="1" presStyleCnt="3" custLinFactNeighborX="-326" custLinFactNeighborY="1161">
        <dgm:presLayoutVars>
          <dgm:bulletEnabled val="1"/>
        </dgm:presLayoutVars>
      </dgm:prSet>
      <dgm:spPr/>
      <dgm:t>
        <a:bodyPr/>
        <a:lstStyle/>
        <a:p>
          <a:endParaRPr lang="uz-Latn-UZ"/>
        </a:p>
      </dgm:t>
    </dgm:pt>
    <dgm:pt modelId="{C210925F-D9AF-4E32-9E86-55B764B1E2FD}" type="pres">
      <dgm:prSet presAssocID="{F83A495B-DC2E-4083-BEF9-6EBF29456FFB}" presName="accent_2" presStyleCnt="0"/>
      <dgm:spPr/>
    </dgm:pt>
    <dgm:pt modelId="{B976FAD9-828A-4C8A-BCC6-A274D527CECB}" type="pres">
      <dgm:prSet presAssocID="{F83A495B-DC2E-4083-BEF9-6EBF29456FFB}" presName="accentRepeatNode" presStyleLbl="solidFgAcc1" presStyleIdx="1" presStyleCnt="3"/>
      <dgm:spPr>
        <a:solidFill>
          <a:srgbClr val="FFFF00"/>
        </a:solidFill>
      </dgm:spPr>
    </dgm:pt>
    <dgm:pt modelId="{54CDDA00-B1AD-46BB-BCD4-E3894270E203}" type="pres">
      <dgm:prSet presAssocID="{38563CFE-0F3C-4B86-A259-26D612FA5BD0}" presName="text_3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uz-Latn-UZ"/>
        </a:p>
      </dgm:t>
    </dgm:pt>
    <dgm:pt modelId="{EAB76C98-4BD5-4292-A8E3-50109015D109}" type="pres">
      <dgm:prSet presAssocID="{38563CFE-0F3C-4B86-A259-26D612FA5BD0}" presName="accent_3" presStyleCnt="0"/>
      <dgm:spPr/>
    </dgm:pt>
    <dgm:pt modelId="{9B9B9BAC-DE3F-43C2-B247-A17E08D1292D}" type="pres">
      <dgm:prSet presAssocID="{38563CFE-0F3C-4B86-A259-26D612FA5BD0}" presName="accentRepeatNode" presStyleLbl="solidFgAcc1" presStyleIdx="2" presStyleCnt="3"/>
      <dgm:spPr>
        <a:solidFill>
          <a:srgbClr val="92D050"/>
        </a:solidFill>
      </dgm:spPr>
    </dgm:pt>
  </dgm:ptLst>
  <dgm:cxnLst>
    <dgm:cxn modelId="{D77CA9EB-EEA7-4295-929C-DF8152D46643}" srcId="{D9E9C743-A46B-4402-A3C8-3A15B82E4136}" destId="{F83A495B-DC2E-4083-BEF9-6EBF29456FFB}" srcOrd="1" destOrd="0" parTransId="{B06F3CB6-DA4A-4C17-B128-DAE446B18610}" sibTransId="{9FDBBFD2-8C9F-44F5-9138-595BFDB27247}"/>
    <dgm:cxn modelId="{D125F2FF-77A4-46EF-82EA-0D6583B1567E}" type="presOf" srcId="{F5030BB9-21B7-4C22-B975-C46CE1E59C47}" destId="{A320096E-909F-49F3-87BC-7CF8A1EB7D83}" srcOrd="0" destOrd="0" presId="urn:microsoft.com/office/officeart/2008/layout/VerticalCurvedList"/>
    <dgm:cxn modelId="{DFDC9E24-AFE9-4123-876C-E99E4BE7ABCB}" type="presOf" srcId="{F83A495B-DC2E-4083-BEF9-6EBF29456FFB}" destId="{D3B3475D-60B1-4A7E-9211-77682918B9CF}" srcOrd="0" destOrd="0" presId="urn:microsoft.com/office/officeart/2008/layout/VerticalCurvedList"/>
    <dgm:cxn modelId="{6EE2B4E3-66B6-435C-89D6-2D952B0901E1}" srcId="{D9E9C743-A46B-4402-A3C8-3A15B82E4136}" destId="{6EE42F7A-863F-4B06-B6FD-8221A611A62B}" srcOrd="0" destOrd="0" parTransId="{75669545-7AB7-4613-9BA2-500A863606B4}" sibTransId="{F5030BB9-21B7-4C22-B975-C46CE1E59C47}"/>
    <dgm:cxn modelId="{4B944504-6F21-46ED-8C08-D99AC936EBED}" type="presOf" srcId="{6EE42F7A-863F-4B06-B6FD-8221A611A62B}" destId="{AE727E6E-99F9-441B-8AD9-41555BD86E37}" srcOrd="0" destOrd="0" presId="urn:microsoft.com/office/officeart/2008/layout/VerticalCurvedList"/>
    <dgm:cxn modelId="{1F20260F-7D0D-46DD-A324-DB0348F0F2DB}" type="presOf" srcId="{38563CFE-0F3C-4B86-A259-26D612FA5BD0}" destId="{54CDDA00-B1AD-46BB-BCD4-E3894270E203}" srcOrd="0" destOrd="0" presId="urn:microsoft.com/office/officeart/2008/layout/VerticalCurvedList"/>
    <dgm:cxn modelId="{A233889A-D29E-4372-BC2D-767F3D2BB7D1}" srcId="{D9E9C743-A46B-4402-A3C8-3A15B82E4136}" destId="{38563CFE-0F3C-4B86-A259-26D612FA5BD0}" srcOrd="2" destOrd="0" parTransId="{9B2D42B0-1CEF-4006-B883-CB9A5096A6D1}" sibTransId="{B71F37DF-B0F0-4974-8A45-B7FCD09F0FD1}"/>
    <dgm:cxn modelId="{0C207319-97BE-477C-BCBA-347555287255}" type="presOf" srcId="{D9E9C743-A46B-4402-A3C8-3A15B82E4136}" destId="{9F3BDFE4-A36A-4721-B222-439FBFB4370F}" srcOrd="0" destOrd="0" presId="urn:microsoft.com/office/officeart/2008/layout/VerticalCurvedList"/>
    <dgm:cxn modelId="{0D1F8E7A-C801-4E3A-BD2F-7BF5EC6A06FD}" type="presParOf" srcId="{9F3BDFE4-A36A-4721-B222-439FBFB4370F}" destId="{567993AD-CA05-4FE1-AB82-E44671B2220E}" srcOrd="0" destOrd="0" presId="urn:microsoft.com/office/officeart/2008/layout/VerticalCurvedList"/>
    <dgm:cxn modelId="{A4A63251-F697-4251-AF9D-18E74583E982}" type="presParOf" srcId="{567993AD-CA05-4FE1-AB82-E44671B2220E}" destId="{F459BA65-E0F1-495C-9745-384B0C4F603D}" srcOrd="0" destOrd="0" presId="urn:microsoft.com/office/officeart/2008/layout/VerticalCurvedList"/>
    <dgm:cxn modelId="{B6BB0DA3-1CA9-467C-8D9B-196B1174F73D}" type="presParOf" srcId="{F459BA65-E0F1-495C-9745-384B0C4F603D}" destId="{CFD17781-1984-444C-8A49-84289020D9CC}" srcOrd="0" destOrd="0" presId="urn:microsoft.com/office/officeart/2008/layout/VerticalCurvedList"/>
    <dgm:cxn modelId="{8122DADD-9BAB-4CF1-B9B5-E8B942C3F501}" type="presParOf" srcId="{F459BA65-E0F1-495C-9745-384B0C4F603D}" destId="{A320096E-909F-49F3-87BC-7CF8A1EB7D83}" srcOrd="1" destOrd="0" presId="urn:microsoft.com/office/officeart/2008/layout/VerticalCurvedList"/>
    <dgm:cxn modelId="{DB39B302-67BA-4214-A300-5DCDBF968674}" type="presParOf" srcId="{F459BA65-E0F1-495C-9745-384B0C4F603D}" destId="{B12991B2-6543-4408-9243-5593857832F8}" srcOrd="2" destOrd="0" presId="urn:microsoft.com/office/officeart/2008/layout/VerticalCurvedList"/>
    <dgm:cxn modelId="{60207BCB-D636-46D1-98E4-BF761237AEA1}" type="presParOf" srcId="{F459BA65-E0F1-495C-9745-384B0C4F603D}" destId="{26BB34ED-4C3D-44F2-B07C-14141B8AA798}" srcOrd="3" destOrd="0" presId="urn:microsoft.com/office/officeart/2008/layout/VerticalCurvedList"/>
    <dgm:cxn modelId="{F8A2158D-F188-4F2F-B083-AA478021FE77}" type="presParOf" srcId="{567993AD-CA05-4FE1-AB82-E44671B2220E}" destId="{AE727E6E-99F9-441B-8AD9-41555BD86E37}" srcOrd="1" destOrd="0" presId="urn:microsoft.com/office/officeart/2008/layout/VerticalCurvedList"/>
    <dgm:cxn modelId="{569A6999-3C22-4D7E-991A-B75A3AB09A6B}" type="presParOf" srcId="{567993AD-CA05-4FE1-AB82-E44671B2220E}" destId="{EFE4D478-FF3A-4BF9-B35B-0E3BDF833FE2}" srcOrd="2" destOrd="0" presId="urn:microsoft.com/office/officeart/2008/layout/VerticalCurvedList"/>
    <dgm:cxn modelId="{571EBD14-8F84-4D16-8309-3B1C44BB89FB}" type="presParOf" srcId="{EFE4D478-FF3A-4BF9-B35B-0E3BDF833FE2}" destId="{CAA44B2F-8692-4C20-802B-831E18719BAE}" srcOrd="0" destOrd="0" presId="urn:microsoft.com/office/officeart/2008/layout/VerticalCurvedList"/>
    <dgm:cxn modelId="{E13C81EB-BE75-4FC5-8450-3B0360B40956}" type="presParOf" srcId="{567993AD-CA05-4FE1-AB82-E44671B2220E}" destId="{D3B3475D-60B1-4A7E-9211-77682918B9CF}" srcOrd="3" destOrd="0" presId="urn:microsoft.com/office/officeart/2008/layout/VerticalCurvedList"/>
    <dgm:cxn modelId="{8590DD0E-8F95-466B-A623-9EAF0168D538}" type="presParOf" srcId="{567993AD-CA05-4FE1-AB82-E44671B2220E}" destId="{C210925F-D9AF-4E32-9E86-55B764B1E2FD}" srcOrd="4" destOrd="0" presId="urn:microsoft.com/office/officeart/2008/layout/VerticalCurvedList"/>
    <dgm:cxn modelId="{8E87FD6F-DE4C-476A-A460-EE7B576122CB}" type="presParOf" srcId="{C210925F-D9AF-4E32-9E86-55B764B1E2FD}" destId="{B976FAD9-828A-4C8A-BCC6-A274D527CECB}" srcOrd="0" destOrd="0" presId="urn:microsoft.com/office/officeart/2008/layout/VerticalCurvedList"/>
    <dgm:cxn modelId="{72EB390D-6398-41AB-86E9-8078D0621BC9}" type="presParOf" srcId="{567993AD-CA05-4FE1-AB82-E44671B2220E}" destId="{54CDDA00-B1AD-46BB-BCD4-E3894270E203}" srcOrd="5" destOrd="0" presId="urn:microsoft.com/office/officeart/2008/layout/VerticalCurvedList"/>
    <dgm:cxn modelId="{A514F749-9237-4532-94D3-D169BDA8CFBF}" type="presParOf" srcId="{567993AD-CA05-4FE1-AB82-E44671B2220E}" destId="{EAB76C98-4BD5-4292-A8E3-50109015D109}" srcOrd="6" destOrd="0" presId="urn:microsoft.com/office/officeart/2008/layout/VerticalCurvedList"/>
    <dgm:cxn modelId="{D4A1B827-7592-472F-A14D-9D1EB0F687A7}" type="presParOf" srcId="{EAB76C98-4BD5-4292-A8E3-50109015D109}" destId="{9B9B9BAC-DE3F-43C2-B247-A17E08D1292D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20096E-909F-49F3-87BC-7CF8A1EB7D83}">
      <dsp:nvSpPr>
        <dsp:cNvPr id="0" name=""/>
        <dsp:cNvSpPr/>
      </dsp:nvSpPr>
      <dsp:spPr>
        <a:xfrm>
          <a:off x="-2451413" y="-378627"/>
          <a:ext cx="2927179" cy="2927179"/>
        </a:xfrm>
        <a:prstGeom prst="blockArc">
          <a:avLst>
            <a:gd name="adj1" fmla="val 18900000"/>
            <a:gd name="adj2" fmla="val 2700000"/>
            <a:gd name="adj3" fmla="val 738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E727E6E-99F9-441B-8AD9-41555BD86E37}">
      <dsp:nvSpPr>
        <dsp:cNvPr id="0" name=""/>
        <dsp:cNvSpPr/>
      </dsp:nvSpPr>
      <dsp:spPr>
        <a:xfrm>
          <a:off x="331130" y="232346"/>
          <a:ext cx="3313357" cy="4339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4476" tIns="81280" rIns="81280" bIns="81280" numCol="1" spcCol="1270" anchor="ctr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z-Latn-UZ" sz="3200" b="1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YOZISH TARTIBI</a:t>
          </a:r>
          <a:endParaRPr lang="en-US" sz="3200" kern="1200" dirty="0"/>
        </a:p>
      </dsp:txBody>
      <dsp:txXfrm>
        <a:off x="331130" y="232346"/>
        <a:ext cx="3313357" cy="433985"/>
      </dsp:txXfrm>
    </dsp:sp>
    <dsp:sp modelId="{CAA44B2F-8692-4C20-802B-831E18719BAE}">
      <dsp:nvSpPr>
        <dsp:cNvPr id="0" name=""/>
        <dsp:cNvSpPr/>
      </dsp:nvSpPr>
      <dsp:spPr>
        <a:xfrm>
          <a:off x="34618" y="162744"/>
          <a:ext cx="542481" cy="542481"/>
        </a:xfrm>
        <a:prstGeom prst="ellipse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B3475D-60B1-4A7E-9211-77682918B9CF}">
      <dsp:nvSpPr>
        <dsp:cNvPr id="0" name=""/>
        <dsp:cNvSpPr/>
      </dsp:nvSpPr>
      <dsp:spPr>
        <a:xfrm>
          <a:off x="453325" y="873008"/>
          <a:ext cx="3155603" cy="4339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4476" tIns="81280" rIns="81280" bIns="81280" numCol="1" spcCol="1270" anchor="ctr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b="1" kern="1200" dirty="0">
              <a:solidFill>
                <a:prstClr val="white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5 TA HARF</a:t>
          </a:r>
        </a:p>
      </dsp:txBody>
      <dsp:txXfrm>
        <a:off x="453325" y="873008"/>
        <a:ext cx="3155603" cy="433985"/>
      </dsp:txXfrm>
    </dsp:sp>
    <dsp:sp modelId="{B976FAD9-828A-4C8A-BCC6-A274D527CECB}">
      <dsp:nvSpPr>
        <dsp:cNvPr id="0" name=""/>
        <dsp:cNvSpPr/>
      </dsp:nvSpPr>
      <dsp:spPr>
        <a:xfrm>
          <a:off x="192371" y="813721"/>
          <a:ext cx="542481" cy="542481"/>
        </a:xfrm>
        <a:prstGeom prst="ellipse">
          <a:avLst/>
        </a:prstGeom>
        <a:solidFill>
          <a:srgbClr val="FFFF00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CDDA00-B1AD-46BB-BCD4-E3894270E203}">
      <dsp:nvSpPr>
        <dsp:cNvPr id="0" name=""/>
        <dsp:cNvSpPr/>
      </dsp:nvSpPr>
      <dsp:spPr>
        <a:xfrm>
          <a:off x="305858" y="1518947"/>
          <a:ext cx="3313357" cy="4339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4476" tIns="81280" rIns="81280" bIns="81280" numCol="1" spcCol="1270" anchor="ctr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b="1" kern="1200" dirty="0">
              <a:solidFill>
                <a:prstClr val="white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 5 TA SO‘Z</a:t>
          </a:r>
        </a:p>
      </dsp:txBody>
      <dsp:txXfrm>
        <a:off x="305858" y="1518947"/>
        <a:ext cx="3313357" cy="433985"/>
      </dsp:txXfrm>
    </dsp:sp>
    <dsp:sp modelId="{9B9B9BAC-DE3F-43C2-B247-A17E08D1292D}">
      <dsp:nvSpPr>
        <dsp:cNvPr id="0" name=""/>
        <dsp:cNvSpPr/>
      </dsp:nvSpPr>
      <dsp:spPr>
        <a:xfrm>
          <a:off x="34618" y="1464699"/>
          <a:ext cx="542481" cy="542481"/>
        </a:xfrm>
        <a:prstGeom prst="ellipse">
          <a:avLst/>
        </a:prstGeom>
        <a:solidFill>
          <a:srgbClr val="92D050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z-Latn-UZ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B7731D-A5FC-4D10-ACB4-474E73000112}" type="datetimeFigureOut">
              <a:rPr lang="uz-Latn-UZ" smtClean="0"/>
              <a:t>17/02 2026</a:t>
            </a:fld>
            <a:endParaRPr lang="uz-Latn-UZ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z-Latn-UZ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z-Latn-UZ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z-Latn-UZ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F50689-DEA1-4C60-983A-F5CB66E30740}" type="slidenum">
              <a:rPr lang="uz-Latn-UZ" smtClean="0"/>
              <a:t>‹#›</a:t>
            </a:fld>
            <a:endParaRPr lang="uz-Latn-UZ"/>
          </a:p>
        </p:txBody>
      </p:sp>
    </p:spTree>
    <p:extLst>
      <p:ext uri="{BB962C8B-B14F-4D97-AF65-F5344CB8AC3E}">
        <p14:creationId xmlns:p14="http://schemas.microsoft.com/office/powerpoint/2010/main" val="9724515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F50689-DEA1-4C60-983A-F5CB66E30740}" type="slidenum">
              <a:rPr lang="uz-Latn-UZ" smtClean="0"/>
              <a:t>1</a:t>
            </a:fld>
            <a:endParaRPr lang="uz-Latn-UZ"/>
          </a:p>
        </p:txBody>
      </p:sp>
    </p:spTree>
    <p:extLst>
      <p:ext uri="{BB962C8B-B14F-4D97-AF65-F5344CB8AC3E}">
        <p14:creationId xmlns:p14="http://schemas.microsoft.com/office/powerpoint/2010/main" val="29517215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54A91985-99C2-B7BD-28BC-F5B67AC1C2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xmlns="" id="{3A7944E5-0B09-2BE5-12EE-161B908104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34BA09D6-80C3-7E64-B655-E3980D1BC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8F8B6C56-52F2-2475-9172-1402F7330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12996026-2F34-5DBD-B916-625515298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507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9E9839D7-D546-2CC0-647A-9F037D071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0D0732E3-2E98-DBB8-D33C-A7FDFF92DE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41934B46-A1B2-8C25-13B6-8065D00AA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8EDB7CDE-6C1A-0D54-50BB-7634EF829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07EF067D-CF74-032A-0DD3-82D33204A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2983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C4AA4249-C49E-B03A-97D8-A12E3F8F0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CCE35A01-61D5-EB5B-2CA8-0784BF5208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90B9079F-D40D-D84D-8AA3-641B8AD5F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EC5283B8-309E-6CFE-935D-B4C6DDBE3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884D1BCD-00A1-154C-78B9-4D2AF98C9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851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E54E4EB1-A1F1-26C3-C8AE-208481134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31D6C9F8-788B-9B22-BB6D-0A21452A39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16C860A9-0AE0-5D61-B151-16929B73D6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117570AC-5B40-9F5C-7995-7043BD4F8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90C40C34-01AE-BE85-0AAC-E1F1DE09C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364AE3DE-E564-AF84-7F70-87111456B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3787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F1275BB4-1274-0134-6273-58957B5C8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E7072EBC-2512-112F-80FA-DBD1C73C98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3C143089-BEA7-D2C0-AFEA-00C475BE78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xmlns="" id="{BC77C92C-1256-5FDF-C852-795B1884E2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xmlns="" id="{45E956DA-7785-4D41-692E-F20E1C558B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xmlns="" id="{35382BD8-99DE-DD8D-0527-A51594262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xmlns="" id="{D20095A3-9378-D751-F105-7F80A3B7F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xmlns="" id="{1AEEAA77-B307-887D-8ED1-3A6E66A55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8378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B42C0042-D2CE-DC4A-9C72-C27F0ACCE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xmlns="" id="{32D3075D-2E8B-DCDE-90F0-D48B33586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xmlns="" id="{220C16A2-9883-1100-AC65-DB2B050AD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xmlns="" id="{BDAA1166-129F-EC78-E258-ED9DFA53F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9361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xmlns="" id="{638FAF73-AE3E-D9CC-7DBA-B787AF779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xmlns="" id="{682CD6E2-BE00-EEC1-CF32-3F0B72057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xmlns="" id="{E6B190F6-EA1E-2ABC-C24D-11434C49F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3460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3B53D46-AE90-4DB7-3976-3A1AD7103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F99BE12E-2E53-435F-CA1E-21A56F8347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18DA1889-30C3-6134-3121-696A4FC1EC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F5B51E33-C5FE-6CDE-7F22-380E5A310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4382FAA6-F200-B31D-1DE0-CD3605341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866A84BD-E66D-F65D-CBD8-24CA6AA3D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4685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6A99707C-BB6D-6077-A500-E8262E108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xmlns="" id="{754BB837-E662-99F7-CE70-13330A8BFA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4B9D8E05-331D-F630-6C48-42E0672B25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625FB527-DF30-91B7-E040-778E0808A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39060B4E-361E-E28B-4C79-B76257DD7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C56F6CF9-85B2-313D-7FA7-11E340049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1567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F88517AD-A953-4B41-C99E-4B6345AA3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xmlns="" id="{1670ABC3-C95E-B63B-E96F-BA18581D77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D7E2DE09-5FA7-C0A7-13D6-25D212373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C248ED7F-6555-B16C-DC8D-8A05A25F8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DFC618F3-EBD3-5E95-AB37-DDCE0E30B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9431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xmlns="" id="{A8FA6972-F570-0155-AF1C-6F415709EB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xmlns="" id="{02C90C2C-5D00-79EC-3CB6-D53DC423EF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B3737A90-638E-FC1E-BE5E-67CDC93B9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1B95D1C3-EA78-2E2C-1B8E-D070EFF31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753DCA1C-3FD9-B960-8122-D00C4BE26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0505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164A9EAA-D8AA-9D1A-5C32-F100F921A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CB268D6C-EE88-8984-6F4B-9415EE6BE7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980603C5-2ED5-5F6C-DDE8-18C15E411A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8A300A-2A04-4861-8880-6C52272F1B90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8E7CE5A0-F38A-7907-8C22-2D63B88FE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233F53FC-C0C7-0FF6-CB8F-37FCA56F0D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3178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gi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0.gif"/><Relationship Id="rId7" Type="http://schemas.openxmlformats.org/officeDocument/2006/relationships/image" Target="../media/image14.gi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image" Target="../media/image13.gif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16.gif"/><Relationship Id="rId5" Type="http://schemas.openxmlformats.org/officeDocument/2006/relationships/image" Target="../media/image18.gif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gi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gif"/><Relationship Id="rId3" Type="http://schemas.openxmlformats.org/officeDocument/2006/relationships/image" Target="../media/image21.gif"/><Relationship Id="rId7" Type="http://schemas.openxmlformats.org/officeDocument/2006/relationships/image" Target="../media/image2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image" Target="../media/image9.png"/><Relationship Id="rId5" Type="http://schemas.openxmlformats.org/officeDocument/2006/relationships/image" Target="../media/image20.gif"/><Relationship Id="rId4" Type="http://schemas.openxmlformats.org/officeDocument/2006/relationships/image" Target="../media/image11.png"/><Relationship Id="rId9" Type="http://schemas.openxmlformats.org/officeDocument/2006/relationships/image" Target="../media/image24.gi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gi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25.gif"/><Relationship Id="rId5" Type="http://schemas.openxmlformats.org/officeDocument/2006/relationships/image" Target="../media/image27.gif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gif"/><Relationship Id="rId5" Type="http://schemas.openxmlformats.org/officeDocument/2006/relationships/image" Target="../media/image20.gif"/><Relationship Id="rId4" Type="http://schemas.openxmlformats.org/officeDocument/2006/relationships/image" Target="../media/image28.gi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gif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7.gif"/><Relationship Id="rId7" Type="http://schemas.openxmlformats.org/officeDocument/2006/relationships/image" Target="../media/image21.gi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6" Type="http://schemas.openxmlformats.org/officeDocument/2006/relationships/image" Target="../media/image30.gif"/><Relationship Id="rId5" Type="http://schemas.openxmlformats.org/officeDocument/2006/relationships/image" Target="../media/image31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9.png"/><Relationship Id="rId7" Type="http://schemas.openxmlformats.org/officeDocument/2006/relationships/image" Target="../media/image35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13" Type="http://schemas.openxmlformats.org/officeDocument/2006/relationships/image" Target="../media/image35.png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1.xml"/><Relationship Id="rId12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1.xml"/><Relationship Id="rId11" Type="http://schemas.openxmlformats.org/officeDocument/2006/relationships/image" Target="../media/image32.png"/><Relationship Id="rId5" Type="http://schemas.openxmlformats.org/officeDocument/2006/relationships/diagramData" Target="../diagrams/data1.xml"/><Relationship Id="rId10" Type="http://schemas.openxmlformats.org/officeDocument/2006/relationships/image" Target="../media/image33.png"/><Relationship Id="rId4" Type="http://schemas.openxmlformats.org/officeDocument/2006/relationships/image" Target="../media/image3.png"/><Relationship Id="rId9" Type="http://schemas.microsoft.com/office/2007/relationships/diagramDrawing" Target="../diagrams/drawing1.xml"/><Relationship Id="rId14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DD415061-2F8F-CF2F-4C46-FA711EF306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xmlns="" id="{92AAFCBB-D3D6-73CB-2E2A-453623A790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xmlns="" id="{1514D3E0-BA9E-381E-0604-5177066054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45807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A176F0C5-BB76-F044-1998-7E49F13C51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5579" y="409767"/>
            <a:ext cx="1576803" cy="1551755"/>
          </a:xfrm>
          <a:prstGeom prst="rect">
            <a:avLst/>
          </a:prstGeom>
        </p:spPr>
      </p:pic>
      <p:sp>
        <p:nvSpPr>
          <p:cNvPr id="6" name="Rectangle: Rounded Corners 7">
            <a:extLst>
              <a:ext uri="{FF2B5EF4-FFF2-40B4-BE49-F238E27FC236}">
                <a16:creationId xmlns:a16="http://schemas.microsoft.com/office/drawing/2014/main" xmlns="" id="{20E101F1-8D9D-3615-2D50-FF7E921303F3}"/>
              </a:ext>
            </a:extLst>
          </p:cNvPr>
          <p:cNvSpPr/>
          <p:nvPr/>
        </p:nvSpPr>
        <p:spPr>
          <a:xfrm>
            <a:off x="297486" y="463548"/>
            <a:ext cx="4407864" cy="783706"/>
          </a:xfrm>
          <a:prstGeom prst="roundRect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3800" b="1" dirty="0">
                <a:ea typeface="UD Digi Kyokasho N" panose="02020400000000000000" pitchFamily="17" charset="-128"/>
              </a:rPr>
              <a:t>NIHONGO</a:t>
            </a:r>
            <a:r>
              <a:rPr lang="uz-Latn-UZ" altLang="ja-JP" sz="3800" b="1" dirty="0">
                <a:ea typeface="UD Digi Kyokasho N" panose="02020400000000000000" pitchFamily="17" charset="-128"/>
              </a:rPr>
              <a:t> NO MICHI</a:t>
            </a:r>
            <a:endParaRPr lang="en-US" sz="3800" b="1" dirty="0">
              <a:ea typeface="UD Digi Kyokasho N" panose="02020400000000000000" pitchFamily="17" charset="-128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36F2FF11-010B-BAAF-70C7-9ED0759616A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458"/>
          <a:stretch>
            <a:fillRect/>
          </a:stretch>
        </p:blipFill>
        <p:spPr>
          <a:xfrm>
            <a:off x="6406186" y="4270721"/>
            <a:ext cx="1345558" cy="19858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C4564E30-38C3-41E0-E8E5-94ACB03DDC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3866185" y="4234323"/>
            <a:ext cx="1403172" cy="202226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6DE18786-6875-8076-929D-304056D657E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76344" y="4669133"/>
            <a:ext cx="922856" cy="1210967"/>
          </a:xfrm>
          <a:prstGeom prst="rect">
            <a:avLst/>
          </a:prstGeom>
        </p:spPr>
      </p:pic>
      <p:sp>
        <p:nvSpPr>
          <p:cNvPr id="11" name="Rectangle: Rounded Corners 8">
            <a:extLst>
              <a:ext uri="{FF2B5EF4-FFF2-40B4-BE49-F238E27FC236}">
                <a16:creationId xmlns:a16="http://schemas.microsoft.com/office/drawing/2014/main" xmlns="" id="{4843CEAE-3668-19D1-E19D-14BF98BF0A49}"/>
              </a:ext>
            </a:extLst>
          </p:cNvPr>
          <p:cNvSpPr/>
          <p:nvPr/>
        </p:nvSpPr>
        <p:spPr>
          <a:xfrm>
            <a:off x="2699232" y="1472730"/>
            <a:ext cx="6277079" cy="2575691"/>
          </a:xfrm>
          <a:prstGeom prst="roundRect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4000" b="1" dirty="0">
                <a:ea typeface="UD Digi Kyokasho N" panose="02020400000000000000" pitchFamily="17" charset="-128"/>
              </a:rPr>
              <a:t>ALIFBO: KATAKANA </a:t>
            </a:r>
          </a:p>
          <a:p>
            <a:pPr algn="ctr"/>
            <a:r>
              <a:rPr lang="ja-JP" altLang="en-US" sz="4200" b="1" dirty="0">
                <a:solidFill>
                  <a:srgbClr val="FF0000"/>
                </a:solidFill>
                <a:ea typeface="UD Digi Kyokasho N" panose="02020400000000000000" pitchFamily="17" charset="-128"/>
              </a:rPr>
              <a:t>ナ　</a:t>
            </a:r>
            <a:r>
              <a:rPr lang="ja-JP" altLang="en-US" sz="4200" b="1" dirty="0">
                <a:solidFill>
                  <a:schemeClr val="accent1">
                    <a:lumMod val="75000"/>
                  </a:schemeClr>
                </a:solidFill>
                <a:ea typeface="UD Digi Kyokasho N" panose="02020400000000000000" pitchFamily="17" charset="-128"/>
              </a:rPr>
              <a:t>二</a:t>
            </a:r>
            <a:r>
              <a:rPr lang="ja-JP" altLang="en-US" sz="4200" b="1" dirty="0">
                <a:solidFill>
                  <a:srgbClr val="FF0000"/>
                </a:solidFill>
                <a:ea typeface="UD Digi Kyokasho N" panose="02020400000000000000" pitchFamily="17" charset="-128"/>
              </a:rPr>
              <a:t>　</a:t>
            </a:r>
            <a:r>
              <a:rPr lang="ja-JP" altLang="en-US" sz="4200" b="1" dirty="0">
                <a:solidFill>
                  <a:srgbClr val="92D050"/>
                </a:solidFill>
                <a:ea typeface="UD Digi Kyokasho N" panose="02020400000000000000" pitchFamily="17" charset="-128"/>
              </a:rPr>
              <a:t>ヌ</a:t>
            </a:r>
            <a:r>
              <a:rPr lang="ja-JP" altLang="en-US" sz="4200" b="1" dirty="0">
                <a:solidFill>
                  <a:srgbClr val="FF0000"/>
                </a:solidFill>
                <a:ea typeface="UD Digi Kyokasho N" panose="02020400000000000000" pitchFamily="17" charset="-128"/>
              </a:rPr>
              <a:t>　</a:t>
            </a:r>
            <a:r>
              <a:rPr lang="ja-JP" altLang="en-US" sz="4200" b="1" dirty="0">
                <a:solidFill>
                  <a:srgbClr val="FFC000"/>
                </a:solidFill>
                <a:ea typeface="UD Digi Kyokasho N" panose="02020400000000000000" pitchFamily="17" charset="-128"/>
              </a:rPr>
              <a:t>ネ</a:t>
            </a:r>
            <a:r>
              <a:rPr lang="ja-JP" altLang="en-US" sz="4200" b="1" dirty="0">
                <a:solidFill>
                  <a:srgbClr val="FF0000"/>
                </a:solidFill>
                <a:ea typeface="UD Digi Kyokasho N" panose="02020400000000000000" pitchFamily="17" charset="-128"/>
              </a:rPr>
              <a:t>　</a:t>
            </a:r>
            <a:r>
              <a:rPr lang="ja-JP" altLang="en-US" sz="4200" b="1" dirty="0">
                <a:solidFill>
                  <a:srgbClr val="7030A0"/>
                </a:solidFill>
                <a:ea typeface="UD Digi Kyokasho N" panose="02020400000000000000" pitchFamily="17" charset="-128"/>
              </a:rPr>
              <a:t>ノ</a:t>
            </a:r>
            <a:r>
              <a:rPr lang="ja-JP" altLang="en-US" sz="4200" b="1" dirty="0">
                <a:solidFill>
                  <a:srgbClr val="FF0000"/>
                </a:solidFill>
                <a:ea typeface="UD Digi Kyokasho N" panose="02020400000000000000" pitchFamily="17" charset="-128"/>
              </a:rPr>
              <a:t>　</a:t>
            </a:r>
            <a:endParaRPr lang="en-US" altLang="ja-JP" sz="4200" b="1" dirty="0">
              <a:solidFill>
                <a:srgbClr val="7030A0"/>
              </a:solidFill>
              <a:ea typeface="UD Digi Kyokasho N" panose="02020400000000000000" pitchFamily="17" charset="-128"/>
            </a:endParaRPr>
          </a:p>
          <a:p>
            <a:pPr algn="ctr"/>
            <a:r>
              <a:rPr lang="en-US" altLang="ja-JP" sz="4000" b="1" dirty="0">
                <a:solidFill>
                  <a:srgbClr val="7030A0"/>
                </a:solidFill>
                <a:ea typeface="UD Digi Kyokasho N" panose="02020400000000000000" pitchFamily="17" charset="-128"/>
              </a:rPr>
              <a:t> </a:t>
            </a:r>
            <a:r>
              <a:rPr lang="en-US" altLang="ja-JP" sz="4000" b="1" dirty="0">
                <a:solidFill>
                  <a:srgbClr val="FF0000"/>
                </a:solidFill>
                <a:ea typeface="UD Digi Kyokasho N" panose="02020400000000000000" pitchFamily="17" charset="-128"/>
              </a:rPr>
              <a:t>NA</a:t>
            </a:r>
            <a:r>
              <a:rPr lang="ja-JP" altLang="en-US" sz="4000" b="1" dirty="0">
                <a:solidFill>
                  <a:srgbClr val="FF0000"/>
                </a:solidFill>
                <a:ea typeface="UD Digi Kyokasho N" panose="02020400000000000000" pitchFamily="17" charset="-128"/>
              </a:rPr>
              <a:t> </a:t>
            </a:r>
            <a:r>
              <a:rPr lang="en-US" altLang="ja-JP" sz="4000" b="1" dirty="0">
                <a:solidFill>
                  <a:srgbClr val="FF0000"/>
                </a:solidFill>
                <a:ea typeface="UD Digi Kyokasho N" panose="02020400000000000000" pitchFamily="17" charset="-128"/>
              </a:rPr>
              <a:t> </a:t>
            </a:r>
            <a:r>
              <a:rPr lang="ja-JP" altLang="en-US" sz="4000" b="1" dirty="0">
                <a:solidFill>
                  <a:srgbClr val="FF0000"/>
                </a:solidFill>
                <a:ea typeface="UD Digi Kyokasho N" panose="02020400000000000000" pitchFamily="17" charset="-128"/>
              </a:rPr>
              <a:t> </a:t>
            </a:r>
            <a:r>
              <a:rPr lang="en-US" altLang="ja-JP" sz="4000" b="1" dirty="0">
                <a:solidFill>
                  <a:srgbClr val="7030A0"/>
                </a:solidFill>
                <a:ea typeface="UD Digi Kyokasho N" panose="02020400000000000000" pitchFamily="17" charset="-128"/>
              </a:rPr>
              <a:t> </a:t>
            </a:r>
            <a:r>
              <a:rPr lang="en-US" altLang="ja-JP" sz="4000" b="1" dirty="0">
                <a:solidFill>
                  <a:schemeClr val="accent1">
                    <a:lumMod val="75000"/>
                  </a:schemeClr>
                </a:solidFill>
                <a:ea typeface="UD Digi Kyokasho N" panose="02020400000000000000" pitchFamily="17" charset="-128"/>
              </a:rPr>
              <a:t>NI</a:t>
            </a:r>
            <a:r>
              <a:rPr lang="en-US" altLang="ja-JP" sz="4000" b="1" dirty="0">
                <a:solidFill>
                  <a:srgbClr val="7030A0"/>
                </a:solidFill>
                <a:ea typeface="UD Digi Kyokasho N" panose="02020400000000000000" pitchFamily="17" charset="-128"/>
              </a:rPr>
              <a:t> </a:t>
            </a:r>
            <a:r>
              <a:rPr lang="ja-JP" altLang="en-US" sz="4000" b="1" dirty="0">
                <a:solidFill>
                  <a:srgbClr val="7030A0"/>
                </a:solidFill>
                <a:ea typeface="UD Digi Kyokasho N" panose="02020400000000000000" pitchFamily="17" charset="-128"/>
              </a:rPr>
              <a:t> </a:t>
            </a:r>
            <a:r>
              <a:rPr lang="en-US" altLang="ja-JP" sz="4000" b="1" dirty="0">
                <a:solidFill>
                  <a:srgbClr val="7030A0"/>
                </a:solidFill>
                <a:ea typeface="UD Digi Kyokasho N" panose="02020400000000000000" pitchFamily="17" charset="-128"/>
              </a:rPr>
              <a:t>  </a:t>
            </a:r>
            <a:r>
              <a:rPr lang="ja-JP" altLang="en-US" sz="4000" b="1" dirty="0" smtClean="0">
                <a:solidFill>
                  <a:srgbClr val="7030A0"/>
                </a:solidFill>
                <a:ea typeface="UD Digi Kyokasho N" panose="02020400000000000000" pitchFamily="17" charset="-128"/>
              </a:rPr>
              <a:t> </a:t>
            </a:r>
            <a:r>
              <a:rPr lang="en-US" altLang="ja-JP" sz="4000" b="1" dirty="0" smtClean="0">
                <a:solidFill>
                  <a:srgbClr val="92D050"/>
                </a:solidFill>
                <a:ea typeface="UD Digi Kyokasho N" panose="02020400000000000000" pitchFamily="17" charset="-128"/>
              </a:rPr>
              <a:t>NU </a:t>
            </a:r>
            <a:r>
              <a:rPr lang="en-US" altLang="ja-JP" sz="4000" b="1" dirty="0" smtClean="0">
                <a:solidFill>
                  <a:srgbClr val="7030A0"/>
                </a:solidFill>
                <a:ea typeface="UD Digi Kyokasho N" panose="02020400000000000000" pitchFamily="17" charset="-128"/>
              </a:rPr>
              <a:t> </a:t>
            </a:r>
            <a:r>
              <a:rPr lang="ja-JP" altLang="en-US" sz="4000" b="1" dirty="0" smtClean="0">
                <a:solidFill>
                  <a:srgbClr val="7030A0"/>
                </a:solidFill>
                <a:ea typeface="UD Digi Kyokasho N" panose="02020400000000000000" pitchFamily="17" charset="-128"/>
              </a:rPr>
              <a:t> </a:t>
            </a:r>
            <a:r>
              <a:rPr lang="en-US" altLang="ja-JP" sz="4000" b="1" dirty="0" smtClean="0">
                <a:solidFill>
                  <a:srgbClr val="7030A0"/>
                </a:solidFill>
                <a:ea typeface="UD Digi Kyokasho N" panose="02020400000000000000" pitchFamily="17" charset="-128"/>
              </a:rPr>
              <a:t> </a:t>
            </a:r>
            <a:r>
              <a:rPr lang="ja-JP" altLang="en-US" sz="4000" b="1" dirty="0" smtClean="0">
                <a:solidFill>
                  <a:srgbClr val="7030A0"/>
                </a:solidFill>
                <a:ea typeface="UD Digi Kyokasho N" panose="02020400000000000000" pitchFamily="17" charset="-128"/>
              </a:rPr>
              <a:t> </a:t>
            </a:r>
            <a:r>
              <a:rPr lang="en-US" altLang="ja-JP" sz="4000" b="1" dirty="0" smtClean="0">
                <a:solidFill>
                  <a:srgbClr val="FFC000"/>
                </a:solidFill>
                <a:ea typeface="UD Digi Kyokasho N" panose="02020400000000000000" pitchFamily="17" charset="-128"/>
              </a:rPr>
              <a:t>NE</a:t>
            </a:r>
            <a:r>
              <a:rPr lang="en-US" altLang="ja-JP" sz="4000" b="1" dirty="0" smtClean="0">
                <a:solidFill>
                  <a:srgbClr val="7030A0"/>
                </a:solidFill>
                <a:ea typeface="UD Digi Kyokasho N" panose="02020400000000000000" pitchFamily="17" charset="-128"/>
              </a:rPr>
              <a:t>   </a:t>
            </a:r>
            <a:r>
              <a:rPr lang="ja-JP" altLang="en-US" sz="4000" b="1" dirty="0" smtClean="0">
                <a:solidFill>
                  <a:srgbClr val="7030A0"/>
                </a:solidFill>
                <a:ea typeface="UD Digi Kyokasho N" panose="02020400000000000000" pitchFamily="17" charset="-128"/>
              </a:rPr>
              <a:t> </a:t>
            </a:r>
            <a:r>
              <a:rPr lang="en-US" altLang="ja-JP" sz="4000" b="1" dirty="0">
                <a:solidFill>
                  <a:srgbClr val="7030A0"/>
                </a:solidFill>
                <a:ea typeface="UD Digi Kyokasho N" panose="02020400000000000000" pitchFamily="17" charset="-128"/>
              </a:rPr>
              <a:t>NO  </a:t>
            </a:r>
            <a:endParaRPr lang="ru-RU" altLang="ja-JP" sz="4000" b="1" dirty="0">
              <a:solidFill>
                <a:srgbClr val="7030A0"/>
              </a:solidFill>
              <a:ea typeface="UD Digi Kyokasho N" panose="02020400000000000000" pitchFamily="17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2548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197"/>
    </mc:Choice>
    <mc:Fallback xmlns="">
      <p:transition spd="slow" advTm="36197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xmlns="" id="{5B30135E-EC69-C259-E5D1-E0DC80FFB0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2000" cy="6864468"/>
          </a:xfrm>
          <a:prstGeom prst="rect">
            <a:avLst/>
          </a:prstGeom>
        </p:spPr>
      </p:pic>
      <p:cxnSp>
        <p:nvCxnSpPr>
          <p:cNvPr id="18" name="Straight Connector 17"/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rgbClr val="2F5597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2" descr="Log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: Rounded Corners 19"/>
          <p:cNvSpPr/>
          <p:nvPr/>
        </p:nvSpPr>
        <p:spPr>
          <a:xfrm>
            <a:off x="318708" y="340364"/>
            <a:ext cx="2815729" cy="523235"/>
          </a:xfrm>
          <a:prstGeom prst="roundRect">
            <a:avLst/>
          </a:prstGeom>
          <a:solidFill>
            <a:schemeClr val="bg2"/>
          </a:solidFill>
          <a:ln w="57150">
            <a:solidFill>
              <a:srgbClr val="2F559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tx1"/>
                </a:solidFill>
              </a:rPr>
              <a:t>KATAKANA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1" t="2003" r="1245" b="3345"/>
          <a:stretch>
            <a:fillRect/>
          </a:stretch>
        </p:blipFill>
        <p:spPr>
          <a:xfrm>
            <a:off x="290792" y="1109273"/>
            <a:ext cx="9421953" cy="504006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C1451A82-DD5F-34F9-6A52-0174BBCC52F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6872" y="670299"/>
            <a:ext cx="1319135" cy="591801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605015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1464"/>
    </mc:Choice>
    <mc:Fallback>
      <p:transition advTm="3146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5AC9EC2C-4971-FD33-7A34-069AFC06D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xmlns="" id="{B23F6E53-4B74-17AC-2546-322B154F1A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Заголовок 1">
            <a:extLst>
              <a:ext uri="{FF2B5EF4-FFF2-40B4-BE49-F238E27FC236}">
                <a16:creationId xmlns:a16="http://schemas.microsoft.com/office/drawing/2014/main" xmlns="" id="{5A449E80-98B4-FD52-DDAE-DF308C15D107}"/>
              </a:ext>
            </a:extLst>
          </p:cNvPr>
          <p:cNvSpPr txBox="1">
            <a:spLocks/>
          </p:cNvSpPr>
          <p:nvPr/>
        </p:nvSpPr>
        <p:spPr>
          <a:xfrm>
            <a:off x="4123866" y="1316212"/>
            <a:ext cx="976684" cy="6293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xmlns="" id="{F5006D62-6A07-2C0A-3C51-560439C20F09}"/>
              </a:ext>
            </a:extLst>
          </p:cNvPr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2" descr="Logo">
            <a:extLst>
              <a:ext uri="{FF2B5EF4-FFF2-40B4-BE49-F238E27FC236}">
                <a16:creationId xmlns:a16="http://schemas.microsoft.com/office/drawing/2014/main" xmlns="" id="{85ABA37F-EB1F-F22B-7FF7-A927338122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xmlns="" id="{8CD19FE8-9D13-DA4A-A275-5CF63568582A}"/>
              </a:ext>
            </a:extLst>
          </p:cNvPr>
          <p:cNvSpPr/>
          <p:nvPr/>
        </p:nvSpPr>
        <p:spPr>
          <a:xfrm>
            <a:off x="299804" y="345108"/>
            <a:ext cx="6520722" cy="651154"/>
          </a:xfrm>
          <a:prstGeom prst="roundRect">
            <a:avLst/>
          </a:prstGeom>
          <a:solidFill>
            <a:schemeClr val="bg2"/>
          </a:solidFill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/>
              <a:t>KATAKANA</a:t>
            </a:r>
            <a:r>
              <a:rPr lang="uz-Latn-UZ" sz="4000" b="1" dirty="0"/>
              <a:t> YOZILISH TARTIBI</a:t>
            </a:r>
            <a:endParaRPr lang="en-US" sz="4000" b="1" dirty="0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xmlns="" id="{656263B8-8E96-48F9-F7E9-8BD176191F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9" t="2548" r="2248" b="2100"/>
          <a:stretch>
            <a:fillRect/>
          </a:stretch>
        </p:blipFill>
        <p:spPr>
          <a:xfrm>
            <a:off x="3264493" y="2055813"/>
            <a:ext cx="3672114" cy="3869442"/>
          </a:xfrm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</p:pic>
      <p:sp>
        <p:nvSpPr>
          <p:cNvPr id="16" name="Скругленный прямоугольник 15"/>
          <p:cNvSpPr/>
          <p:nvPr/>
        </p:nvSpPr>
        <p:spPr>
          <a:xfrm>
            <a:off x="3924444" y="1131893"/>
            <a:ext cx="2352211" cy="66908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cs typeface="Times New Roman" panose="02020603050405020304" pitchFamily="18" charset="0"/>
              </a:rPr>
              <a:t>NA</a:t>
            </a:r>
            <a:endParaRPr lang="uz-Latn-UZ" sz="3600" b="1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0102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9FD0F8D-B0C9-24D7-7D29-2BE0C31A1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2B387193-325E-719D-234C-1D92C74C2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4" name="Объект 1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331" y="1825625"/>
            <a:ext cx="4351338" cy="4351338"/>
          </a:xfr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xmlns="" id="{2C9801F8-A8FA-8468-EDF5-2641AE6525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D1570BDC-B527-3A1E-0226-4B3DF052A67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604891" y="2793214"/>
            <a:ext cx="5325955" cy="127157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6">
            <a:extLst>
              <a:ext uri="{FF2B5EF4-FFF2-40B4-BE49-F238E27FC236}">
                <a16:creationId xmlns:a16="http://schemas.microsoft.com/office/drawing/2014/main" xmlns="" id="{E361B3CA-7CD6-2CC0-F534-CB815B422195}"/>
              </a:ext>
            </a:extLst>
          </p:cNvPr>
          <p:cNvSpPr/>
          <p:nvPr/>
        </p:nvSpPr>
        <p:spPr>
          <a:xfrm>
            <a:off x="1023581" y="4095766"/>
            <a:ext cx="2919470" cy="651154"/>
          </a:xfrm>
          <a:prstGeom prst="roundRect">
            <a:avLst/>
          </a:prstGeom>
          <a:solidFill>
            <a:sysClr val="window" lastClr="FFFFFF"/>
          </a:solidFill>
          <a:ln w="57150" cap="flat" cmpd="sng" algn="ctr">
            <a:solidFill>
              <a:srgbClr val="2F5597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uz-Latn-UZ" sz="4000" b="1" kern="0" noProof="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 </a:t>
            </a:r>
            <a:r>
              <a:rPr lang="ja-JP" altLang="en-US" sz="4000" b="1" kern="0" noProof="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z-Latn-UZ" sz="4000" b="1" kern="0" noProof="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</a:t>
            </a: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kumimoji="0" lang="uz-Latn-UZ" sz="4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</a:t>
            </a:r>
            <a:endParaRPr kumimoji="0" lang="en-US" sz="4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7F5680F4-1833-73D0-D53F-49745132C38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3712" y="2223089"/>
            <a:ext cx="1511862" cy="1511862"/>
          </a:xfrm>
          <a:prstGeom prst="rect">
            <a:avLst/>
          </a:prstGeom>
        </p:spPr>
      </p:pic>
      <p:pic>
        <p:nvPicPr>
          <p:cNvPr id="8" name="Content Placeholder 13">
            <a:extLst>
              <a:ext uri="{FF2B5EF4-FFF2-40B4-BE49-F238E27FC236}">
                <a16:creationId xmlns:a16="http://schemas.microsoft.com/office/drawing/2014/main" xmlns="" id="{4C07AEF8-C069-2433-F38D-6A071ED6725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894" y="2221376"/>
            <a:ext cx="1513575" cy="1513575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xmlns="" id="{5234D48D-C38A-4AFE-F143-1AA119645E8B}"/>
              </a:ext>
            </a:extLst>
          </p:cNvPr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rgbClr val="2F5597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2" descr="Logo">
            <a:extLst>
              <a:ext uri="{FF2B5EF4-FFF2-40B4-BE49-F238E27FC236}">
                <a16:creationId xmlns:a16="http://schemas.microsoft.com/office/drawing/2014/main" xmlns="" id="{4CCC0B64-A50B-60C5-1B29-B5D84859A1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Рисунок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0817" y="2222234"/>
            <a:ext cx="1512717" cy="1512717"/>
          </a:xfrm>
          <a:prstGeom prst="rect">
            <a:avLst/>
          </a:prstGeom>
        </p:spPr>
      </p:pic>
      <p:sp>
        <p:nvSpPr>
          <p:cNvPr id="13" name="Rectangle: Rounded Corners 13">
            <a:extLst>
              <a:ext uri="{FF2B5EF4-FFF2-40B4-BE49-F238E27FC236}">
                <a16:creationId xmlns:a16="http://schemas.microsoft.com/office/drawing/2014/main" xmlns="" id="{C2F39023-5502-F21C-D7C3-B064D68DF9ED}"/>
              </a:ext>
            </a:extLst>
          </p:cNvPr>
          <p:cNvSpPr/>
          <p:nvPr/>
        </p:nvSpPr>
        <p:spPr>
          <a:xfrm>
            <a:off x="299804" y="370347"/>
            <a:ext cx="6637454" cy="651154"/>
          </a:xfrm>
          <a:prstGeom prst="roundRect">
            <a:avLst/>
          </a:prstGeom>
          <a:solidFill>
            <a:schemeClr val="bg2"/>
          </a:solidFill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/>
              <a:t>KATAKANA</a:t>
            </a:r>
            <a:r>
              <a:rPr lang="uz-Latn-UZ" sz="4000" b="1" dirty="0"/>
              <a:t> YOZILISH TARTIBI</a:t>
            </a:r>
            <a:endParaRPr lang="en-US" sz="40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44576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181"/>
    </mc:Choice>
    <mc:Fallback xmlns="">
      <p:transition spd="slow" advTm="2618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xmlns="" id="{CB5448EB-229E-AE6D-A5A7-45E88F2B36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D3E3450C-27DB-3D76-FAA8-C72D2A7ED2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0" t="1963" r="2181" b="1517"/>
          <a:stretch>
            <a:fillRect/>
          </a:stretch>
        </p:blipFill>
        <p:spPr>
          <a:xfrm>
            <a:off x="3032766" y="2054824"/>
            <a:ext cx="3972836" cy="3936186"/>
          </a:xfrm>
          <a:prstGeom prst="rect">
            <a:avLst/>
          </a:prstGeom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xmlns="" id="{E510B8CF-31AE-AACD-B4D0-2B36818FB825}"/>
              </a:ext>
            </a:extLst>
          </p:cNvPr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2" descr="Logo">
            <a:extLst>
              <a:ext uri="{FF2B5EF4-FFF2-40B4-BE49-F238E27FC236}">
                <a16:creationId xmlns:a16="http://schemas.microsoft.com/office/drawing/2014/main" xmlns="" id="{7488D80A-F434-39EA-5EFE-90FAB9145E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xmlns="" id="{2510F44A-2A11-C1B6-921D-CEE00B14A0D8}"/>
              </a:ext>
            </a:extLst>
          </p:cNvPr>
          <p:cNvSpPr/>
          <p:nvPr/>
        </p:nvSpPr>
        <p:spPr>
          <a:xfrm>
            <a:off x="308471" y="340365"/>
            <a:ext cx="6532165" cy="651154"/>
          </a:xfrm>
          <a:prstGeom prst="roundRect">
            <a:avLst/>
          </a:prstGeom>
          <a:solidFill>
            <a:schemeClr val="bg2"/>
          </a:solidFill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/>
              <a:t>KATAKANA</a:t>
            </a:r>
            <a:r>
              <a:rPr lang="uz-Latn-UZ" sz="4000" b="1" dirty="0"/>
              <a:t> YOZILISH TARTIBI</a:t>
            </a:r>
            <a:endParaRPr lang="en-US" sz="4000" b="1" dirty="0"/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3843079" y="1188627"/>
            <a:ext cx="2352211" cy="66908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cs typeface="Times New Roman" panose="02020603050405020304" pitchFamily="18" charset="0"/>
              </a:rPr>
              <a:t>NI</a:t>
            </a:r>
            <a:endParaRPr lang="uz-Latn-UZ" sz="3600" b="1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3631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9FD0F8D-B0C9-24D7-7D29-2BE0C31A1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2B387193-325E-719D-234C-1D92C74C2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286A992A-0E30-CB6C-DE68-6D5F3A4495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xmlns="" id="{2C9801F8-A8FA-8468-EDF5-2641AE6525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D1570BDC-B527-3A1E-0226-4B3DF052A6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0262" y="1817168"/>
            <a:ext cx="3223662" cy="32236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6">
            <a:extLst>
              <a:ext uri="{FF2B5EF4-FFF2-40B4-BE49-F238E27FC236}">
                <a16:creationId xmlns:a16="http://schemas.microsoft.com/office/drawing/2014/main" xmlns="" id="{E361B3CA-7CD6-2CC0-F534-CB815B422195}"/>
              </a:ext>
            </a:extLst>
          </p:cNvPr>
          <p:cNvSpPr/>
          <p:nvPr/>
        </p:nvSpPr>
        <p:spPr>
          <a:xfrm>
            <a:off x="870299" y="4001294"/>
            <a:ext cx="2919470" cy="651154"/>
          </a:xfrm>
          <a:prstGeom prst="roundRect">
            <a:avLst/>
          </a:prstGeom>
          <a:solidFill>
            <a:sysClr val="window" lastClr="FFFFFF"/>
          </a:solidFill>
          <a:ln w="57150" cap="flat" cmpd="sng" algn="ctr">
            <a:solidFill>
              <a:srgbClr val="2F5597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uz-Latn-UZ" sz="4000" b="1" kern="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NI KU</a:t>
            </a:r>
            <a:endParaRPr kumimoji="0" lang="en-US" sz="4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7F5680F4-1833-73D0-D53F-49745132C3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7625" y="2223089"/>
            <a:ext cx="1511862" cy="1511862"/>
          </a:xfrm>
          <a:prstGeom prst="rect">
            <a:avLst/>
          </a:prstGeom>
        </p:spPr>
      </p:pic>
      <p:pic>
        <p:nvPicPr>
          <p:cNvPr id="8" name="Content Placeholder 13">
            <a:extLst>
              <a:ext uri="{FF2B5EF4-FFF2-40B4-BE49-F238E27FC236}">
                <a16:creationId xmlns:a16="http://schemas.microsoft.com/office/drawing/2014/main" xmlns="" id="{4C07AEF8-C069-2433-F38D-6A071ED6725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299" y="2222234"/>
            <a:ext cx="1513575" cy="1513575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xmlns="" id="{5234D48D-C38A-4AFE-F143-1AA119645E8B}"/>
              </a:ext>
            </a:extLst>
          </p:cNvPr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rgbClr val="2F5597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2" descr="Logo">
            <a:extLst>
              <a:ext uri="{FF2B5EF4-FFF2-40B4-BE49-F238E27FC236}">
                <a16:creationId xmlns:a16="http://schemas.microsoft.com/office/drawing/2014/main" xmlns="" id="{4CCC0B64-A50B-60C5-1B29-B5D84859A1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: Rounded Corners 13">
            <a:extLst>
              <a:ext uri="{FF2B5EF4-FFF2-40B4-BE49-F238E27FC236}">
                <a16:creationId xmlns:a16="http://schemas.microsoft.com/office/drawing/2014/main" xmlns="" id="{C2F39023-5502-F21C-D7C3-B064D68DF9ED}"/>
              </a:ext>
            </a:extLst>
          </p:cNvPr>
          <p:cNvSpPr/>
          <p:nvPr/>
        </p:nvSpPr>
        <p:spPr>
          <a:xfrm>
            <a:off x="299780" y="372142"/>
            <a:ext cx="6637454" cy="651154"/>
          </a:xfrm>
          <a:prstGeom prst="roundRect">
            <a:avLst/>
          </a:prstGeom>
          <a:solidFill>
            <a:schemeClr val="bg2"/>
          </a:solidFill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/>
              <a:t>KATAKANA</a:t>
            </a:r>
            <a:r>
              <a:rPr lang="uz-Latn-UZ" sz="4000" b="1" dirty="0"/>
              <a:t> YOZILISH TARTIBI</a:t>
            </a:r>
            <a:endParaRPr lang="en-US" sz="40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01321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181"/>
    </mc:Choice>
    <mc:Fallback xmlns="">
      <p:transition spd="slow" advTm="2618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ABCC671-E216-0085-D3A7-23DB0D1ED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E8869A3C-13DF-B3C3-7529-B6F59787D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xmlns="" id="{F96D96ED-EBFE-6E57-0C40-1F91C224FF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150"/>
            <a:ext cx="12192000" cy="6857999"/>
          </a:xfrm>
          <a:prstGeom prst="rect">
            <a:avLst/>
          </a:prstGeom>
        </p:spPr>
      </p:pic>
      <p:sp>
        <p:nvSpPr>
          <p:cNvPr id="16" name="Заголовок 1">
            <a:extLst>
              <a:ext uri="{FF2B5EF4-FFF2-40B4-BE49-F238E27FC236}">
                <a16:creationId xmlns:a16="http://schemas.microsoft.com/office/drawing/2014/main" xmlns="" id="{AB89B5B2-86D4-F115-3CB1-90441FF5B539}"/>
              </a:ext>
            </a:extLst>
          </p:cNvPr>
          <p:cNvSpPr txBox="1">
            <a:spLocks/>
          </p:cNvSpPr>
          <p:nvPr/>
        </p:nvSpPr>
        <p:spPr>
          <a:xfrm>
            <a:off x="4645230" y="1255947"/>
            <a:ext cx="944036" cy="5862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11B179A8-6DC9-C51D-90FC-F62EEAFE9DEC}"/>
              </a:ext>
            </a:extLst>
          </p:cNvPr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Logo">
            <a:extLst>
              <a:ext uri="{FF2B5EF4-FFF2-40B4-BE49-F238E27FC236}">
                <a16:creationId xmlns:a16="http://schemas.microsoft.com/office/drawing/2014/main" xmlns="" id="{79FD9CB0-8216-6C79-F5B6-9E1A2E020B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xmlns="" id="{C2F39023-5502-F21C-D7C3-B064D68DF9ED}"/>
              </a:ext>
            </a:extLst>
          </p:cNvPr>
          <p:cNvSpPr/>
          <p:nvPr/>
        </p:nvSpPr>
        <p:spPr>
          <a:xfrm>
            <a:off x="299804" y="370347"/>
            <a:ext cx="6637454" cy="651154"/>
          </a:xfrm>
          <a:prstGeom prst="roundRect">
            <a:avLst/>
          </a:prstGeom>
          <a:solidFill>
            <a:schemeClr val="bg2"/>
          </a:solidFill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/>
              <a:t>KATAKANA</a:t>
            </a:r>
            <a:r>
              <a:rPr lang="uz-Latn-UZ" sz="4000" b="1" dirty="0"/>
              <a:t> YOZILISH TARTIBI</a:t>
            </a:r>
            <a:endParaRPr lang="en-US" sz="4000" b="1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xmlns="" id="{2A8A4945-E8A1-4E10-9D8E-4503E926B9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2" t="2130" r="2284" b="1616"/>
          <a:stretch>
            <a:fillRect/>
          </a:stretch>
        </p:blipFill>
        <p:spPr>
          <a:xfrm>
            <a:off x="2929376" y="2225457"/>
            <a:ext cx="3909086" cy="3887111"/>
          </a:xfrm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</p:pic>
      <p:sp>
        <p:nvSpPr>
          <p:cNvPr id="17" name="Скругленный прямоугольник 16"/>
          <p:cNvSpPr/>
          <p:nvPr/>
        </p:nvSpPr>
        <p:spPr>
          <a:xfrm>
            <a:off x="3707813" y="1356143"/>
            <a:ext cx="2352211" cy="66908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cs typeface="Times New Roman" panose="02020603050405020304" pitchFamily="18" charset="0"/>
              </a:rPr>
              <a:t>NU</a:t>
            </a:r>
            <a:endParaRPr lang="uz-Latn-UZ" sz="3600" b="1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1106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9FD0F8D-B0C9-24D7-7D29-2BE0C31A1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2B387193-325E-719D-234C-1D92C74C2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2" name="Объект 11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2125" y="3477419"/>
            <a:ext cx="1047750" cy="1047750"/>
          </a:xfr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xmlns="" id="{2C9801F8-A8FA-8468-EDF5-2641AE6525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: Rounded Corners 6">
            <a:extLst>
              <a:ext uri="{FF2B5EF4-FFF2-40B4-BE49-F238E27FC236}">
                <a16:creationId xmlns:a16="http://schemas.microsoft.com/office/drawing/2014/main" xmlns="" id="{E361B3CA-7CD6-2CC0-F534-CB815B422195}"/>
              </a:ext>
            </a:extLst>
          </p:cNvPr>
          <p:cNvSpPr/>
          <p:nvPr/>
        </p:nvSpPr>
        <p:spPr>
          <a:xfrm>
            <a:off x="5852832" y="1924438"/>
            <a:ext cx="2919470" cy="651154"/>
          </a:xfrm>
          <a:prstGeom prst="roundRect">
            <a:avLst/>
          </a:prstGeom>
          <a:solidFill>
            <a:sysClr val="window" lastClr="FFFFFF"/>
          </a:solidFill>
          <a:ln w="57150" cap="flat" cmpd="sng" algn="ctr">
            <a:solidFill>
              <a:srgbClr val="2F5597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b="1" kern="0" noProof="0" dirty="0" smtClean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 KU SU</a:t>
            </a:r>
            <a:endParaRPr kumimoji="0" lang="en-US" sz="4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7F5680F4-1833-73D0-D53F-49745132C38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498" y="1381403"/>
            <a:ext cx="1511862" cy="1563735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xmlns="" id="{5234D48D-C38A-4AFE-F143-1AA119645E8B}"/>
              </a:ext>
            </a:extLst>
          </p:cNvPr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rgbClr val="2F5597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2" descr="Logo">
            <a:extLst>
              <a:ext uri="{FF2B5EF4-FFF2-40B4-BE49-F238E27FC236}">
                <a16:creationId xmlns:a16="http://schemas.microsoft.com/office/drawing/2014/main" xmlns="" id="{4CCC0B64-A50B-60C5-1B29-B5D84859A1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xmlns="" id="{C2F39023-5502-F21C-D7C3-B064D68DF9ED}"/>
              </a:ext>
            </a:extLst>
          </p:cNvPr>
          <p:cNvSpPr/>
          <p:nvPr/>
        </p:nvSpPr>
        <p:spPr>
          <a:xfrm>
            <a:off x="309594" y="365125"/>
            <a:ext cx="6637454" cy="651154"/>
          </a:xfrm>
          <a:prstGeom prst="roundRect">
            <a:avLst/>
          </a:prstGeom>
          <a:solidFill>
            <a:schemeClr val="bg2"/>
          </a:solidFill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/>
              <a:t>KATAKANA</a:t>
            </a:r>
            <a:r>
              <a:rPr lang="uz-Latn-UZ" sz="4000" b="1" dirty="0"/>
              <a:t> YOZILISH TARTIBI</a:t>
            </a:r>
            <a:endParaRPr lang="en-US" sz="4000" b="1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8305" y="3243669"/>
            <a:ext cx="6754407" cy="2911979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7935" y="1429890"/>
            <a:ext cx="1515249" cy="1515249"/>
          </a:xfrm>
          <a:prstGeom prst="rect">
            <a:avLst/>
          </a:prstGeom>
        </p:spPr>
      </p:pic>
      <p:pic>
        <p:nvPicPr>
          <p:cNvPr id="16" name="Рисунок 1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3759" y="1429890"/>
            <a:ext cx="1515249" cy="1515249"/>
          </a:xfrm>
          <a:prstGeom prst="rect">
            <a:avLst/>
          </a:prstGeom>
        </p:spPr>
      </p:pic>
      <p:sp>
        <p:nvSpPr>
          <p:cNvPr id="18" name="Прямоугольник 17"/>
          <p:cNvSpPr/>
          <p:nvPr/>
        </p:nvSpPr>
        <p:spPr>
          <a:xfrm>
            <a:off x="3645252" y="4047482"/>
            <a:ext cx="845514" cy="226861"/>
          </a:xfrm>
          <a:prstGeom prst="rect">
            <a:avLst/>
          </a:prstGeom>
          <a:ln>
            <a:solidFill>
              <a:srgbClr val="8EC79A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700" b="1" dirty="0" smtClean="0"/>
              <a:t>NUKUS</a:t>
            </a:r>
            <a:endParaRPr lang="uz-Latn-UZ" sz="17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12512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181"/>
    </mc:Choice>
    <mc:Fallback xmlns="">
      <p:transition spd="slow" advTm="2618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9167A263-8A70-65DC-3748-82B5E24BD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xmlns="" id="{EEFCDB8F-3F85-25DC-56A9-CABCD6DE30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16" name="Заголовок 1">
            <a:extLst>
              <a:ext uri="{FF2B5EF4-FFF2-40B4-BE49-F238E27FC236}">
                <a16:creationId xmlns:a16="http://schemas.microsoft.com/office/drawing/2014/main" xmlns="" id="{18C4DF55-FFCB-0E08-0FE7-FBA75318D2E5}"/>
              </a:ext>
            </a:extLst>
          </p:cNvPr>
          <p:cNvSpPr txBox="1">
            <a:spLocks/>
          </p:cNvSpPr>
          <p:nvPr/>
        </p:nvSpPr>
        <p:spPr>
          <a:xfrm>
            <a:off x="4645230" y="1255947"/>
            <a:ext cx="944036" cy="5862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CF5976D6-7C5A-7371-28B9-2435C8CD77EF}"/>
              </a:ext>
            </a:extLst>
          </p:cNvPr>
          <p:cNvCxnSpPr/>
          <p:nvPr/>
        </p:nvCxnSpPr>
        <p:spPr>
          <a:xfrm>
            <a:off x="9934044" y="665942"/>
            <a:ext cx="0" cy="5918016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Logo">
            <a:extLst>
              <a:ext uri="{FF2B5EF4-FFF2-40B4-BE49-F238E27FC236}">
                <a16:creationId xmlns:a16="http://schemas.microsoft.com/office/drawing/2014/main" xmlns="" id="{238FC0DE-96DC-441B-23E8-1179C113F5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Скругленный прямоугольник 14"/>
          <p:cNvSpPr/>
          <p:nvPr/>
        </p:nvSpPr>
        <p:spPr>
          <a:xfrm>
            <a:off x="3819508" y="1223883"/>
            <a:ext cx="2352211" cy="66908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cs typeface="Times New Roman" panose="02020603050405020304" pitchFamily="18" charset="0"/>
              </a:rPr>
              <a:t>NE</a:t>
            </a:r>
            <a:endParaRPr lang="uz-Latn-UZ" sz="3600" b="1" dirty="0">
              <a:cs typeface="Times New Roman" panose="02020603050405020304" pitchFamily="18" charset="0"/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4" t="1380" r="884" b="1547"/>
          <a:stretch>
            <a:fillRect/>
          </a:stretch>
        </p:blipFill>
        <p:spPr>
          <a:xfrm>
            <a:off x="3234150" y="2216026"/>
            <a:ext cx="3837719" cy="3811449"/>
          </a:xfrm>
          <a:prstGeom prst="rect">
            <a:avLst/>
          </a:prstGeom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</p:pic>
      <p:sp>
        <p:nvSpPr>
          <p:cNvPr id="11" name="Rectangle: Rounded Corners 13">
            <a:extLst>
              <a:ext uri="{FF2B5EF4-FFF2-40B4-BE49-F238E27FC236}">
                <a16:creationId xmlns:a16="http://schemas.microsoft.com/office/drawing/2014/main" xmlns="" id="{C2F39023-5502-F21C-D7C3-B064D68DF9ED}"/>
              </a:ext>
            </a:extLst>
          </p:cNvPr>
          <p:cNvSpPr/>
          <p:nvPr/>
        </p:nvSpPr>
        <p:spPr>
          <a:xfrm>
            <a:off x="299804" y="370347"/>
            <a:ext cx="6637454" cy="651154"/>
          </a:xfrm>
          <a:prstGeom prst="roundRect">
            <a:avLst/>
          </a:prstGeom>
          <a:solidFill>
            <a:schemeClr val="bg2"/>
          </a:solidFill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/>
              <a:t>KATAKANA</a:t>
            </a:r>
            <a:r>
              <a:rPr lang="uz-Latn-UZ" sz="4000" b="1" dirty="0"/>
              <a:t> YOZILISH TARTIBI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3581658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9FD0F8D-B0C9-24D7-7D29-2BE0C31A1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2B387193-325E-719D-234C-1D92C74C2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286A992A-0E30-CB6C-DE68-6D5F3A4495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xmlns="" id="{2C9801F8-A8FA-8468-EDF5-2641AE6525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D1570BDC-B527-3A1E-0226-4B3DF052A6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6844" y="1825625"/>
            <a:ext cx="3118542" cy="32236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6">
            <a:extLst>
              <a:ext uri="{FF2B5EF4-FFF2-40B4-BE49-F238E27FC236}">
                <a16:creationId xmlns:a16="http://schemas.microsoft.com/office/drawing/2014/main" xmlns="" id="{E361B3CA-7CD6-2CC0-F534-CB815B422195}"/>
              </a:ext>
            </a:extLst>
          </p:cNvPr>
          <p:cNvSpPr/>
          <p:nvPr/>
        </p:nvSpPr>
        <p:spPr>
          <a:xfrm>
            <a:off x="870299" y="4089654"/>
            <a:ext cx="2919470" cy="651154"/>
          </a:xfrm>
          <a:prstGeom prst="roundRect">
            <a:avLst/>
          </a:prstGeom>
          <a:solidFill>
            <a:sysClr val="window" lastClr="FFFFFF"/>
          </a:solidFill>
          <a:ln w="57150" cap="flat" cmpd="sng" algn="ctr">
            <a:solidFill>
              <a:srgbClr val="2F5597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z-Latn-UZ" sz="4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</a:t>
            </a:r>
            <a:r>
              <a:rPr kumimoji="0" lang="ja-JP" altLang="en-US" sz="4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uz-Latn-UZ" sz="4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KO</a:t>
            </a:r>
            <a:endParaRPr kumimoji="0" lang="en-US" sz="4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7F5680F4-1833-73D0-D53F-49745132C3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7625" y="2223089"/>
            <a:ext cx="1511862" cy="1511862"/>
          </a:xfrm>
          <a:prstGeom prst="rect">
            <a:avLst/>
          </a:prstGeom>
        </p:spPr>
      </p:pic>
      <p:pic>
        <p:nvPicPr>
          <p:cNvPr id="8" name="Content Placeholder 13">
            <a:extLst>
              <a:ext uri="{FF2B5EF4-FFF2-40B4-BE49-F238E27FC236}">
                <a16:creationId xmlns:a16="http://schemas.microsoft.com/office/drawing/2014/main" xmlns="" id="{4C07AEF8-C069-2433-F38D-6A071ED6725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299" y="2222234"/>
            <a:ext cx="1513575" cy="1513575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xmlns="" id="{5234D48D-C38A-4AFE-F143-1AA119645E8B}"/>
              </a:ext>
            </a:extLst>
          </p:cNvPr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rgbClr val="2F5597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2" descr="Logo">
            <a:extLst>
              <a:ext uri="{FF2B5EF4-FFF2-40B4-BE49-F238E27FC236}">
                <a16:creationId xmlns:a16="http://schemas.microsoft.com/office/drawing/2014/main" xmlns="" id="{4CCC0B64-A50B-60C5-1B29-B5D84859A1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: Rounded Corners 13">
            <a:extLst>
              <a:ext uri="{FF2B5EF4-FFF2-40B4-BE49-F238E27FC236}">
                <a16:creationId xmlns:a16="http://schemas.microsoft.com/office/drawing/2014/main" xmlns="" id="{C2F39023-5502-F21C-D7C3-B064D68DF9ED}"/>
              </a:ext>
            </a:extLst>
          </p:cNvPr>
          <p:cNvSpPr/>
          <p:nvPr/>
        </p:nvSpPr>
        <p:spPr>
          <a:xfrm>
            <a:off x="299804" y="370347"/>
            <a:ext cx="6637454" cy="651154"/>
          </a:xfrm>
          <a:prstGeom prst="roundRect">
            <a:avLst/>
          </a:prstGeom>
          <a:solidFill>
            <a:schemeClr val="bg2"/>
          </a:solidFill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/>
              <a:t>KATAKANA</a:t>
            </a:r>
            <a:r>
              <a:rPr lang="uz-Latn-UZ" sz="4000" b="1" dirty="0"/>
              <a:t> YOZILISH TARTIBI</a:t>
            </a:r>
            <a:endParaRPr lang="en-US" sz="40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37142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181"/>
    </mc:Choice>
    <mc:Fallback xmlns="">
      <p:transition spd="slow" advTm="2618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9167A263-8A70-65DC-3748-82B5E24BD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xmlns="" id="{EEFCDB8F-3F85-25DC-56A9-CABCD6DE30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16" name="Заголовок 1">
            <a:extLst>
              <a:ext uri="{FF2B5EF4-FFF2-40B4-BE49-F238E27FC236}">
                <a16:creationId xmlns:a16="http://schemas.microsoft.com/office/drawing/2014/main" xmlns="" id="{18C4DF55-FFCB-0E08-0FE7-FBA75318D2E5}"/>
              </a:ext>
            </a:extLst>
          </p:cNvPr>
          <p:cNvSpPr txBox="1">
            <a:spLocks/>
          </p:cNvSpPr>
          <p:nvPr/>
        </p:nvSpPr>
        <p:spPr>
          <a:xfrm>
            <a:off x="4645230" y="1255947"/>
            <a:ext cx="944036" cy="5862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CF5976D6-7C5A-7371-28B9-2435C8CD77EF}"/>
              </a:ext>
            </a:extLst>
          </p:cNvPr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Logo">
            <a:extLst>
              <a:ext uri="{FF2B5EF4-FFF2-40B4-BE49-F238E27FC236}">
                <a16:creationId xmlns:a16="http://schemas.microsoft.com/office/drawing/2014/main" xmlns="" id="{238FC0DE-96DC-441B-23E8-1179C113F5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xmlns="" id="{2F0CE45F-E4DF-5A05-B283-24A9DB4C4BFD}"/>
              </a:ext>
            </a:extLst>
          </p:cNvPr>
          <p:cNvSpPr/>
          <p:nvPr/>
        </p:nvSpPr>
        <p:spPr>
          <a:xfrm>
            <a:off x="308471" y="340365"/>
            <a:ext cx="6532165" cy="651154"/>
          </a:xfrm>
          <a:prstGeom prst="roundRect">
            <a:avLst/>
          </a:prstGeom>
          <a:solidFill>
            <a:schemeClr val="bg2"/>
          </a:solidFill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/>
              <a:t>O’XSHASH HARFLAR</a:t>
            </a:r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3832394" y="1173137"/>
            <a:ext cx="2352211" cy="66908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cs typeface="Times New Roman" panose="02020603050405020304" pitchFamily="18" charset="0"/>
              </a:rPr>
              <a:t>NU</a:t>
            </a:r>
            <a:endParaRPr lang="uz-Latn-UZ" sz="3600" b="1" dirty="0">
              <a:cs typeface="Times New Roman" panose="02020603050405020304" pitchFamily="18" charset="0"/>
            </a:endParaRPr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626004" y="1143380"/>
            <a:ext cx="2352211" cy="66908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cs typeface="Times New Roman" panose="02020603050405020304" pitchFamily="18" charset="0"/>
              </a:rPr>
              <a:t>SU</a:t>
            </a:r>
            <a:endParaRPr lang="uz-Latn-UZ" sz="3600" b="1" dirty="0">
              <a:cs typeface="Times New Roman" panose="02020603050405020304" pitchFamily="18" charset="0"/>
            </a:endParaRPr>
          </a:p>
        </p:txBody>
      </p:sp>
      <p:sp>
        <p:nvSpPr>
          <p:cNvPr id="15" name="Скругленный прямоугольник 14"/>
          <p:cNvSpPr/>
          <p:nvPr/>
        </p:nvSpPr>
        <p:spPr>
          <a:xfrm>
            <a:off x="7038784" y="1160990"/>
            <a:ext cx="2352211" cy="66908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cs typeface="Times New Roman" panose="02020603050405020304" pitchFamily="18" charset="0"/>
              </a:rPr>
              <a:t>NE</a:t>
            </a:r>
            <a:endParaRPr lang="uz-Latn-UZ" sz="3600" b="1" dirty="0">
              <a:cs typeface="Times New Roman" panose="02020603050405020304" pitchFamily="18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471" y="2304701"/>
            <a:ext cx="3076125" cy="307612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7552" y="2304700"/>
            <a:ext cx="3076125" cy="307612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3350" y="2304700"/>
            <a:ext cx="3074022" cy="3074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331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1" grpId="0" animBg="1"/>
      <p:bldP spid="1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0248548-BB8E-5CDA-C492-6C5B5062D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7EB65AD-5AC4-1ACF-F031-E1C633699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xmlns="" id="{F00509DA-D168-DBA6-6999-9ACD113605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xmlns="" id="{E2B45C08-3E66-A949-424B-19BC7B352A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0999" y="1128457"/>
            <a:ext cx="2175001" cy="684012"/>
          </a:xfrm>
          <a:prstGeom prst="rect">
            <a:avLst/>
          </a:prstGeom>
        </p:spPr>
      </p:pic>
      <p:sp>
        <p:nvSpPr>
          <p:cNvPr id="16" name="Заголовок 1">
            <a:extLst>
              <a:ext uri="{FF2B5EF4-FFF2-40B4-BE49-F238E27FC236}">
                <a16:creationId xmlns:a16="http://schemas.microsoft.com/office/drawing/2014/main" xmlns="" id="{C4985BD1-92D6-5469-BA34-1F0EE4826304}"/>
              </a:ext>
            </a:extLst>
          </p:cNvPr>
          <p:cNvSpPr txBox="1">
            <a:spLocks/>
          </p:cNvSpPr>
          <p:nvPr/>
        </p:nvSpPr>
        <p:spPr>
          <a:xfrm>
            <a:off x="4645230" y="1255947"/>
            <a:ext cx="944036" cy="5862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F5150308-12DB-2380-0100-5621921A9340}"/>
              </a:ext>
            </a:extLst>
          </p:cNvPr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Logo">
            <a:extLst>
              <a:ext uri="{FF2B5EF4-FFF2-40B4-BE49-F238E27FC236}">
                <a16:creationId xmlns:a16="http://schemas.microsoft.com/office/drawing/2014/main" xmlns="" id="{E7749881-B44E-5B9F-5973-E9D631FD15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xmlns="" id="{2B3F0842-157F-B2E8-676D-43A0B3A2FBC4}"/>
              </a:ext>
            </a:extLst>
          </p:cNvPr>
          <p:cNvSpPr/>
          <p:nvPr/>
        </p:nvSpPr>
        <p:spPr>
          <a:xfrm>
            <a:off x="308471" y="340365"/>
            <a:ext cx="6532165" cy="651154"/>
          </a:xfrm>
          <a:prstGeom prst="roundRect">
            <a:avLst/>
          </a:prstGeom>
          <a:solidFill>
            <a:schemeClr val="bg2"/>
          </a:solidFill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/>
              <a:t>KATAKANA</a:t>
            </a:r>
            <a:r>
              <a:rPr lang="uz-Latn-UZ" sz="4000" b="1" dirty="0"/>
              <a:t> YOZILISH TARTIBI</a:t>
            </a:r>
            <a:endParaRPr lang="en-US" sz="4000" b="1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xmlns="" id="{F9110430-5CC1-7827-FD3B-B7293A8C13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8" t="2199" r="2006" b="1838"/>
          <a:stretch>
            <a:fillRect/>
          </a:stretch>
        </p:blipFill>
        <p:spPr>
          <a:xfrm>
            <a:off x="3293576" y="1956868"/>
            <a:ext cx="3649266" cy="4050601"/>
          </a:xfrm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</p:pic>
      <p:sp>
        <p:nvSpPr>
          <p:cNvPr id="12" name="Скругленный прямоугольник 11"/>
          <p:cNvSpPr/>
          <p:nvPr/>
        </p:nvSpPr>
        <p:spPr>
          <a:xfrm>
            <a:off x="3941142" y="1135918"/>
            <a:ext cx="2352211" cy="66908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cs typeface="Times New Roman" panose="02020603050405020304" pitchFamily="18" charset="0"/>
              </a:rPr>
              <a:t>NO</a:t>
            </a:r>
            <a:endParaRPr lang="uz-Latn-UZ" sz="3600" b="1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5771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9FD0F8D-B0C9-24D7-7D29-2BE0C31A1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2B387193-325E-719D-234C-1D92C74C2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3" name="Объект 12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6632" y="2871926"/>
            <a:ext cx="1653243" cy="1653243"/>
          </a:xfr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xmlns="" id="{2C9801F8-A8FA-8468-EDF5-2641AE6525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D1570BDC-B527-3A1E-0226-4B3DF052A67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4284" y="1928379"/>
            <a:ext cx="3223662" cy="301815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6">
            <a:extLst>
              <a:ext uri="{FF2B5EF4-FFF2-40B4-BE49-F238E27FC236}">
                <a16:creationId xmlns:a16="http://schemas.microsoft.com/office/drawing/2014/main" xmlns="" id="{E361B3CA-7CD6-2CC0-F534-CB815B422195}"/>
              </a:ext>
            </a:extLst>
          </p:cNvPr>
          <p:cNvSpPr/>
          <p:nvPr/>
        </p:nvSpPr>
        <p:spPr>
          <a:xfrm>
            <a:off x="870299" y="4022961"/>
            <a:ext cx="2919470" cy="651154"/>
          </a:xfrm>
          <a:prstGeom prst="roundRect">
            <a:avLst/>
          </a:prstGeom>
          <a:solidFill>
            <a:sysClr val="window" lastClr="FFFFFF"/>
          </a:solidFill>
          <a:ln w="57150" cap="flat" cmpd="sng" algn="ctr">
            <a:solidFill>
              <a:srgbClr val="2F5597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z-Latn-UZ" sz="4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KI</a:t>
            </a:r>
            <a:r>
              <a:rPr kumimoji="0" lang="uz-Latn-UZ" sz="4000" b="1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 KO</a:t>
            </a:r>
            <a:endParaRPr kumimoji="0" lang="en-US" sz="4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7F5680F4-1833-73D0-D53F-49745132C38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7625" y="2223089"/>
            <a:ext cx="1511862" cy="1511862"/>
          </a:xfrm>
          <a:prstGeom prst="rect">
            <a:avLst/>
          </a:prstGeom>
        </p:spPr>
      </p:pic>
      <p:pic>
        <p:nvPicPr>
          <p:cNvPr id="8" name="Content Placeholder 13">
            <a:extLst>
              <a:ext uri="{FF2B5EF4-FFF2-40B4-BE49-F238E27FC236}">
                <a16:creationId xmlns:a16="http://schemas.microsoft.com/office/drawing/2014/main" xmlns="" id="{4C07AEF8-C069-2433-F38D-6A071ED6725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299" y="2222234"/>
            <a:ext cx="1513575" cy="1513575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xmlns="" id="{5234D48D-C38A-4AFE-F143-1AA119645E8B}"/>
              </a:ext>
            </a:extLst>
          </p:cNvPr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rgbClr val="2F5597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2" descr="Logo">
            <a:extLst>
              <a:ext uri="{FF2B5EF4-FFF2-40B4-BE49-F238E27FC236}">
                <a16:creationId xmlns:a16="http://schemas.microsoft.com/office/drawing/2014/main" xmlns="" id="{4CCC0B64-A50B-60C5-1B29-B5D84859A1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7165" y="2222661"/>
            <a:ext cx="1512717" cy="1512717"/>
          </a:xfrm>
          <a:prstGeom prst="rect">
            <a:avLst/>
          </a:prstGeom>
        </p:spPr>
      </p:pic>
      <p:sp>
        <p:nvSpPr>
          <p:cNvPr id="15" name="Rectangle: Rounded Corners 13">
            <a:extLst>
              <a:ext uri="{FF2B5EF4-FFF2-40B4-BE49-F238E27FC236}">
                <a16:creationId xmlns:a16="http://schemas.microsoft.com/office/drawing/2014/main" xmlns="" id="{C2F39023-5502-F21C-D7C3-B064D68DF9ED}"/>
              </a:ext>
            </a:extLst>
          </p:cNvPr>
          <p:cNvSpPr/>
          <p:nvPr/>
        </p:nvSpPr>
        <p:spPr>
          <a:xfrm>
            <a:off x="299804" y="370347"/>
            <a:ext cx="6637454" cy="651154"/>
          </a:xfrm>
          <a:prstGeom prst="roundRect">
            <a:avLst/>
          </a:prstGeom>
          <a:solidFill>
            <a:schemeClr val="bg2"/>
          </a:solidFill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/>
              <a:t>KATAKANA</a:t>
            </a:r>
            <a:r>
              <a:rPr lang="uz-Latn-UZ" sz="4000" b="1" dirty="0"/>
              <a:t> YOZILISH TARTIBI</a:t>
            </a:r>
            <a:endParaRPr lang="en-US" sz="40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65954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181"/>
    </mc:Choice>
    <mc:Fallback xmlns="">
      <p:transition spd="slow" advTm="2618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16DD867-B3D1-B91C-C31A-5F65B5446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9E1955BA-FCEB-3269-DAED-8D82F299E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xmlns="" id="{96497CF8-CB0B-E99A-C222-9155AB242D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530DCA59-5F0D-BE82-33E4-3F6A0E1E398A}"/>
              </a:ext>
            </a:extLst>
          </p:cNvPr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Logo">
            <a:extLst>
              <a:ext uri="{FF2B5EF4-FFF2-40B4-BE49-F238E27FC236}">
                <a16:creationId xmlns:a16="http://schemas.microsoft.com/office/drawing/2014/main" xmlns="" id="{B5A5ED6C-0F5B-73DB-A489-D007D1F5FB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xmlns="" id="{2F0C0119-467B-AF5B-7B16-940F5CB3E540}"/>
              </a:ext>
            </a:extLst>
          </p:cNvPr>
          <p:cNvSpPr/>
          <p:nvPr/>
        </p:nvSpPr>
        <p:spPr>
          <a:xfrm>
            <a:off x="308471" y="340365"/>
            <a:ext cx="3094295" cy="651154"/>
          </a:xfrm>
          <a:prstGeom prst="roundRect">
            <a:avLst/>
          </a:prstGeom>
          <a:solidFill>
            <a:schemeClr val="bg2"/>
          </a:solidFill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 smtClean="0"/>
              <a:t>MASHQ</a:t>
            </a:r>
            <a:endParaRPr lang="en-US" sz="4000" b="1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xmlns="" id="{88E0FA0A-E056-1CC5-5443-3DCAE40B5226}"/>
              </a:ext>
            </a:extLst>
          </p:cNvPr>
          <p:cNvSpPr/>
          <p:nvPr/>
        </p:nvSpPr>
        <p:spPr>
          <a:xfrm>
            <a:off x="606532" y="1355454"/>
            <a:ext cx="1222268" cy="752355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uz-Latn-UZ" sz="4000" b="1" dirty="0">
                <a:solidFill>
                  <a:srgbClr val="FF0000"/>
                </a:solidFill>
              </a:rPr>
              <a:t>NA</a:t>
            </a:r>
            <a:endParaRPr lang="en-US" sz="4000" b="1" dirty="0">
              <a:solidFill>
                <a:srgbClr val="FF0000"/>
              </a:solidFill>
            </a:endParaRPr>
          </a:p>
        </p:txBody>
      </p:sp>
      <p:sp>
        <p:nvSpPr>
          <p:cNvPr id="24" name="Oval 14">
            <a:extLst>
              <a:ext uri="{FF2B5EF4-FFF2-40B4-BE49-F238E27FC236}">
                <a16:creationId xmlns:a16="http://schemas.microsoft.com/office/drawing/2014/main" xmlns="" id="{88E0FA0A-E056-1CC5-5443-3DCAE40B5226}"/>
              </a:ext>
            </a:extLst>
          </p:cNvPr>
          <p:cNvSpPr/>
          <p:nvPr/>
        </p:nvSpPr>
        <p:spPr>
          <a:xfrm>
            <a:off x="606532" y="2316108"/>
            <a:ext cx="1222268" cy="752355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uz-Latn-UZ" sz="4000" b="1" dirty="0">
                <a:solidFill>
                  <a:srgbClr val="FF0000"/>
                </a:solidFill>
                <a:ea typeface="UD Digi Kyokasho N" panose="02020400000000000000" pitchFamily="17" charset="-128"/>
              </a:rPr>
              <a:t>NI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25" name="Oval 14">
            <a:extLst>
              <a:ext uri="{FF2B5EF4-FFF2-40B4-BE49-F238E27FC236}">
                <a16:creationId xmlns:a16="http://schemas.microsoft.com/office/drawing/2014/main" xmlns="" id="{88E0FA0A-E056-1CC5-5443-3DCAE40B5226}"/>
              </a:ext>
            </a:extLst>
          </p:cNvPr>
          <p:cNvSpPr/>
          <p:nvPr/>
        </p:nvSpPr>
        <p:spPr>
          <a:xfrm>
            <a:off x="606532" y="3274578"/>
            <a:ext cx="1222268" cy="752355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uz-Latn-UZ" sz="4000" b="1" dirty="0">
                <a:solidFill>
                  <a:srgbClr val="FF0000"/>
                </a:solidFill>
                <a:ea typeface="UD Digi Kyokasho N" panose="02020400000000000000" pitchFamily="17" charset="-128"/>
              </a:rPr>
              <a:t>NU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26" name="Oval 14">
            <a:extLst>
              <a:ext uri="{FF2B5EF4-FFF2-40B4-BE49-F238E27FC236}">
                <a16:creationId xmlns:a16="http://schemas.microsoft.com/office/drawing/2014/main" xmlns="" id="{88E0FA0A-E056-1CC5-5443-3DCAE40B5226}"/>
              </a:ext>
            </a:extLst>
          </p:cNvPr>
          <p:cNvSpPr/>
          <p:nvPr/>
        </p:nvSpPr>
        <p:spPr>
          <a:xfrm>
            <a:off x="606532" y="4233048"/>
            <a:ext cx="1222268" cy="752355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uz-Latn-UZ" sz="4000" b="1" dirty="0">
                <a:solidFill>
                  <a:srgbClr val="FF0000"/>
                </a:solidFill>
                <a:ea typeface="UD Digi Kyokasho N" panose="02020400000000000000" pitchFamily="17" charset="-128"/>
              </a:rPr>
              <a:t>NE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27" name="Oval 14">
            <a:extLst>
              <a:ext uri="{FF2B5EF4-FFF2-40B4-BE49-F238E27FC236}">
                <a16:creationId xmlns:a16="http://schemas.microsoft.com/office/drawing/2014/main" xmlns="" id="{88E0FA0A-E056-1CC5-5443-3DCAE40B5226}"/>
              </a:ext>
            </a:extLst>
          </p:cNvPr>
          <p:cNvSpPr/>
          <p:nvPr/>
        </p:nvSpPr>
        <p:spPr>
          <a:xfrm>
            <a:off x="606532" y="5191518"/>
            <a:ext cx="1222268" cy="752355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uz-Latn-UZ" sz="4000" b="1" dirty="0">
                <a:solidFill>
                  <a:srgbClr val="FF0000"/>
                </a:solidFill>
                <a:ea typeface="UD Digi Kyokasho N" panose="02020400000000000000" pitchFamily="17" charset="-128"/>
              </a:rPr>
              <a:t>NO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28" name="Oval 6">
            <a:extLst>
              <a:ext uri="{FF2B5EF4-FFF2-40B4-BE49-F238E27FC236}">
                <a16:creationId xmlns:a16="http://schemas.microsoft.com/office/drawing/2014/main" xmlns="" id="{E56533C1-F7AC-4297-3D00-68E355638497}"/>
              </a:ext>
            </a:extLst>
          </p:cNvPr>
          <p:cNvSpPr/>
          <p:nvPr/>
        </p:nvSpPr>
        <p:spPr>
          <a:xfrm>
            <a:off x="6443520" y="1354100"/>
            <a:ext cx="1386029" cy="752355"/>
          </a:xfrm>
          <a:prstGeom prst="ellipse">
            <a:avLst/>
          </a:prstGeom>
          <a:noFill/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0070C0"/>
                </a:solidFill>
                <a:ea typeface="UD Digi Kyokasho N" panose="02020400000000000000" pitchFamily="17" charset="-128"/>
              </a:rPr>
              <a:t>二</a:t>
            </a:r>
            <a:endParaRPr lang="en-US" sz="4000" dirty="0"/>
          </a:p>
        </p:txBody>
      </p:sp>
      <p:sp>
        <p:nvSpPr>
          <p:cNvPr id="29" name="Oval 6">
            <a:extLst>
              <a:ext uri="{FF2B5EF4-FFF2-40B4-BE49-F238E27FC236}">
                <a16:creationId xmlns:a16="http://schemas.microsoft.com/office/drawing/2014/main" xmlns="" id="{E56533C1-F7AC-4297-3D00-68E355638497}"/>
              </a:ext>
            </a:extLst>
          </p:cNvPr>
          <p:cNvSpPr/>
          <p:nvPr/>
        </p:nvSpPr>
        <p:spPr>
          <a:xfrm>
            <a:off x="6443521" y="2338319"/>
            <a:ext cx="1386028" cy="752355"/>
          </a:xfrm>
          <a:prstGeom prst="ellipse">
            <a:avLst/>
          </a:prstGeom>
          <a:noFill/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0070C0"/>
                </a:solidFill>
                <a:ea typeface="UD Digi Kyokasho N" panose="02020400000000000000" pitchFamily="17" charset="-128"/>
              </a:rPr>
              <a:t>ノ</a:t>
            </a:r>
            <a:endParaRPr lang="en-US" sz="4000" dirty="0"/>
          </a:p>
        </p:txBody>
      </p:sp>
      <p:sp>
        <p:nvSpPr>
          <p:cNvPr id="30" name="Oval 6">
            <a:extLst>
              <a:ext uri="{FF2B5EF4-FFF2-40B4-BE49-F238E27FC236}">
                <a16:creationId xmlns:a16="http://schemas.microsoft.com/office/drawing/2014/main" xmlns="" id="{E56533C1-F7AC-4297-3D00-68E355638497}"/>
              </a:ext>
            </a:extLst>
          </p:cNvPr>
          <p:cNvSpPr/>
          <p:nvPr/>
        </p:nvSpPr>
        <p:spPr>
          <a:xfrm>
            <a:off x="6443521" y="3322538"/>
            <a:ext cx="1386028" cy="752355"/>
          </a:xfrm>
          <a:prstGeom prst="ellipse">
            <a:avLst/>
          </a:prstGeom>
          <a:noFill/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0070C0"/>
                </a:solidFill>
                <a:ea typeface="UD Digi Kyokasho N" panose="02020400000000000000" pitchFamily="17" charset="-128"/>
              </a:rPr>
              <a:t>ナ</a:t>
            </a:r>
            <a:endParaRPr lang="en-US" sz="4000" dirty="0"/>
          </a:p>
        </p:txBody>
      </p:sp>
      <p:sp>
        <p:nvSpPr>
          <p:cNvPr id="31" name="Oval 6">
            <a:extLst>
              <a:ext uri="{FF2B5EF4-FFF2-40B4-BE49-F238E27FC236}">
                <a16:creationId xmlns:a16="http://schemas.microsoft.com/office/drawing/2014/main" xmlns="" id="{E56533C1-F7AC-4297-3D00-68E355638497}"/>
              </a:ext>
            </a:extLst>
          </p:cNvPr>
          <p:cNvSpPr/>
          <p:nvPr/>
        </p:nvSpPr>
        <p:spPr>
          <a:xfrm>
            <a:off x="6443521" y="4233048"/>
            <a:ext cx="1386028" cy="752355"/>
          </a:xfrm>
          <a:prstGeom prst="ellipse">
            <a:avLst/>
          </a:prstGeom>
          <a:noFill/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0070C0"/>
                </a:solidFill>
                <a:ea typeface="UD Digi Kyokasho N" panose="02020400000000000000" pitchFamily="17" charset="-128"/>
              </a:rPr>
              <a:t>ネ</a:t>
            </a:r>
            <a:endParaRPr lang="en-US" sz="4000" dirty="0"/>
          </a:p>
        </p:txBody>
      </p:sp>
      <p:sp>
        <p:nvSpPr>
          <p:cNvPr id="32" name="Oval 6">
            <a:extLst>
              <a:ext uri="{FF2B5EF4-FFF2-40B4-BE49-F238E27FC236}">
                <a16:creationId xmlns:a16="http://schemas.microsoft.com/office/drawing/2014/main" xmlns="" id="{E56533C1-F7AC-4297-3D00-68E355638497}"/>
              </a:ext>
            </a:extLst>
          </p:cNvPr>
          <p:cNvSpPr/>
          <p:nvPr/>
        </p:nvSpPr>
        <p:spPr>
          <a:xfrm>
            <a:off x="6443521" y="5210144"/>
            <a:ext cx="1386028" cy="752355"/>
          </a:xfrm>
          <a:prstGeom prst="ellipse">
            <a:avLst/>
          </a:prstGeom>
          <a:noFill/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chemeClr val="accent1">
                    <a:lumMod val="75000"/>
                  </a:schemeClr>
                </a:solidFill>
                <a:ea typeface="UD Digi Kyokasho N" panose="02020400000000000000" pitchFamily="17" charset="-128"/>
              </a:rPr>
              <a:t>ヌ</a:t>
            </a:r>
            <a:endParaRPr lang="en-US" sz="40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6877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73 0.01574 L 0.37201 0.2891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737" y="1365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73 0.01574 L 0.37044 -0.14236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659" y="-79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73 0.01574 L 0.37201 0.28426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737" y="1342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73 0.01574 L 0.37201 0.00023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737" y="-78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73 0.01574 L 0.37357 -0.41181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815" y="-21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EEE9960-2C65-F774-E381-681B9AA14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2D8A757-AF3E-DB2F-9177-24D992205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xmlns="" id="{DFCF44B2-76DC-9B55-E395-717F6DC48F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3F37F1D5-700E-302A-10CA-EB27A9279525}"/>
              </a:ext>
            </a:extLst>
          </p:cNvPr>
          <p:cNvCxnSpPr/>
          <p:nvPr/>
        </p:nvCxnSpPr>
        <p:spPr>
          <a:xfrm>
            <a:off x="10331134" y="496519"/>
            <a:ext cx="0" cy="5918016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Logo">
            <a:extLst>
              <a:ext uri="{FF2B5EF4-FFF2-40B4-BE49-F238E27FC236}">
                <a16:creationId xmlns:a16="http://schemas.microsoft.com/office/drawing/2014/main" xmlns="" id="{80E666C7-A718-37D5-E89F-5D1252BDF6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xmlns="" id="{D0301B7F-F015-AC2C-6F56-E796CE34F1E0}"/>
              </a:ext>
            </a:extLst>
          </p:cNvPr>
          <p:cNvSpPr/>
          <p:nvPr/>
        </p:nvSpPr>
        <p:spPr>
          <a:xfrm>
            <a:off x="308472" y="340365"/>
            <a:ext cx="3079305" cy="651154"/>
          </a:xfrm>
          <a:prstGeom prst="roundRect">
            <a:avLst/>
          </a:prstGeom>
          <a:solidFill>
            <a:schemeClr val="bg2"/>
          </a:solidFill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/>
              <a:t>SO‘ZLAR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xmlns="" id="{3F228652-C8E3-5217-132C-F887A5F8DBBD}"/>
              </a:ext>
            </a:extLst>
          </p:cNvPr>
          <p:cNvSpPr/>
          <p:nvPr/>
        </p:nvSpPr>
        <p:spPr>
          <a:xfrm>
            <a:off x="2359481" y="1331884"/>
            <a:ext cx="803444" cy="723925"/>
          </a:xfrm>
          <a:prstGeom prst="ellipse">
            <a:avLst/>
          </a:prstGeom>
          <a:noFill/>
          <a:ln w="2857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FFC000"/>
                </a:solidFill>
                <a:ea typeface="UD Digi Kyokasho N" panose="02020400000000000000" pitchFamily="17" charset="-128"/>
              </a:rPr>
              <a:t>ﾆ</a:t>
            </a:r>
            <a:endParaRPr lang="en-US" sz="4000" dirty="0">
              <a:solidFill>
                <a:srgbClr val="FFC000"/>
              </a:solidFill>
            </a:endParaRPr>
          </a:p>
        </p:txBody>
      </p:sp>
      <p:sp>
        <p:nvSpPr>
          <p:cNvPr id="22" name="Oval 16">
            <a:extLst>
              <a:ext uri="{FF2B5EF4-FFF2-40B4-BE49-F238E27FC236}">
                <a16:creationId xmlns:a16="http://schemas.microsoft.com/office/drawing/2014/main" xmlns="" id="{3F228652-C8E3-5217-132C-F887A5F8DBBD}"/>
              </a:ext>
            </a:extLst>
          </p:cNvPr>
          <p:cNvSpPr/>
          <p:nvPr/>
        </p:nvSpPr>
        <p:spPr>
          <a:xfrm>
            <a:off x="8959861" y="1052359"/>
            <a:ext cx="796269" cy="752355"/>
          </a:xfrm>
          <a:prstGeom prst="ellipse">
            <a:avLst/>
          </a:prstGeom>
          <a:noFill/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00B050"/>
                </a:solidFill>
                <a:ea typeface="UD Digi Kyokasho N" panose="02020400000000000000" pitchFamily="17" charset="-128"/>
              </a:rPr>
              <a:t>ｸ</a:t>
            </a:r>
            <a:endParaRPr lang="en-US" sz="4000" dirty="0">
              <a:solidFill>
                <a:srgbClr val="00B050"/>
              </a:solidFill>
            </a:endParaRPr>
          </a:p>
        </p:txBody>
      </p:sp>
      <p:sp>
        <p:nvSpPr>
          <p:cNvPr id="16" name="Oval 16">
            <a:extLst>
              <a:ext uri="{FF2B5EF4-FFF2-40B4-BE49-F238E27FC236}">
                <a16:creationId xmlns:a16="http://schemas.microsoft.com/office/drawing/2014/main" xmlns="" id="{3F228652-C8E3-5217-132C-F887A5F8DBBD}"/>
              </a:ext>
            </a:extLst>
          </p:cNvPr>
          <p:cNvSpPr/>
          <p:nvPr/>
        </p:nvSpPr>
        <p:spPr>
          <a:xfrm>
            <a:off x="1014891" y="2265255"/>
            <a:ext cx="760257" cy="728885"/>
          </a:xfrm>
          <a:prstGeom prst="ellipse">
            <a:avLst/>
          </a:prstGeom>
          <a:noFill/>
          <a:ln w="28575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chemeClr val="accent1">
                    <a:lumMod val="75000"/>
                  </a:schemeClr>
                </a:solidFill>
                <a:ea typeface="UD Digi Kyokasho N" panose="02020400000000000000" pitchFamily="17" charset="-128"/>
              </a:rPr>
              <a:t>ﾅ</a:t>
            </a:r>
            <a:endParaRPr lang="en-US" sz="4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4" name="Oval 16">
            <a:extLst>
              <a:ext uri="{FF2B5EF4-FFF2-40B4-BE49-F238E27FC236}">
                <a16:creationId xmlns:a16="http://schemas.microsoft.com/office/drawing/2014/main" xmlns="" id="{3F228652-C8E3-5217-132C-F887A5F8DBBD}"/>
              </a:ext>
            </a:extLst>
          </p:cNvPr>
          <p:cNvSpPr/>
          <p:nvPr/>
        </p:nvSpPr>
        <p:spPr>
          <a:xfrm>
            <a:off x="5575481" y="857819"/>
            <a:ext cx="761071" cy="752355"/>
          </a:xfrm>
          <a:prstGeom prst="ellipse">
            <a:avLst/>
          </a:prstGeom>
          <a:noFill/>
          <a:ln w="2857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00B0F0"/>
                </a:solidFill>
                <a:ea typeface="UD Digi Kyokasho N" panose="02020400000000000000" pitchFamily="17" charset="-128"/>
              </a:rPr>
              <a:t>ﾈ</a:t>
            </a:r>
            <a:endParaRPr lang="en-US" sz="4000" dirty="0">
              <a:solidFill>
                <a:srgbClr val="00B0F0"/>
              </a:solidFill>
            </a:endParaRPr>
          </a:p>
        </p:txBody>
      </p:sp>
      <p:sp>
        <p:nvSpPr>
          <p:cNvPr id="25" name="Oval 16">
            <a:extLst>
              <a:ext uri="{FF2B5EF4-FFF2-40B4-BE49-F238E27FC236}">
                <a16:creationId xmlns:a16="http://schemas.microsoft.com/office/drawing/2014/main" xmlns="" id="{3F228652-C8E3-5217-132C-F887A5F8DBBD}"/>
              </a:ext>
            </a:extLst>
          </p:cNvPr>
          <p:cNvSpPr/>
          <p:nvPr/>
        </p:nvSpPr>
        <p:spPr>
          <a:xfrm>
            <a:off x="9079555" y="2212481"/>
            <a:ext cx="688059" cy="821889"/>
          </a:xfrm>
          <a:prstGeom prst="ellipse">
            <a:avLst/>
          </a:prstGeom>
          <a:noFill/>
          <a:ln w="28575" cap="flat" cmpd="sng" algn="ctr">
            <a:solidFill>
              <a:srgbClr val="F9988B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F9988B"/>
                </a:solidFill>
                <a:ea typeface="UD Digi Kyokasho N" panose="02020400000000000000" pitchFamily="17" charset="-128"/>
              </a:rPr>
              <a:t>ｺ</a:t>
            </a:r>
            <a:endParaRPr lang="en-US" sz="4000" dirty="0">
              <a:solidFill>
                <a:srgbClr val="F9988B"/>
              </a:solidFill>
            </a:endParaRPr>
          </a:p>
        </p:txBody>
      </p:sp>
      <p:sp>
        <p:nvSpPr>
          <p:cNvPr id="27" name="Oval 16">
            <a:extLst>
              <a:ext uri="{FF2B5EF4-FFF2-40B4-BE49-F238E27FC236}">
                <a16:creationId xmlns:a16="http://schemas.microsoft.com/office/drawing/2014/main" xmlns="" id="{3F228652-C8E3-5217-132C-F887A5F8DBBD}"/>
              </a:ext>
            </a:extLst>
          </p:cNvPr>
          <p:cNvSpPr/>
          <p:nvPr/>
        </p:nvSpPr>
        <p:spPr>
          <a:xfrm>
            <a:off x="7277085" y="857819"/>
            <a:ext cx="742243" cy="752355"/>
          </a:xfrm>
          <a:prstGeom prst="ellipse">
            <a:avLst/>
          </a:prstGeom>
          <a:noFill/>
          <a:ln w="28575" cap="flat" cmpd="sng" algn="ctr">
            <a:solidFill>
              <a:srgbClr val="944F38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944F38"/>
                </a:solidFill>
                <a:ea typeface="UD Digi Kyokasho N" panose="02020400000000000000" pitchFamily="17" charset="-128"/>
              </a:rPr>
              <a:t>ﾉ</a:t>
            </a:r>
            <a:endParaRPr lang="en-US" sz="4000" dirty="0">
              <a:solidFill>
                <a:srgbClr val="944F38"/>
              </a:solidFill>
            </a:endParaRPr>
          </a:p>
        </p:txBody>
      </p:sp>
      <p:sp>
        <p:nvSpPr>
          <p:cNvPr id="28" name="Oval 16">
            <a:extLst>
              <a:ext uri="{FF2B5EF4-FFF2-40B4-BE49-F238E27FC236}">
                <a16:creationId xmlns:a16="http://schemas.microsoft.com/office/drawing/2014/main" xmlns="" id="{3F228652-C8E3-5217-132C-F887A5F8DBBD}"/>
              </a:ext>
            </a:extLst>
          </p:cNvPr>
          <p:cNvSpPr/>
          <p:nvPr/>
        </p:nvSpPr>
        <p:spPr>
          <a:xfrm>
            <a:off x="6923114" y="2102868"/>
            <a:ext cx="742473" cy="752355"/>
          </a:xfrm>
          <a:prstGeom prst="ellipse">
            <a:avLst/>
          </a:prstGeom>
          <a:noFill/>
          <a:ln w="2857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chemeClr val="accent6">
                    <a:lumMod val="75000"/>
                  </a:schemeClr>
                </a:solidFill>
                <a:ea typeface="UD Digi Kyokasho N" panose="02020400000000000000" pitchFamily="17" charset="-128"/>
              </a:rPr>
              <a:t>ﾇ</a:t>
            </a:r>
            <a:endParaRPr lang="en-US" sz="40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9" name="Oval 16">
            <a:extLst>
              <a:ext uri="{FF2B5EF4-FFF2-40B4-BE49-F238E27FC236}">
                <a16:creationId xmlns:a16="http://schemas.microsoft.com/office/drawing/2014/main" xmlns="" id="{3F228652-C8E3-5217-132C-F887A5F8DBBD}"/>
              </a:ext>
            </a:extLst>
          </p:cNvPr>
          <p:cNvSpPr/>
          <p:nvPr/>
        </p:nvSpPr>
        <p:spPr>
          <a:xfrm>
            <a:off x="548472" y="1225616"/>
            <a:ext cx="837250" cy="693125"/>
          </a:xfrm>
          <a:prstGeom prst="ellipse">
            <a:avLst/>
          </a:prstGeom>
          <a:noFill/>
          <a:ln w="28575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7030A0"/>
                </a:solidFill>
                <a:ea typeface="UD Digi Kyokasho N" panose="02020400000000000000" pitchFamily="17" charset="-128"/>
              </a:rPr>
              <a:t>ｶ</a:t>
            </a:r>
            <a:endParaRPr lang="en-US" sz="4000" dirty="0">
              <a:solidFill>
                <a:srgbClr val="7030A0"/>
              </a:solidFill>
            </a:endParaRPr>
          </a:p>
        </p:txBody>
      </p:sp>
      <p:sp>
        <p:nvSpPr>
          <p:cNvPr id="31" name="Oval 16">
            <a:extLst>
              <a:ext uri="{FF2B5EF4-FFF2-40B4-BE49-F238E27FC236}">
                <a16:creationId xmlns:a16="http://schemas.microsoft.com/office/drawing/2014/main" xmlns="" id="{3F228652-C8E3-5217-132C-F887A5F8DBBD}"/>
              </a:ext>
            </a:extLst>
          </p:cNvPr>
          <p:cNvSpPr/>
          <p:nvPr/>
        </p:nvSpPr>
        <p:spPr>
          <a:xfrm>
            <a:off x="4374604" y="2261045"/>
            <a:ext cx="710369" cy="752355"/>
          </a:xfrm>
          <a:prstGeom prst="ellipse">
            <a:avLst/>
          </a:prstGeom>
          <a:noFill/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FFC000"/>
                </a:solidFill>
                <a:ea typeface="UD Digi Kyokasho N" panose="02020400000000000000" pitchFamily="17" charset="-128"/>
              </a:rPr>
              <a:t>ｸ</a:t>
            </a:r>
            <a:endParaRPr lang="en-US" sz="4000" dirty="0">
              <a:solidFill>
                <a:srgbClr val="FFC000"/>
              </a:solidFill>
            </a:endParaRPr>
          </a:p>
        </p:txBody>
      </p:sp>
      <p:pic>
        <p:nvPicPr>
          <p:cNvPr id="33" name="Рисунок 32">
            <a:extLst>
              <a:ext uri="{FF2B5EF4-FFF2-40B4-BE49-F238E27FC236}">
                <a16:creationId xmlns:a16="http://schemas.microsoft.com/office/drawing/2014/main" xmlns="" id="{D1570BDC-B527-3A1E-0226-4B3DF052A67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76" y="4991340"/>
            <a:ext cx="1305829" cy="11808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xmlns="" id="{D1570BDC-B527-3A1E-0226-4B3DF052A67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361" y="5300756"/>
            <a:ext cx="2354060" cy="56203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xmlns="" id="{D1570BDC-B527-3A1E-0226-4B3DF052A67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8789" y="4991340"/>
            <a:ext cx="1319704" cy="11634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xmlns="" id="{D1570BDC-B527-3A1E-0226-4B3DF052A67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269" y="5141889"/>
            <a:ext cx="1081902" cy="8623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8" name="Oval 16">
            <a:extLst>
              <a:ext uri="{FF2B5EF4-FFF2-40B4-BE49-F238E27FC236}">
                <a16:creationId xmlns:a16="http://schemas.microsoft.com/office/drawing/2014/main" xmlns="" id="{3F228652-C8E3-5217-132C-F887A5F8DBBD}"/>
              </a:ext>
            </a:extLst>
          </p:cNvPr>
          <p:cNvSpPr/>
          <p:nvPr/>
        </p:nvSpPr>
        <p:spPr>
          <a:xfrm>
            <a:off x="2797813" y="2376281"/>
            <a:ext cx="788255" cy="771653"/>
          </a:xfrm>
          <a:prstGeom prst="ellipse">
            <a:avLst/>
          </a:prstGeom>
          <a:noFill/>
          <a:ln w="28575" cap="flat" cmpd="sng" algn="ctr">
            <a:solidFill>
              <a:srgbClr val="F9988B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F9988B"/>
                </a:solidFill>
                <a:ea typeface="UD Digi Kyokasho N" panose="02020400000000000000" pitchFamily="17" charset="-128"/>
              </a:rPr>
              <a:t>ｺ</a:t>
            </a:r>
            <a:endParaRPr lang="en-US" sz="4000" dirty="0">
              <a:solidFill>
                <a:srgbClr val="F9988B"/>
              </a:solidFill>
            </a:endParaRPr>
          </a:p>
        </p:txBody>
      </p:sp>
      <p:sp>
        <p:nvSpPr>
          <p:cNvPr id="39" name="Oval 16">
            <a:extLst>
              <a:ext uri="{FF2B5EF4-FFF2-40B4-BE49-F238E27FC236}">
                <a16:creationId xmlns:a16="http://schemas.microsoft.com/office/drawing/2014/main" xmlns="" id="{3F228652-C8E3-5217-132C-F887A5F8DBBD}"/>
              </a:ext>
            </a:extLst>
          </p:cNvPr>
          <p:cNvSpPr/>
          <p:nvPr/>
        </p:nvSpPr>
        <p:spPr>
          <a:xfrm>
            <a:off x="3880489" y="1040656"/>
            <a:ext cx="754459" cy="752355"/>
          </a:xfrm>
          <a:prstGeom prst="ellipse">
            <a:avLst/>
          </a:prstGeom>
          <a:noFill/>
          <a:ln w="28575" cap="flat" cmpd="sng" algn="ctr">
            <a:solidFill>
              <a:schemeClr val="tx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ea typeface="UD Digi Kyokasho N" panose="02020400000000000000" pitchFamily="17" charset="-128"/>
              </a:rPr>
              <a:t>ﾀ</a:t>
            </a:r>
            <a:endParaRPr lang="en-US" sz="4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0" name="Oval 16">
            <a:extLst>
              <a:ext uri="{FF2B5EF4-FFF2-40B4-BE49-F238E27FC236}">
                <a16:creationId xmlns:a16="http://schemas.microsoft.com/office/drawing/2014/main" xmlns="" id="{3F228652-C8E3-5217-132C-F887A5F8DBBD}"/>
              </a:ext>
            </a:extLst>
          </p:cNvPr>
          <p:cNvSpPr/>
          <p:nvPr/>
        </p:nvSpPr>
        <p:spPr>
          <a:xfrm>
            <a:off x="5769730" y="2212481"/>
            <a:ext cx="696182" cy="752355"/>
          </a:xfrm>
          <a:prstGeom prst="ellipse">
            <a:avLst/>
          </a:prstGeom>
          <a:noFill/>
          <a:ln w="28575" cap="flat" cmpd="sng" algn="ctr">
            <a:solidFill>
              <a:schemeClr val="tx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ea typeface="UD Digi Kyokasho N" panose="02020400000000000000" pitchFamily="17" charset="-128"/>
              </a:rPr>
              <a:t>ｷ</a:t>
            </a:r>
            <a:endParaRPr lang="en-US" sz="4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1" name="Oval 16">
            <a:extLst>
              <a:ext uri="{FF2B5EF4-FFF2-40B4-BE49-F238E27FC236}">
                <a16:creationId xmlns:a16="http://schemas.microsoft.com/office/drawing/2014/main" xmlns="" id="{3F228652-C8E3-5217-132C-F887A5F8DBBD}"/>
              </a:ext>
            </a:extLst>
          </p:cNvPr>
          <p:cNvSpPr/>
          <p:nvPr/>
        </p:nvSpPr>
        <p:spPr>
          <a:xfrm>
            <a:off x="8019327" y="2279103"/>
            <a:ext cx="691205" cy="723925"/>
          </a:xfrm>
          <a:prstGeom prst="ellipse">
            <a:avLst/>
          </a:prstGeom>
          <a:noFill/>
          <a:ln w="2857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FFC000"/>
                </a:solidFill>
                <a:ea typeface="UD Digi Kyokasho N" panose="02020400000000000000" pitchFamily="17" charset="-128"/>
              </a:rPr>
              <a:t>ｽ</a:t>
            </a:r>
            <a:endParaRPr lang="en-US" sz="4000" dirty="0">
              <a:solidFill>
                <a:srgbClr val="FFC000"/>
              </a:solidFill>
            </a:endParaRPr>
          </a:p>
        </p:txBody>
      </p:sp>
      <p:pic>
        <p:nvPicPr>
          <p:cNvPr id="26" name="Рисунок 25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0299" y="5090427"/>
            <a:ext cx="2279373" cy="982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01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3 0.00139 L -0.17239 0.44745 " pathEditMode="relative" rAng="0" ptsTypes="AA">
                                      <p:cBhvr>
                                        <p:cTn id="10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555" y="2229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-3.33333E-6 L -0.65391 0.48611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695" y="243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3.33333E-6 L 0.10612 0.46527 " pathEditMode="relative" rAng="0" ptsTypes="AA">
                                      <p:cBhvr>
                                        <p:cTn id="22" dur="3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99" y="2326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-1.48148E-6 L -0.10495 0.48866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47" y="2442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-0.00092 L 0.19727 0.31111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857" y="1560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0.00092 L -0.11471 0.50648 " pathEditMode="relative" rAng="0" ptsTypes="AA">
                                      <p:cBhvr>
                                        <p:cTn id="38" dur="3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742" y="253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0.00093 L -0.34896 0.30694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448" y="153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3.7037E-6 L -0.01797 0.30301 " pathEditMode="relative" rAng="0" ptsTypes="AA">
                                      <p:cBhvr>
                                        <p:cTn id="50" dur="3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98" y="15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0.00092 L -0.0776 0.5044 " pathEditMode="relative" rAng="0" ptsTypes="AA">
                                      <p:cBhvr>
                                        <p:cTn id="54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880" y="252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-0.00093 L 0.35768 0.28241 " pathEditMode="relative" rAng="0" ptsTypes="AA">
                                      <p:cBhvr>
                                        <p:cTn id="58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878" y="141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-0.00092 L 0.08307 0.31598 " pathEditMode="relative" rAng="0" ptsTypes="AA">
                                      <p:cBhvr>
                                        <p:cTn id="68" dur="3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54" y="158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-0.00093 L 0.34701 0.29097 " pathEditMode="relative" rAng="0" ptsTypes="AA">
                                      <p:cBhvr>
                                        <p:cTn id="72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344" y="1458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-0.00093 L 0.10456 0.30115 " pathEditMode="relative" rAng="0" ptsTypes="AA">
                                      <p:cBhvr>
                                        <p:cTn id="76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21" y="150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2" grpId="0" animBg="1"/>
      <p:bldP spid="16" grpId="0" animBg="1"/>
      <p:bldP spid="24" grpId="0" animBg="1"/>
      <p:bldP spid="25" grpId="0" animBg="1"/>
      <p:bldP spid="27" grpId="0" animBg="1"/>
      <p:bldP spid="28" grpId="0" animBg="1"/>
      <p:bldP spid="29" grpId="0" animBg="1"/>
      <p:bldP spid="31" grpId="0" animBg="1"/>
      <p:bldP spid="38" grpId="0" animBg="1"/>
      <p:bldP spid="39" grpId="0" animBg="1"/>
      <p:bldP spid="40" grpId="0" animBg="1"/>
      <p:bldP spid="4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2B2A4F3-403C-8671-2C07-21F5B52D3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6993B440-0A84-3D19-7078-A90A49BD09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xmlns="" id="{2B336BA7-08E7-F740-7793-0527604F87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xmlns="" id="{FD7A4EAB-B0E0-AAAA-FB33-61CC830B50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45807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FB9B2964-7C35-907D-8742-EF4AFB679B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5579" y="409767"/>
            <a:ext cx="1576803" cy="1551755"/>
          </a:xfrm>
          <a:prstGeom prst="rect">
            <a:avLst/>
          </a:prstGeom>
        </p:spPr>
      </p:pic>
      <p:sp>
        <p:nvSpPr>
          <p:cNvPr id="6" name="Rectangle: Rounded Corners 7">
            <a:extLst>
              <a:ext uri="{FF2B5EF4-FFF2-40B4-BE49-F238E27FC236}">
                <a16:creationId xmlns:a16="http://schemas.microsoft.com/office/drawing/2014/main" xmlns="" id="{BAAD7D5E-63D6-8040-1FAF-DD4AFCB2A224}"/>
              </a:ext>
            </a:extLst>
          </p:cNvPr>
          <p:cNvSpPr/>
          <p:nvPr/>
        </p:nvSpPr>
        <p:spPr>
          <a:xfrm>
            <a:off x="2903442" y="376211"/>
            <a:ext cx="4807911" cy="75657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uz-Latn-UZ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UMUMLASHTIRAMIZ</a:t>
            </a:r>
            <a:endParaRPr lang="en-US" sz="4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xmlns="" id="{911D4D0F-1F30-0353-892F-50EC5BE4D810}"/>
              </a:ext>
            </a:extLst>
          </p:cNvPr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B6E89485-AAFD-E55D-0D25-CB2C15CE331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458"/>
          <a:stretch>
            <a:fillRect/>
          </a:stretch>
        </p:blipFill>
        <p:spPr>
          <a:xfrm>
            <a:off x="9959256" y="3429000"/>
            <a:ext cx="1827652" cy="26528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aphicFrame>
        <p:nvGraphicFramePr>
          <p:cNvPr id="19" name="Diagram 18">
            <a:extLst>
              <a:ext uri="{FF2B5EF4-FFF2-40B4-BE49-F238E27FC236}">
                <a16:creationId xmlns:a16="http://schemas.microsoft.com/office/drawing/2014/main" xmlns="" id="{CA959F87-9B87-AB33-7612-2AC2DD0F88C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66007014"/>
              </p:ext>
            </p:extLst>
          </p:nvPr>
        </p:nvGraphicFramePr>
        <p:xfrm>
          <a:off x="4829069" y="2479198"/>
          <a:ext cx="3644488" cy="21699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7" name="Прямоугольник 6"/>
          <p:cNvSpPr/>
          <p:nvPr/>
        </p:nvSpPr>
        <p:spPr>
          <a:xfrm>
            <a:off x="525081" y="1602352"/>
            <a:ext cx="4171779" cy="1748748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2800" b="1" dirty="0">
                <a:ea typeface="UD Digi Kyokasho N" panose="02020400000000000000" pitchFamily="17" charset="-128"/>
              </a:rPr>
              <a:t>ALIFBO: KATAKANA </a:t>
            </a:r>
          </a:p>
          <a:p>
            <a:pPr algn="ctr"/>
            <a:r>
              <a:rPr lang="ja-JP" altLang="en-US" sz="3200" b="1" dirty="0">
                <a:solidFill>
                  <a:srgbClr val="FF0000"/>
                </a:solidFill>
                <a:ea typeface="UD Digi Kyokasho N" panose="02020400000000000000" pitchFamily="17" charset="-128"/>
              </a:rPr>
              <a:t>ナ　</a:t>
            </a:r>
            <a:r>
              <a:rPr lang="ja-JP" altLang="en-US" sz="3200" b="1" dirty="0">
                <a:solidFill>
                  <a:schemeClr val="accent1">
                    <a:lumMod val="75000"/>
                  </a:schemeClr>
                </a:solidFill>
                <a:ea typeface="UD Digi Kyokasho N" panose="02020400000000000000" pitchFamily="17" charset="-128"/>
              </a:rPr>
              <a:t>二</a:t>
            </a:r>
            <a:r>
              <a:rPr lang="ja-JP" altLang="en-US" sz="3200" b="1" dirty="0">
                <a:solidFill>
                  <a:srgbClr val="FF0000"/>
                </a:solidFill>
                <a:ea typeface="UD Digi Kyokasho N" panose="02020400000000000000" pitchFamily="17" charset="-128"/>
              </a:rPr>
              <a:t>　</a:t>
            </a:r>
            <a:r>
              <a:rPr lang="ja-JP" altLang="en-US" sz="3200" b="1" dirty="0">
                <a:solidFill>
                  <a:srgbClr val="92D050"/>
                </a:solidFill>
                <a:ea typeface="UD Digi Kyokasho N" panose="02020400000000000000" pitchFamily="17" charset="-128"/>
              </a:rPr>
              <a:t>ヌ</a:t>
            </a:r>
            <a:r>
              <a:rPr lang="ja-JP" altLang="en-US" sz="3200" b="1" dirty="0">
                <a:solidFill>
                  <a:srgbClr val="FF0000"/>
                </a:solidFill>
                <a:ea typeface="UD Digi Kyokasho N" panose="02020400000000000000" pitchFamily="17" charset="-128"/>
              </a:rPr>
              <a:t>　</a:t>
            </a:r>
            <a:r>
              <a:rPr lang="ja-JP" altLang="en-US" sz="3200" b="1" dirty="0">
                <a:solidFill>
                  <a:srgbClr val="FFC000"/>
                </a:solidFill>
                <a:ea typeface="UD Digi Kyokasho N" panose="02020400000000000000" pitchFamily="17" charset="-128"/>
              </a:rPr>
              <a:t>ネ</a:t>
            </a:r>
            <a:r>
              <a:rPr lang="ja-JP" altLang="en-US" sz="3200" b="1" dirty="0">
                <a:solidFill>
                  <a:srgbClr val="FF0000"/>
                </a:solidFill>
                <a:ea typeface="UD Digi Kyokasho N" panose="02020400000000000000" pitchFamily="17" charset="-128"/>
              </a:rPr>
              <a:t>　</a:t>
            </a:r>
            <a:r>
              <a:rPr lang="ja-JP" altLang="en-US" sz="3200" b="1" dirty="0">
                <a:solidFill>
                  <a:srgbClr val="7030A0"/>
                </a:solidFill>
                <a:ea typeface="UD Digi Kyokasho N" panose="02020400000000000000" pitchFamily="17" charset="-128"/>
              </a:rPr>
              <a:t>ノ</a:t>
            </a:r>
            <a:r>
              <a:rPr lang="ja-JP" altLang="en-US" sz="3200" b="1" dirty="0">
                <a:solidFill>
                  <a:srgbClr val="FF0000"/>
                </a:solidFill>
                <a:ea typeface="UD Digi Kyokasho N" panose="02020400000000000000" pitchFamily="17" charset="-128"/>
              </a:rPr>
              <a:t>　</a:t>
            </a:r>
            <a:endParaRPr lang="en-US" altLang="ja-JP" sz="3200" b="1" dirty="0">
              <a:solidFill>
                <a:srgbClr val="7030A0"/>
              </a:solidFill>
              <a:ea typeface="UD Digi Kyokasho N" panose="02020400000000000000" pitchFamily="17" charset="-128"/>
            </a:endParaRPr>
          </a:p>
          <a:p>
            <a:pPr algn="ctr"/>
            <a:r>
              <a:rPr lang="en-US" altLang="ja-JP" sz="2800" b="1" dirty="0">
                <a:solidFill>
                  <a:srgbClr val="7030A0"/>
                </a:solidFill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>
                <a:solidFill>
                  <a:srgbClr val="FF0000"/>
                </a:solidFill>
                <a:ea typeface="UD Digi Kyokasho N" panose="02020400000000000000" pitchFamily="17" charset="-128"/>
              </a:rPr>
              <a:t>NA</a:t>
            </a:r>
            <a:r>
              <a:rPr lang="ja-JP" altLang="en-US" sz="2800" b="1" dirty="0">
                <a:solidFill>
                  <a:srgbClr val="FF0000"/>
                </a:solidFill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>
                <a:solidFill>
                  <a:srgbClr val="FF0000"/>
                </a:solidFill>
                <a:ea typeface="UD Digi Kyokasho N" panose="02020400000000000000" pitchFamily="17" charset="-128"/>
              </a:rPr>
              <a:t> </a:t>
            </a:r>
            <a:r>
              <a:rPr lang="ja-JP" altLang="en-US" sz="2800" b="1" dirty="0">
                <a:solidFill>
                  <a:srgbClr val="FF0000"/>
                </a:solidFill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>
                <a:solidFill>
                  <a:srgbClr val="7030A0"/>
                </a:solidFill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>
                <a:solidFill>
                  <a:schemeClr val="accent1">
                    <a:lumMod val="75000"/>
                  </a:schemeClr>
                </a:solidFill>
                <a:ea typeface="UD Digi Kyokasho N" panose="02020400000000000000" pitchFamily="17" charset="-128"/>
              </a:rPr>
              <a:t>NI</a:t>
            </a:r>
            <a:r>
              <a:rPr lang="en-US" altLang="ja-JP" sz="2800" b="1" dirty="0">
                <a:solidFill>
                  <a:srgbClr val="7030A0"/>
                </a:solidFill>
                <a:ea typeface="UD Digi Kyokasho N" panose="02020400000000000000" pitchFamily="17" charset="-128"/>
              </a:rPr>
              <a:t> </a:t>
            </a:r>
            <a:r>
              <a:rPr lang="ja-JP" altLang="en-US" sz="2800" b="1" dirty="0">
                <a:solidFill>
                  <a:srgbClr val="7030A0"/>
                </a:solidFill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>
                <a:solidFill>
                  <a:srgbClr val="7030A0"/>
                </a:solidFill>
                <a:ea typeface="UD Digi Kyokasho N" panose="02020400000000000000" pitchFamily="17" charset="-128"/>
              </a:rPr>
              <a:t>  </a:t>
            </a:r>
            <a:r>
              <a:rPr lang="ja-JP" altLang="en-US" sz="2800" b="1" dirty="0" smtClean="0">
                <a:solidFill>
                  <a:srgbClr val="7030A0"/>
                </a:solidFill>
                <a:ea typeface="UD Digi Kyokasho N" panose="02020400000000000000" pitchFamily="17" charset="-128"/>
              </a:rPr>
              <a:t>  </a:t>
            </a:r>
            <a:r>
              <a:rPr lang="en-US" altLang="ja-JP" sz="2800" b="1" dirty="0" smtClean="0">
                <a:solidFill>
                  <a:srgbClr val="92D050"/>
                </a:solidFill>
                <a:ea typeface="UD Digi Kyokasho N" panose="02020400000000000000" pitchFamily="17" charset="-128"/>
              </a:rPr>
              <a:t>NU </a:t>
            </a:r>
            <a:r>
              <a:rPr lang="en-US" altLang="ja-JP" sz="2800" b="1" dirty="0" smtClean="0">
                <a:solidFill>
                  <a:srgbClr val="7030A0"/>
                </a:solidFill>
                <a:ea typeface="UD Digi Kyokasho N" panose="02020400000000000000" pitchFamily="17" charset="-128"/>
              </a:rPr>
              <a:t> </a:t>
            </a:r>
            <a:r>
              <a:rPr lang="ja-JP" altLang="en-US" sz="2800" b="1" dirty="0" smtClean="0">
                <a:solidFill>
                  <a:srgbClr val="7030A0"/>
                </a:solidFill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 smtClean="0">
                <a:solidFill>
                  <a:srgbClr val="7030A0"/>
                </a:solidFill>
                <a:ea typeface="UD Digi Kyokasho N" panose="02020400000000000000" pitchFamily="17" charset="-128"/>
              </a:rPr>
              <a:t> </a:t>
            </a:r>
            <a:r>
              <a:rPr lang="ja-JP" altLang="en-US" sz="2800" b="1" dirty="0" smtClean="0">
                <a:solidFill>
                  <a:srgbClr val="7030A0"/>
                </a:solidFill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 smtClean="0">
                <a:solidFill>
                  <a:srgbClr val="FFC000"/>
                </a:solidFill>
                <a:ea typeface="UD Digi Kyokasho N" panose="02020400000000000000" pitchFamily="17" charset="-128"/>
              </a:rPr>
              <a:t>NE</a:t>
            </a:r>
            <a:r>
              <a:rPr lang="en-US" altLang="ja-JP" sz="2800" b="1" dirty="0" smtClean="0">
                <a:solidFill>
                  <a:srgbClr val="7030A0"/>
                </a:solidFill>
                <a:ea typeface="UD Digi Kyokasho N" panose="02020400000000000000" pitchFamily="17" charset="-128"/>
              </a:rPr>
              <a:t>   </a:t>
            </a:r>
            <a:r>
              <a:rPr lang="ja-JP" altLang="en-US" sz="2800" b="1" dirty="0" smtClean="0">
                <a:solidFill>
                  <a:srgbClr val="7030A0"/>
                </a:solidFill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>
                <a:solidFill>
                  <a:srgbClr val="7030A0"/>
                </a:solidFill>
                <a:ea typeface="UD Digi Kyokasho N" panose="02020400000000000000" pitchFamily="17" charset="-128"/>
              </a:rPr>
              <a:t>NO  </a:t>
            </a:r>
            <a:endParaRPr lang="ru-RU" altLang="ja-JP" sz="2800" b="1" dirty="0">
              <a:solidFill>
                <a:srgbClr val="7030A0"/>
              </a:solidFill>
              <a:ea typeface="UD Digi Kyokasho N" panose="02020400000000000000" pitchFamily="17" charset="-128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525081" y="3807502"/>
            <a:ext cx="4171779" cy="2274325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z-Latn-UZ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xmlns="" id="{D1570BDC-B527-3A1E-0226-4B3DF052A67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228117" y="4680065"/>
            <a:ext cx="2354060" cy="56203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xmlns="" id="{D1570BDC-B527-3A1E-0226-4B3DF052A675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7465" y="3820665"/>
            <a:ext cx="1305829" cy="11808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xmlns="" id="{D1570BDC-B527-3A1E-0226-4B3DF052A675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4053" y="4920225"/>
            <a:ext cx="1319704" cy="11634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xmlns="" id="{D1570BDC-B527-3A1E-0226-4B3DF052A675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8273" y="3979928"/>
            <a:ext cx="1081902" cy="8623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2" name="Рисунок 21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8738" y="5102078"/>
            <a:ext cx="2102699" cy="906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848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3626"/>
    </mc:Choice>
    <mc:Fallback xmlns="">
      <p:transition spd="slow" advTm="5362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DD415061-2F8F-CF2F-4C46-FA711EF306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xmlns="" id="{92AAFCBB-D3D6-73CB-2E2A-453623A790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xmlns="" id="{1514D3E0-BA9E-381E-0604-517706605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794"/>
            <a:ext cx="12192000" cy="6845807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A176F0C5-BB76-F044-1998-7E49F13C51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1544" y="409767"/>
            <a:ext cx="1780838" cy="1752549"/>
          </a:xfrm>
          <a:prstGeom prst="rect">
            <a:avLst/>
          </a:prstGeom>
        </p:spPr>
      </p:pic>
      <p:sp>
        <p:nvSpPr>
          <p:cNvPr id="6" name="Rectangle: Rounded Corners 7">
            <a:extLst>
              <a:ext uri="{FF2B5EF4-FFF2-40B4-BE49-F238E27FC236}">
                <a16:creationId xmlns:a16="http://schemas.microsoft.com/office/drawing/2014/main" xmlns="" id="{20E101F1-8D9D-3615-2D50-FF7E921303F3}"/>
              </a:ext>
            </a:extLst>
          </p:cNvPr>
          <p:cNvSpPr/>
          <p:nvPr/>
        </p:nvSpPr>
        <p:spPr>
          <a:xfrm>
            <a:off x="3210319" y="1449849"/>
            <a:ext cx="5254906" cy="2060113"/>
          </a:xfrm>
          <a:prstGeom prst="roundRect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4400" b="1" dirty="0">
                <a:ea typeface="Calibri" panose="020F0502020204030204" pitchFamily="34" charset="0"/>
                <a:cs typeface="Calibri" panose="020F0502020204030204" pitchFamily="34" charset="0"/>
              </a:rPr>
              <a:t>NIHONGO</a:t>
            </a:r>
            <a:r>
              <a:rPr lang="uz-Latn-UZ" altLang="ja-JP" sz="4400" b="1" dirty="0">
                <a:ea typeface="Calibri" panose="020F0502020204030204" pitchFamily="34" charset="0"/>
                <a:cs typeface="Calibri" panose="020F0502020204030204" pitchFamily="34" charset="0"/>
              </a:rPr>
              <a:t> NO MICHI</a:t>
            </a:r>
            <a:endParaRPr lang="en-US" altLang="ja-JP" sz="4400" b="1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ja-JP" altLang="en-US" sz="4400" b="1" dirty="0">
                <a:ea typeface="UD Digi Kyokasho N" panose="02020400000000000000" pitchFamily="17" charset="-128"/>
                <a:cs typeface="Calibri" panose="020F0502020204030204" pitchFamily="34" charset="0"/>
              </a:rPr>
              <a:t>日本語の道</a:t>
            </a:r>
            <a:endParaRPr lang="en-US" sz="4400" b="1" dirty="0">
              <a:ea typeface="UD Digi Kyokasho N" panose="02020400000000000000" pitchFamily="17" charset="-128"/>
              <a:cs typeface="Calibri" panose="020F05020202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36F2FF11-010B-BAAF-70C7-9ED0759616A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458"/>
          <a:stretch>
            <a:fillRect/>
          </a:stretch>
        </p:blipFill>
        <p:spPr>
          <a:xfrm>
            <a:off x="6465263" y="4224087"/>
            <a:ext cx="1345558" cy="19858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C4564E30-38C3-41E0-E8E5-94ACB03DDC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3899221" y="4270721"/>
            <a:ext cx="1345559" cy="193923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6DE18786-6875-8076-929D-304056D657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6344" y="4669133"/>
            <a:ext cx="922856" cy="1210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552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197"/>
    </mc:Choice>
    <mc:Fallback xmlns="">
      <p:transition spd="slow" advTm="36197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1.5|1.7|1.5|1.3|1.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7|8.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7|8.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7|8.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7|8.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7|8.2"/>
</p:tagLst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15170</TotalTime>
  <Words>112</Words>
  <Application>Microsoft Office PowerPoint</Application>
  <PresentationFormat>Широкоэкранный</PresentationFormat>
  <Paragraphs>67</Paragraphs>
  <Slides>17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3" baseType="lpstr">
      <vt:lpstr>UD Digi Kyokasho N</vt:lpstr>
      <vt:lpstr>Arial</vt:lpstr>
      <vt:lpstr>Calibri</vt:lpstr>
      <vt:lpstr>Calibri Light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ﾅ</dc:title>
  <dc:creator>shaxboz2027@gmail.com</dc:creator>
  <cp:lastModifiedBy>Shoxrux</cp:lastModifiedBy>
  <cp:revision>98</cp:revision>
  <dcterms:created xsi:type="dcterms:W3CDTF">2026-01-28T00:18:32Z</dcterms:created>
  <dcterms:modified xsi:type="dcterms:W3CDTF">2026-02-17T19:06:41Z</dcterms:modified>
</cp:coreProperties>
</file>