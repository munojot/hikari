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4"/>
  </p:notesMasterIdLst>
  <p:sldIdLst>
    <p:sldId id="302" r:id="rId3"/>
    <p:sldId id="265" r:id="rId4"/>
    <p:sldId id="284" r:id="rId5"/>
    <p:sldId id="283" r:id="rId6"/>
    <p:sldId id="257" r:id="rId7"/>
    <p:sldId id="264" r:id="rId8"/>
    <p:sldId id="285" r:id="rId9"/>
    <p:sldId id="290" r:id="rId10"/>
    <p:sldId id="286" r:id="rId11"/>
    <p:sldId id="291" r:id="rId12"/>
    <p:sldId id="287" r:id="rId13"/>
    <p:sldId id="303" r:id="rId14"/>
    <p:sldId id="292" r:id="rId15"/>
    <p:sldId id="293" r:id="rId16"/>
    <p:sldId id="288" r:id="rId17"/>
    <p:sldId id="295" r:id="rId18"/>
    <p:sldId id="276" r:id="rId19"/>
    <p:sldId id="299" r:id="rId20"/>
    <p:sldId id="297" r:id="rId21"/>
    <p:sldId id="304" r:id="rId22"/>
    <p:sldId id="282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963B96-7FBA-4AFC-A27E-093E22EA91FA}">
          <p14:sldIdLst>
            <p14:sldId id="302"/>
          </p14:sldIdLst>
        </p14:section>
        <p14:section name="Untitled Section" id="{1698769E-9FD2-4A26-9C05-0ABB37A27FA4}">
          <p14:sldIdLst>
            <p14:sldId id="265"/>
            <p14:sldId id="284"/>
            <p14:sldId id="283"/>
            <p14:sldId id="257"/>
            <p14:sldId id="264"/>
            <p14:sldId id="285"/>
            <p14:sldId id="290"/>
            <p14:sldId id="286"/>
            <p14:sldId id="291"/>
            <p14:sldId id="287"/>
            <p14:sldId id="303"/>
            <p14:sldId id="292"/>
            <p14:sldId id="293"/>
            <p14:sldId id="288"/>
            <p14:sldId id="295"/>
            <p14:sldId id="276"/>
            <p14:sldId id="299"/>
            <p14:sldId id="297"/>
            <p14:sldId id="304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2F5597"/>
    <a:srgbClr val="DAE3F3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0424" autoAdjust="0"/>
  </p:normalViewPr>
  <p:slideViewPr>
    <p:cSldViewPr snapToGrid="0">
      <p:cViewPr varScale="1">
        <p:scale>
          <a:sx n="65" d="100"/>
          <a:sy n="65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1" loCatId="list" qsTypeId="urn:microsoft.com/office/officeart/2005/8/quickstyle/simple1#1" qsCatId="simple" csTypeId="urn:microsoft.com/office/officeart/2005/8/colors/accent1_2#1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1"/>
    <dgm:cxn modelId="{4F02D266-ED6F-488B-9A17-55DAAD6E4413}" type="presOf" srcId="{DA26B7A0-DDDA-4AE9-B154-2312908A21F4}" destId="{5842CC0C-2640-4026-8FFF-34A37A35D9D2}" srcOrd="1" destOrd="0" presId="urn:microsoft.com/office/officeart/2005/8/layout/list1#1"/>
    <dgm:cxn modelId="{52F9F250-08E1-462E-8142-00A6A4C56D1E}" type="presOf" srcId="{82045F8E-7B49-4C3F-9C34-3B4A75A0895B}" destId="{0A5C6528-5ECF-46AF-A0ED-6D8EE22CC2A4}" srcOrd="1" destOrd="0" presId="urn:microsoft.com/office/officeart/2005/8/layout/list1#1"/>
    <dgm:cxn modelId="{25BC858B-EE40-491D-B027-9D51CABD16A1}" type="presOf" srcId="{1EA9F3CA-2769-4AFA-94EB-287201B9F2C3}" destId="{CC914FA3-1A11-44F7-8F56-9CED9DBD2856}" srcOrd="0" destOrd="0" presId="urn:microsoft.com/office/officeart/2005/8/layout/list1#1"/>
    <dgm:cxn modelId="{CF738C8D-E7A8-49B6-AE4E-D1463CDE6995}" type="presOf" srcId="{5037A2AE-E2D8-43A9-A173-A4EFC55D5126}" destId="{18241D02-CA49-43F0-BCA2-28090FD813DA}" srcOrd="0" destOrd="0" presId="urn:microsoft.com/office/officeart/2005/8/layout/list1#1"/>
    <dgm:cxn modelId="{6A0820B5-7451-4E4A-9D70-2A5F71EB42B8}" type="presOf" srcId="{DA26B7A0-DDDA-4AE9-B154-2312908A21F4}" destId="{C9B15F00-44E9-4B41-9ED1-B5730B7449B3}" srcOrd="0" destOrd="0" presId="urn:microsoft.com/office/officeart/2005/8/layout/list1#1"/>
    <dgm:cxn modelId="{BC667EDD-651C-414C-A685-4119971ED0A1}" type="presOf" srcId="{82045F8E-7B49-4C3F-9C34-3B4A75A0895B}" destId="{A24B50FB-FE54-4FFA-B4BC-A6E766369AC3}" srcOrd="0" destOrd="0" presId="urn:microsoft.com/office/officeart/2005/8/layout/list1#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1"/>
    <dgm:cxn modelId="{E5ECC63A-8C42-43C8-9871-AC6EA678E213}" type="presParOf" srcId="{3464CC5B-A93A-4BA5-9ACF-B6E41E37FC8C}" destId="{18241D02-CA49-43F0-BCA2-28090FD813DA}" srcOrd="0" destOrd="0" presId="urn:microsoft.com/office/officeart/2005/8/layout/list1#1"/>
    <dgm:cxn modelId="{4AFDEB6A-F902-4520-AFF7-4CB06299C7E7}" type="presParOf" srcId="{3464CC5B-A93A-4BA5-9ACF-B6E41E37FC8C}" destId="{ED715189-FFC5-4A9D-844A-C5D7CECCC1F7}" srcOrd="1" destOrd="0" presId="urn:microsoft.com/office/officeart/2005/8/layout/list1#1"/>
    <dgm:cxn modelId="{33056C38-9185-4396-A893-ADBA51168C26}" type="presParOf" srcId="{CC914FA3-1A11-44F7-8F56-9CED9DBD2856}" destId="{F9075B03-AA80-4CFC-B8BA-25FD9CD862F1}" srcOrd="1" destOrd="0" presId="urn:microsoft.com/office/officeart/2005/8/layout/list1#1"/>
    <dgm:cxn modelId="{5880F821-5273-485C-AE40-A028C7BD2060}" type="presParOf" srcId="{CC914FA3-1A11-44F7-8F56-9CED9DBD2856}" destId="{9C2CAF39-3E3F-4773-BB42-DF0631F2779D}" srcOrd="2" destOrd="0" presId="urn:microsoft.com/office/officeart/2005/8/layout/list1#1"/>
    <dgm:cxn modelId="{AAD1C1AA-89B1-4538-8594-6A12B4BFECBD}" type="presParOf" srcId="{CC914FA3-1A11-44F7-8F56-9CED9DBD2856}" destId="{88F18172-B8FE-40AE-A05B-18C20735A8D3}" srcOrd="3" destOrd="0" presId="urn:microsoft.com/office/officeart/2005/8/layout/list1#1"/>
    <dgm:cxn modelId="{7CE507B2-08A0-4BBD-9587-95B086E254A3}" type="presParOf" srcId="{CC914FA3-1A11-44F7-8F56-9CED9DBD2856}" destId="{A1895881-E0D2-4A83-8948-91D3003B9F62}" srcOrd="4" destOrd="0" presId="urn:microsoft.com/office/officeart/2005/8/layout/list1#1"/>
    <dgm:cxn modelId="{6F8758F7-7855-48A2-8C3F-D1E29EDF0713}" type="presParOf" srcId="{A1895881-E0D2-4A83-8948-91D3003B9F62}" destId="{C9B15F00-44E9-4B41-9ED1-B5730B7449B3}" srcOrd="0" destOrd="0" presId="urn:microsoft.com/office/officeart/2005/8/layout/list1#1"/>
    <dgm:cxn modelId="{27420123-7D73-4E7F-878C-337E1F321529}" type="presParOf" srcId="{A1895881-E0D2-4A83-8948-91D3003B9F62}" destId="{5842CC0C-2640-4026-8FFF-34A37A35D9D2}" srcOrd="1" destOrd="0" presId="urn:microsoft.com/office/officeart/2005/8/layout/list1#1"/>
    <dgm:cxn modelId="{C6C43FE4-A294-40EB-95B7-E0621BE073D7}" type="presParOf" srcId="{CC914FA3-1A11-44F7-8F56-9CED9DBD2856}" destId="{D1E10EAD-BFA2-4DB8-AF00-32F9B9610466}" srcOrd="5" destOrd="0" presId="urn:microsoft.com/office/officeart/2005/8/layout/list1#1"/>
    <dgm:cxn modelId="{6D80595B-FEEB-4196-8B9F-AD567830AF1D}" type="presParOf" srcId="{CC914FA3-1A11-44F7-8F56-9CED9DBD2856}" destId="{382B28C7-6C81-4202-A2DF-7AD2DEF069E7}" srcOrd="6" destOrd="0" presId="urn:microsoft.com/office/officeart/2005/8/layout/list1#1"/>
    <dgm:cxn modelId="{39B626AA-E656-44D3-B74E-3E60F1DA9941}" type="presParOf" srcId="{CC914FA3-1A11-44F7-8F56-9CED9DBD2856}" destId="{71420350-8FB8-4978-BBCA-79DE85BF616A}" srcOrd="7" destOrd="0" presId="urn:microsoft.com/office/officeart/2005/8/layout/list1#1"/>
    <dgm:cxn modelId="{11D8B5C5-800B-4E61-BB5B-7AFE0057E68A}" type="presParOf" srcId="{CC914FA3-1A11-44F7-8F56-9CED9DBD2856}" destId="{202BD818-9BD1-482A-B6AB-F2076AA17C56}" srcOrd="8" destOrd="0" presId="urn:microsoft.com/office/officeart/2005/8/layout/list1#1"/>
    <dgm:cxn modelId="{6EA45172-AD43-44E8-BF24-FDEED0ACE355}" type="presParOf" srcId="{202BD818-9BD1-482A-B6AB-F2076AA17C56}" destId="{A24B50FB-FE54-4FFA-B4BC-A6E766369AC3}" srcOrd="0" destOrd="0" presId="urn:microsoft.com/office/officeart/2005/8/layout/list1#1"/>
    <dgm:cxn modelId="{4A20E814-3490-4AC1-9C11-299506B74949}" type="presParOf" srcId="{202BD818-9BD1-482A-B6AB-F2076AA17C56}" destId="{0A5C6528-5ECF-46AF-A0ED-6D8EE22CC2A4}" srcOrd="1" destOrd="0" presId="urn:microsoft.com/office/officeart/2005/8/layout/list1#1"/>
    <dgm:cxn modelId="{4170CC49-1971-4F23-AC7A-DC4F30E0C5EC}" type="presParOf" srcId="{CC914FA3-1A11-44F7-8F56-9CED9DBD2856}" destId="{8D979E40-6E6A-4462-B542-0A3152F07A68}" srcOrd="9" destOrd="0" presId="urn:microsoft.com/office/officeart/2005/8/layout/list1#1"/>
    <dgm:cxn modelId="{4AE5F698-B82E-44DA-86F3-5FD32FA2FE93}" type="presParOf" srcId="{CC914FA3-1A11-44F7-8F56-9CED9DBD2856}" destId="{2A726C37-0BFA-42F9-9C9E-E99B2341DAAF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2" loCatId="list" qsTypeId="urn:microsoft.com/office/officeart/2005/8/quickstyle/simple1#2" qsCatId="simple" csTypeId="urn:microsoft.com/office/officeart/2005/8/colors/accent1_2#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2"/>
    <dgm:cxn modelId="{4F02D266-ED6F-488B-9A17-55DAAD6E4413}" type="presOf" srcId="{DA26B7A0-DDDA-4AE9-B154-2312908A21F4}" destId="{5842CC0C-2640-4026-8FFF-34A37A35D9D2}" srcOrd="1" destOrd="0" presId="urn:microsoft.com/office/officeart/2005/8/layout/list1#2"/>
    <dgm:cxn modelId="{52F9F250-08E1-462E-8142-00A6A4C56D1E}" type="presOf" srcId="{82045F8E-7B49-4C3F-9C34-3B4A75A0895B}" destId="{0A5C6528-5ECF-46AF-A0ED-6D8EE22CC2A4}" srcOrd="1" destOrd="0" presId="urn:microsoft.com/office/officeart/2005/8/layout/list1#2"/>
    <dgm:cxn modelId="{25BC858B-EE40-491D-B027-9D51CABD16A1}" type="presOf" srcId="{1EA9F3CA-2769-4AFA-94EB-287201B9F2C3}" destId="{CC914FA3-1A11-44F7-8F56-9CED9DBD2856}" srcOrd="0" destOrd="0" presId="urn:microsoft.com/office/officeart/2005/8/layout/list1#2"/>
    <dgm:cxn modelId="{CF738C8D-E7A8-49B6-AE4E-D1463CDE6995}" type="presOf" srcId="{5037A2AE-E2D8-43A9-A173-A4EFC55D5126}" destId="{18241D02-CA49-43F0-BCA2-28090FD813DA}" srcOrd="0" destOrd="0" presId="urn:microsoft.com/office/officeart/2005/8/layout/list1#2"/>
    <dgm:cxn modelId="{6A0820B5-7451-4E4A-9D70-2A5F71EB42B8}" type="presOf" srcId="{DA26B7A0-DDDA-4AE9-B154-2312908A21F4}" destId="{C9B15F00-44E9-4B41-9ED1-B5730B7449B3}" srcOrd="0" destOrd="0" presId="urn:microsoft.com/office/officeart/2005/8/layout/list1#2"/>
    <dgm:cxn modelId="{BC667EDD-651C-414C-A685-4119971ED0A1}" type="presOf" srcId="{82045F8E-7B49-4C3F-9C34-3B4A75A0895B}" destId="{A24B50FB-FE54-4FFA-B4BC-A6E766369AC3}" srcOrd="0" destOrd="0" presId="urn:microsoft.com/office/officeart/2005/8/layout/list1#2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2"/>
    <dgm:cxn modelId="{E5ECC63A-8C42-43C8-9871-AC6EA678E213}" type="presParOf" srcId="{3464CC5B-A93A-4BA5-9ACF-B6E41E37FC8C}" destId="{18241D02-CA49-43F0-BCA2-28090FD813DA}" srcOrd="0" destOrd="0" presId="urn:microsoft.com/office/officeart/2005/8/layout/list1#2"/>
    <dgm:cxn modelId="{4AFDEB6A-F902-4520-AFF7-4CB06299C7E7}" type="presParOf" srcId="{3464CC5B-A93A-4BA5-9ACF-B6E41E37FC8C}" destId="{ED715189-FFC5-4A9D-844A-C5D7CECCC1F7}" srcOrd="1" destOrd="0" presId="urn:microsoft.com/office/officeart/2005/8/layout/list1#2"/>
    <dgm:cxn modelId="{33056C38-9185-4396-A893-ADBA51168C26}" type="presParOf" srcId="{CC914FA3-1A11-44F7-8F56-9CED9DBD2856}" destId="{F9075B03-AA80-4CFC-B8BA-25FD9CD862F1}" srcOrd="1" destOrd="0" presId="urn:microsoft.com/office/officeart/2005/8/layout/list1#2"/>
    <dgm:cxn modelId="{5880F821-5273-485C-AE40-A028C7BD2060}" type="presParOf" srcId="{CC914FA3-1A11-44F7-8F56-9CED9DBD2856}" destId="{9C2CAF39-3E3F-4773-BB42-DF0631F2779D}" srcOrd="2" destOrd="0" presId="urn:microsoft.com/office/officeart/2005/8/layout/list1#2"/>
    <dgm:cxn modelId="{AAD1C1AA-89B1-4538-8594-6A12B4BFECBD}" type="presParOf" srcId="{CC914FA3-1A11-44F7-8F56-9CED9DBD2856}" destId="{88F18172-B8FE-40AE-A05B-18C20735A8D3}" srcOrd="3" destOrd="0" presId="urn:microsoft.com/office/officeart/2005/8/layout/list1#2"/>
    <dgm:cxn modelId="{7CE507B2-08A0-4BBD-9587-95B086E254A3}" type="presParOf" srcId="{CC914FA3-1A11-44F7-8F56-9CED9DBD2856}" destId="{A1895881-E0D2-4A83-8948-91D3003B9F62}" srcOrd="4" destOrd="0" presId="urn:microsoft.com/office/officeart/2005/8/layout/list1#2"/>
    <dgm:cxn modelId="{6F8758F7-7855-48A2-8C3F-D1E29EDF0713}" type="presParOf" srcId="{A1895881-E0D2-4A83-8948-91D3003B9F62}" destId="{C9B15F00-44E9-4B41-9ED1-B5730B7449B3}" srcOrd="0" destOrd="0" presId="urn:microsoft.com/office/officeart/2005/8/layout/list1#2"/>
    <dgm:cxn modelId="{27420123-7D73-4E7F-878C-337E1F321529}" type="presParOf" srcId="{A1895881-E0D2-4A83-8948-91D3003B9F62}" destId="{5842CC0C-2640-4026-8FFF-34A37A35D9D2}" srcOrd="1" destOrd="0" presId="urn:microsoft.com/office/officeart/2005/8/layout/list1#2"/>
    <dgm:cxn modelId="{C6C43FE4-A294-40EB-95B7-E0621BE073D7}" type="presParOf" srcId="{CC914FA3-1A11-44F7-8F56-9CED9DBD2856}" destId="{D1E10EAD-BFA2-4DB8-AF00-32F9B9610466}" srcOrd="5" destOrd="0" presId="urn:microsoft.com/office/officeart/2005/8/layout/list1#2"/>
    <dgm:cxn modelId="{6D80595B-FEEB-4196-8B9F-AD567830AF1D}" type="presParOf" srcId="{CC914FA3-1A11-44F7-8F56-9CED9DBD2856}" destId="{382B28C7-6C81-4202-A2DF-7AD2DEF069E7}" srcOrd="6" destOrd="0" presId="urn:microsoft.com/office/officeart/2005/8/layout/list1#2"/>
    <dgm:cxn modelId="{39B626AA-E656-44D3-B74E-3E60F1DA9941}" type="presParOf" srcId="{CC914FA3-1A11-44F7-8F56-9CED9DBD2856}" destId="{71420350-8FB8-4978-BBCA-79DE85BF616A}" srcOrd="7" destOrd="0" presId="urn:microsoft.com/office/officeart/2005/8/layout/list1#2"/>
    <dgm:cxn modelId="{11D8B5C5-800B-4E61-BB5B-7AFE0057E68A}" type="presParOf" srcId="{CC914FA3-1A11-44F7-8F56-9CED9DBD2856}" destId="{202BD818-9BD1-482A-B6AB-F2076AA17C56}" srcOrd="8" destOrd="0" presId="urn:microsoft.com/office/officeart/2005/8/layout/list1#2"/>
    <dgm:cxn modelId="{6EA45172-AD43-44E8-BF24-FDEED0ACE355}" type="presParOf" srcId="{202BD818-9BD1-482A-B6AB-F2076AA17C56}" destId="{A24B50FB-FE54-4FFA-B4BC-A6E766369AC3}" srcOrd="0" destOrd="0" presId="urn:microsoft.com/office/officeart/2005/8/layout/list1#2"/>
    <dgm:cxn modelId="{4A20E814-3490-4AC1-9C11-299506B74949}" type="presParOf" srcId="{202BD818-9BD1-482A-B6AB-F2076AA17C56}" destId="{0A5C6528-5ECF-46AF-A0ED-6D8EE22CC2A4}" srcOrd="1" destOrd="0" presId="urn:microsoft.com/office/officeart/2005/8/layout/list1#2"/>
    <dgm:cxn modelId="{4170CC49-1971-4F23-AC7A-DC4F30E0C5EC}" type="presParOf" srcId="{CC914FA3-1A11-44F7-8F56-9CED9DBD2856}" destId="{8D979E40-6E6A-4462-B542-0A3152F07A68}" srcOrd="9" destOrd="0" presId="urn:microsoft.com/office/officeart/2005/8/layout/list1#2"/>
    <dgm:cxn modelId="{4AE5F698-B82E-44DA-86F3-5FD32FA2FE93}" type="presParOf" srcId="{CC914FA3-1A11-44F7-8F56-9CED9DBD2856}" destId="{2A726C37-0BFA-42F9-9C9E-E99B2341DAAF}" srcOrd="10" destOrd="0" presId="urn:microsoft.com/office/officeart/2005/8/layout/list1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#3" loCatId="list" qsTypeId="urn:microsoft.com/office/officeart/2005/8/quickstyle/simple1#3" qsCatId="simple" csTypeId="urn:microsoft.com/office/officeart/2005/8/colors/accent1_2#3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#3"/>
    <dgm:cxn modelId="{4F02D266-ED6F-488B-9A17-55DAAD6E4413}" type="presOf" srcId="{DA26B7A0-DDDA-4AE9-B154-2312908A21F4}" destId="{5842CC0C-2640-4026-8FFF-34A37A35D9D2}" srcOrd="1" destOrd="0" presId="urn:microsoft.com/office/officeart/2005/8/layout/list1#3"/>
    <dgm:cxn modelId="{52F9F250-08E1-462E-8142-00A6A4C56D1E}" type="presOf" srcId="{82045F8E-7B49-4C3F-9C34-3B4A75A0895B}" destId="{0A5C6528-5ECF-46AF-A0ED-6D8EE22CC2A4}" srcOrd="1" destOrd="0" presId="urn:microsoft.com/office/officeart/2005/8/layout/list1#3"/>
    <dgm:cxn modelId="{25BC858B-EE40-491D-B027-9D51CABD16A1}" type="presOf" srcId="{1EA9F3CA-2769-4AFA-94EB-287201B9F2C3}" destId="{CC914FA3-1A11-44F7-8F56-9CED9DBD2856}" srcOrd="0" destOrd="0" presId="urn:microsoft.com/office/officeart/2005/8/layout/list1#3"/>
    <dgm:cxn modelId="{CF738C8D-E7A8-49B6-AE4E-D1463CDE6995}" type="presOf" srcId="{5037A2AE-E2D8-43A9-A173-A4EFC55D5126}" destId="{18241D02-CA49-43F0-BCA2-28090FD813DA}" srcOrd="0" destOrd="0" presId="urn:microsoft.com/office/officeart/2005/8/layout/list1#3"/>
    <dgm:cxn modelId="{6A0820B5-7451-4E4A-9D70-2A5F71EB42B8}" type="presOf" srcId="{DA26B7A0-DDDA-4AE9-B154-2312908A21F4}" destId="{C9B15F00-44E9-4B41-9ED1-B5730B7449B3}" srcOrd="0" destOrd="0" presId="urn:microsoft.com/office/officeart/2005/8/layout/list1#3"/>
    <dgm:cxn modelId="{BC667EDD-651C-414C-A685-4119971ED0A1}" type="presOf" srcId="{82045F8E-7B49-4C3F-9C34-3B4A75A0895B}" destId="{A24B50FB-FE54-4FFA-B4BC-A6E766369AC3}" srcOrd="0" destOrd="0" presId="urn:microsoft.com/office/officeart/2005/8/layout/list1#3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#3"/>
    <dgm:cxn modelId="{E5ECC63A-8C42-43C8-9871-AC6EA678E213}" type="presParOf" srcId="{3464CC5B-A93A-4BA5-9ACF-B6E41E37FC8C}" destId="{18241D02-CA49-43F0-BCA2-28090FD813DA}" srcOrd="0" destOrd="0" presId="urn:microsoft.com/office/officeart/2005/8/layout/list1#3"/>
    <dgm:cxn modelId="{4AFDEB6A-F902-4520-AFF7-4CB06299C7E7}" type="presParOf" srcId="{3464CC5B-A93A-4BA5-9ACF-B6E41E37FC8C}" destId="{ED715189-FFC5-4A9D-844A-C5D7CECCC1F7}" srcOrd="1" destOrd="0" presId="urn:microsoft.com/office/officeart/2005/8/layout/list1#3"/>
    <dgm:cxn modelId="{33056C38-9185-4396-A893-ADBA51168C26}" type="presParOf" srcId="{CC914FA3-1A11-44F7-8F56-9CED9DBD2856}" destId="{F9075B03-AA80-4CFC-B8BA-25FD9CD862F1}" srcOrd="1" destOrd="0" presId="urn:microsoft.com/office/officeart/2005/8/layout/list1#3"/>
    <dgm:cxn modelId="{5880F821-5273-485C-AE40-A028C7BD2060}" type="presParOf" srcId="{CC914FA3-1A11-44F7-8F56-9CED9DBD2856}" destId="{9C2CAF39-3E3F-4773-BB42-DF0631F2779D}" srcOrd="2" destOrd="0" presId="urn:microsoft.com/office/officeart/2005/8/layout/list1#3"/>
    <dgm:cxn modelId="{AAD1C1AA-89B1-4538-8594-6A12B4BFECBD}" type="presParOf" srcId="{CC914FA3-1A11-44F7-8F56-9CED9DBD2856}" destId="{88F18172-B8FE-40AE-A05B-18C20735A8D3}" srcOrd="3" destOrd="0" presId="urn:microsoft.com/office/officeart/2005/8/layout/list1#3"/>
    <dgm:cxn modelId="{7CE507B2-08A0-4BBD-9587-95B086E254A3}" type="presParOf" srcId="{CC914FA3-1A11-44F7-8F56-9CED9DBD2856}" destId="{A1895881-E0D2-4A83-8948-91D3003B9F62}" srcOrd="4" destOrd="0" presId="urn:microsoft.com/office/officeart/2005/8/layout/list1#3"/>
    <dgm:cxn modelId="{6F8758F7-7855-48A2-8C3F-D1E29EDF0713}" type="presParOf" srcId="{A1895881-E0D2-4A83-8948-91D3003B9F62}" destId="{C9B15F00-44E9-4B41-9ED1-B5730B7449B3}" srcOrd="0" destOrd="0" presId="urn:microsoft.com/office/officeart/2005/8/layout/list1#3"/>
    <dgm:cxn modelId="{27420123-7D73-4E7F-878C-337E1F321529}" type="presParOf" srcId="{A1895881-E0D2-4A83-8948-91D3003B9F62}" destId="{5842CC0C-2640-4026-8FFF-34A37A35D9D2}" srcOrd="1" destOrd="0" presId="urn:microsoft.com/office/officeart/2005/8/layout/list1#3"/>
    <dgm:cxn modelId="{C6C43FE4-A294-40EB-95B7-E0621BE073D7}" type="presParOf" srcId="{CC914FA3-1A11-44F7-8F56-9CED9DBD2856}" destId="{D1E10EAD-BFA2-4DB8-AF00-32F9B9610466}" srcOrd="5" destOrd="0" presId="urn:microsoft.com/office/officeart/2005/8/layout/list1#3"/>
    <dgm:cxn modelId="{6D80595B-FEEB-4196-8B9F-AD567830AF1D}" type="presParOf" srcId="{CC914FA3-1A11-44F7-8F56-9CED9DBD2856}" destId="{382B28C7-6C81-4202-A2DF-7AD2DEF069E7}" srcOrd="6" destOrd="0" presId="urn:microsoft.com/office/officeart/2005/8/layout/list1#3"/>
    <dgm:cxn modelId="{39B626AA-E656-44D3-B74E-3E60F1DA9941}" type="presParOf" srcId="{CC914FA3-1A11-44F7-8F56-9CED9DBD2856}" destId="{71420350-8FB8-4978-BBCA-79DE85BF616A}" srcOrd="7" destOrd="0" presId="urn:microsoft.com/office/officeart/2005/8/layout/list1#3"/>
    <dgm:cxn modelId="{11D8B5C5-800B-4E61-BB5B-7AFE0057E68A}" type="presParOf" srcId="{CC914FA3-1A11-44F7-8F56-9CED9DBD2856}" destId="{202BD818-9BD1-482A-B6AB-F2076AA17C56}" srcOrd="8" destOrd="0" presId="urn:microsoft.com/office/officeart/2005/8/layout/list1#3"/>
    <dgm:cxn modelId="{6EA45172-AD43-44E8-BF24-FDEED0ACE355}" type="presParOf" srcId="{202BD818-9BD1-482A-B6AB-F2076AA17C56}" destId="{A24B50FB-FE54-4FFA-B4BC-A6E766369AC3}" srcOrd="0" destOrd="0" presId="urn:microsoft.com/office/officeart/2005/8/layout/list1#3"/>
    <dgm:cxn modelId="{4A20E814-3490-4AC1-9C11-299506B74949}" type="presParOf" srcId="{202BD818-9BD1-482A-B6AB-F2076AA17C56}" destId="{0A5C6528-5ECF-46AF-A0ED-6D8EE22CC2A4}" srcOrd="1" destOrd="0" presId="urn:microsoft.com/office/officeart/2005/8/layout/list1#3"/>
    <dgm:cxn modelId="{4170CC49-1971-4F23-AC7A-DC4F30E0C5EC}" type="presParOf" srcId="{CC914FA3-1A11-44F7-8F56-9CED9DBD2856}" destId="{8D979E40-6E6A-4462-B542-0A3152F07A68}" srcOrd="9" destOrd="0" presId="urn:microsoft.com/office/officeart/2005/8/layout/list1#3"/>
    <dgm:cxn modelId="{4AE5F698-B82E-44DA-86F3-5FD32FA2FE93}" type="presParOf" srcId="{CC914FA3-1A11-44F7-8F56-9CED9DBD2856}" destId="{2A726C37-0BFA-42F9-9C9E-E99B2341DAAF}" srcOrd="10" destOrd="0" presId="urn:microsoft.com/office/officeart/2005/8/layout/list1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E9C743-A46B-4402-A3C8-3A15B82E413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E42F7A-863F-4B06-B6FD-8221A611A62B}">
      <dgm:prSet phldrT="[Text]" custT="1"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uz-Latn-UZ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YOZISH TARTIBI</a:t>
          </a:r>
          <a:endParaRPr lang="en-US" sz="3200" dirty="0"/>
        </a:p>
      </dgm:t>
    </dgm:pt>
    <dgm:pt modelId="{75669545-7AB7-4613-9BA2-500A863606B4}" type="parTrans" cxnId="{6EE2B4E3-66B6-435C-89D6-2D952B0901E1}">
      <dgm:prSet/>
      <dgm:spPr/>
      <dgm:t>
        <a:bodyPr/>
        <a:lstStyle/>
        <a:p>
          <a:endParaRPr lang="en-US"/>
        </a:p>
      </dgm:t>
    </dgm:pt>
    <dgm:pt modelId="{F5030BB9-21B7-4C22-B975-C46CE1E59C47}" type="sibTrans" cxnId="{6EE2B4E3-66B6-435C-89D6-2D952B0901E1}">
      <dgm:prSet/>
      <dgm:spPr/>
      <dgm:t>
        <a:bodyPr/>
        <a:lstStyle/>
        <a:p>
          <a:endParaRPr lang="en-US"/>
        </a:p>
      </dgm:t>
    </dgm:pt>
    <dgm:pt modelId="{F83A495B-DC2E-4083-BEF9-6EBF29456FFB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gm:t>
    </dgm:pt>
    <dgm:pt modelId="{B06F3CB6-DA4A-4C17-B128-DAE446B18610}" type="parTrans" cxnId="{D77CA9EB-EEA7-4295-929C-DF8152D46643}">
      <dgm:prSet/>
      <dgm:spPr/>
      <dgm:t>
        <a:bodyPr/>
        <a:lstStyle/>
        <a:p>
          <a:endParaRPr lang="en-US"/>
        </a:p>
      </dgm:t>
    </dgm:pt>
    <dgm:pt modelId="{9FDBBFD2-8C9F-44F5-9138-595BFDB27247}" type="sibTrans" cxnId="{D77CA9EB-EEA7-4295-929C-DF8152D46643}">
      <dgm:prSet/>
      <dgm:spPr/>
      <dgm:t>
        <a:bodyPr/>
        <a:lstStyle/>
        <a:p>
          <a:endParaRPr lang="en-US"/>
        </a:p>
      </dgm:t>
    </dgm:pt>
    <dgm:pt modelId="{38563CFE-0F3C-4B86-A259-26D612FA5BD0}">
      <dgm:prSet phldrT="[Text]" phldr="0" custT="1"/>
      <dgm:spPr/>
      <dgm:t>
        <a:bodyPr/>
        <a:lstStyle/>
        <a:p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6 TA SO‘Z</a:t>
          </a:r>
        </a:p>
      </dgm:t>
    </dgm:pt>
    <dgm:pt modelId="{9B2D42B0-1CEF-4006-B883-CB9A5096A6D1}" type="parTrans" cxnId="{A233889A-D29E-4372-BC2D-767F3D2BB7D1}">
      <dgm:prSet/>
      <dgm:spPr/>
      <dgm:t>
        <a:bodyPr/>
        <a:lstStyle/>
        <a:p>
          <a:endParaRPr lang="en-US"/>
        </a:p>
      </dgm:t>
    </dgm:pt>
    <dgm:pt modelId="{B71F37DF-B0F0-4974-8A45-B7FCD09F0FD1}" type="sibTrans" cxnId="{A233889A-D29E-4372-BC2D-767F3D2BB7D1}">
      <dgm:prSet/>
      <dgm:spPr/>
      <dgm:t>
        <a:bodyPr/>
        <a:lstStyle/>
        <a:p>
          <a:endParaRPr lang="en-US"/>
        </a:p>
      </dgm:t>
    </dgm:pt>
    <dgm:pt modelId="{9F3BDFE4-A36A-4721-B222-439FBFB4370F}" type="pres">
      <dgm:prSet presAssocID="{D9E9C743-A46B-4402-A3C8-3A15B82E4136}" presName="Name0" presStyleCnt="0">
        <dgm:presLayoutVars>
          <dgm:chMax val="7"/>
          <dgm:chPref val="7"/>
          <dgm:dir/>
        </dgm:presLayoutVars>
      </dgm:prSet>
      <dgm:spPr/>
    </dgm:pt>
    <dgm:pt modelId="{567993AD-CA05-4FE1-AB82-E44671B2220E}" type="pres">
      <dgm:prSet presAssocID="{D9E9C743-A46B-4402-A3C8-3A15B82E4136}" presName="Name1" presStyleCnt="0"/>
      <dgm:spPr/>
    </dgm:pt>
    <dgm:pt modelId="{F459BA65-E0F1-495C-9745-384B0C4F603D}" type="pres">
      <dgm:prSet presAssocID="{D9E9C743-A46B-4402-A3C8-3A15B82E4136}" presName="cycle" presStyleCnt="0"/>
      <dgm:spPr/>
    </dgm:pt>
    <dgm:pt modelId="{CFD17781-1984-444C-8A49-84289020D9CC}" type="pres">
      <dgm:prSet presAssocID="{D9E9C743-A46B-4402-A3C8-3A15B82E4136}" presName="srcNode" presStyleLbl="node1" presStyleIdx="0" presStyleCnt="3"/>
      <dgm:spPr/>
    </dgm:pt>
    <dgm:pt modelId="{A320096E-909F-49F3-87BC-7CF8A1EB7D83}" type="pres">
      <dgm:prSet presAssocID="{D9E9C743-A46B-4402-A3C8-3A15B82E4136}" presName="conn" presStyleLbl="parChTrans1D2" presStyleIdx="0" presStyleCnt="1"/>
      <dgm:spPr/>
    </dgm:pt>
    <dgm:pt modelId="{B12991B2-6543-4408-9243-5593857832F8}" type="pres">
      <dgm:prSet presAssocID="{D9E9C743-A46B-4402-A3C8-3A15B82E4136}" presName="extraNode" presStyleLbl="node1" presStyleIdx="0" presStyleCnt="3"/>
      <dgm:spPr/>
    </dgm:pt>
    <dgm:pt modelId="{26BB34ED-4C3D-44F2-B07C-14141B8AA798}" type="pres">
      <dgm:prSet presAssocID="{D9E9C743-A46B-4402-A3C8-3A15B82E4136}" presName="dstNode" presStyleLbl="node1" presStyleIdx="0" presStyleCnt="3"/>
      <dgm:spPr/>
    </dgm:pt>
    <dgm:pt modelId="{AE727E6E-99F9-441B-8AD9-41555BD86E37}" type="pres">
      <dgm:prSet presAssocID="{6EE42F7A-863F-4B06-B6FD-8221A611A62B}" presName="text_1" presStyleLbl="node1" presStyleIdx="0" presStyleCnt="3" custLinFactNeighborX="1932" custLinFactNeighborY="3538">
        <dgm:presLayoutVars>
          <dgm:bulletEnabled val="1"/>
        </dgm:presLayoutVars>
      </dgm:prSet>
      <dgm:spPr/>
    </dgm:pt>
    <dgm:pt modelId="{EFE4D478-FF3A-4BF9-B35B-0E3BDF833FE2}" type="pres">
      <dgm:prSet presAssocID="{6EE42F7A-863F-4B06-B6FD-8221A611A62B}" presName="accent_1" presStyleCnt="0"/>
      <dgm:spPr/>
    </dgm:pt>
    <dgm:pt modelId="{CAA44B2F-8692-4C20-802B-831E18719BAE}" type="pres">
      <dgm:prSet presAssocID="{6EE42F7A-863F-4B06-B6FD-8221A611A62B}" presName="accentRepeatNode" presStyleLbl="solidFgAcc1" presStyleIdx="0" presStyleCnt="3"/>
      <dgm:spPr>
        <a:solidFill>
          <a:schemeClr val="accent2">
            <a:lumMod val="60000"/>
            <a:lumOff val="40000"/>
          </a:schemeClr>
        </a:solidFill>
      </dgm:spPr>
    </dgm:pt>
    <dgm:pt modelId="{D3B3475D-60B1-4A7E-9211-77682918B9CF}" type="pres">
      <dgm:prSet presAssocID="{F83A495B-DC2E-4083-BEF9-6EBF29456FFB}" presName="text_2" presStyleLbl="node1" presStyleIdx="1" presStyleCnt="3" custLinFactNeighborX="-326" custLinFactNeighborY="1161">
        <dgm:presLayoutVars>
          <dgm:bulletEnabled val="1"/>
        </dgm:presLayoutVars>
      </dgm:prSet>
      <dgm:spPr/>
    </dgm:pt>
    <dgm:pt modelId="{C210925F-D9AF-4E32-9E86-55B764B1E2FD}" type="pres">
      <dgm:prSet presAssocID="{F83A495B-DC2E-4083-BEF9-6EBF29456FFB}" presName="accent_2" presStyleCnt="0"/>
      <dgm:spPr/>
    </dgm:pt>
    <dgm:pt modelId="{B976FAD9-828A-4C8A-BCC6-A274D527CECB}" type="pres">
      <dgm:prSet presAssocID="{F83A495B-DC2E-4083-BEF9-6EBF29456FFB}" presName="accentRepeatNode" presStyleLbl="solidFgAcc1" presStyleIdx="1" presStyleCnt="3"/>
      <dgm:spPr>
        <a:solidFill>
          <a:srgbClr val="FFFF00"/>
        </a:solidFill>
      </dgm:spPr>
    </dgm:pt>
    <dgm:pt modelId="{54CDDA00-B1AD-46BB-BCD4-E3894270E203}" type="pres">
      <dgm:prSet presAssocID="{38563CFE-0F3C-4B86-A259-26D612FA5BD0}" presName="text_3" presStyleLbl="node1" presStyleIdx="2" presStyleCnt="3">
        <dgm:presLayoutVars>
          <dgm:bulletEnabled val="1"/>
        </dgm:presLayoutVars>
      </dgm:prSet>
      <dgm:spPr/>
    </dgm:pt>
    <dgm:pt modelId="{EAB76C98-4BD5-4292-A8E3-50109015D109}" type="pres">
      <dgm:prSet presAssocID="{38563CFE-0F3C-4B86-A259-26D612FA5BD0}" presName="accent_3" presStyleCnt="0"/>
      <dgm:spPr/>
    </dgm:pt>
    <dgm:pt modelId="{9B9B9BAC-DE3F-43C2-B247-A17E08D1292D}" type="pres">
      <dgm:prSet presAssocID="{38563CFE-0F3C-4B86-A259-26D612FA5BD0}" presName="accentRepeatNode" presStyleLbl="solidFgAcc1" presStyleIdx="2" presStyleCnt="3"/>
      <dgm:spPr>
        <a:solidFill>
          <a:srgbClr val="92D050"/>
        </a:solidFill>
      </dgm:spPr>
    </dgm:pt>
  </dgm:ptLst>
  <dgm:cxnLst>
    <dgm:cxn modelId="{4B944504-6F21-46ED-8C08-D99AC936EBED}" type="presOf" srcId="{6EE42F7A-863F-4B06-B6FD-8221A611A62B}" destId="{AE727E6E-99F9-441B-8AD9-41555BD86E37}" srcOrd="0" destOrd="0" presId="urn:microsoft.com/office/officeart/2008/layout/VerticalCurvedList"/>
    <dgm:cxn modelId="{1F20260F-7D0D-46DD-A324-DB0348F0F2DB}" type="presOf" srcId="{38563CFE-0F3C-4B86-A259-26D612FA5BD0}" destId="{54CDDA00-B1AD-46BB-BCD4-E3894270E203}" srcOrd="0" destOrd="0" presId="urn:microsoft.com/office/officeart/2008/layout/VerticalCurvedList"/>
    <dgm:cxn modelId="{0C207319-97BE-477C-BCBA-347555287255}" type="presOf" srcId="{D9E9C743-A46B-4402-A3C8-3A15B82E4136}" destId="{9F3BDFE4-A36A-4721-B222-439FBFB4370F}" srcOrd="0" destOrd="0" presId="urn:microsoft.com/office/officeart/2008/layout/VerticalCurvedList"/>
    <dgm:cxn modelId="{DFDC9E24-AFE9-4123-876C-E99E4BE7ABCB}" type="presOf" srcId="{F83A495B-DC2E-4083-BEF9-6EBF29456FFB}" destId="{D3B3475D-60B1-4A7E-9211-77682918B9CF}" srcOrd="0" destOrd="0" presId="urn:microsoft.com/office/officeart/2008/layout/VerticalCurvedList"/>
    <dgm:cxn modelId="{A233889A-D29E-4372-BC2D-767F3D2BB7D1}" srcId="{D9E9C743-A46B-4402-A3C8-3A15B82E4136}" destId="{38563CFE-0F3C-4B86-A259-26D612FA5BD0}" srcOrd="2" destOrd="0" parTransId="{9B2D42B0-1CEF-4006-B883-CB9A5096A6D1}" sibTransId="{B71F37DF-B0F0-4974-8A45-B7FCD09F0FD1}"/>
    <dgm:cxn modelId="{6EE2B4E3-66B6-435C-89D6-2D952B0901E1}" srcId="{D9E9C743-A46B-4402-A3C8-3A15B82E4136}" destId="{6EE42F7A-863F-4B06-B6FD-8221A611A62B}" srcOrd="0" destOrd="0" parTransId="{75669545-7AB7-4613-9BA2-500A863606B4}" sibTransId="{F5030BB9-21B7-4C22-B975-C46CE1E59C47}"/>
    <dgm:cxn modelId="{D77CA9EB-EEA7-4295-929C-DF8152D46643}" srcId="{D9E9C743-A46B-4402-A3C8-3A15B82E4136}" destId="{F83A495B-DC2E-4083-BEF9-6EBF29456FFB}" srcOrd="1" destOrd="0" parTransId="{B06F3CB6-DA4A-4C17-B128-DAE446B18610}" sibTransId="{9FDBBFD2-8C9F-44F5-9138-595BFDB27247}"/>
    <dgm:cxn modelId="{D125F2FF-77A4-46EF-82EA-0D6583B1567E}" type="presOf" srcId="{F5030BB9-21B7-4C22-B975-C46CE1E59C47}" destId="{A320096E-909F-49F3-87BC-7CF8A1EB7D83}" srcOrd="0" destOrd="0" presId="urn:microsoft.com/office/officeart/2008/layout/VerticalCurvedList"/>
    <dgm:cxn modelId="{0D1F8E7A-C801-4E3A-BD2F-7BF5EC6A06FD}" type="presParOf" srcId="{9F3BDFE4-A36A-4721-B222-439FBFB4370F}" destId="{567993AD-CA05-4FE1-AB82-E44671B2220E}" srcOrd="0" destOrd="0" presId="urn:microsoft.com/office/officeart/2008/layout/VerticalCurvedList"/>
    <dgm:cxn modelId="{A4A63251-F697-4251-AF9D-18E74583E982}" type="presParOf" srcId="{567993AD-CA05-4FE1-AB82-E44671B2220E}" destId="{F459BA65-E0F1-495C-9745-384B0C4F603D}" srcOrd="0" destOrd="0" presId="urn:microsoft.com/office/officeart/2008/layout/VerticalCurvedList"/>
    <dgm:cxn modelId="{B6BB0DA3-1CA9-467C-8D9B-196B1174F73D}" type="presParOf" srcId="{F459BA65-E0F1-495C-9745-384B0C4F603D}" destId="{CFD17781-1984-444C-8A49-84289020D9CC}" srcOrd="0" destOrd="0" presId="urn:microsoft.com/office/officeart/2008/layout/VerticalCurvedList"/>
    <dgm:cxn modelId="{8122DADD-9BAB-4CF1-B9B5-E8B942C3F501}" type="presParOf" srcId="{F459BA65-E0F1-495C-9745-384B0C4F603D}" destId="{A320096E-909F-49F3-87BC-7CF8A1EB7D83}" srcOrd="1" destOrd="0" presId="urn:microsoft.com/office/officeart/2008/layout/VerticalCurvedList"/>
    <dgm:cxn modelId="{DB39B302-67BA-4214-A300-5DCDBF968674}" type="presParOf" srcId="{F459BA65-E0F1-495C-9745-384B0C4F603D}" destId="{B12991B2-6543-4408-9243-5593857832F8}" srcOrd="2" destOrd="0" presId="urn:microsoft.com/office/officeart/2008/layout/VerticalCurvedList"/>
    <dgm:cxn modelId="{60207BCB-D636-46D1-98E4-BF761237AEA1}" type="presParOf" srcId="{F459BA65-E0F1-495C-9745-384B0C4F603D}" destId="{26BB34ED-4C3D-44F2-B07C-14141B8AA798}" srcOrd="3" destOrd="0" presId="urn:microsoft.com/office/officeart/2008/layout/VerticalCurvedList"/>
    <dgm:cxn modelId="{F8A2158D-F188-4F2F-B083-AA478021FE77}" type="presParOf" srcId="{567993AD-CA05-4FE1-AB82-E44671B2220E}" destId="{AE727E6E-99F9-441B-8AD9-41555BD86E37}" srcOrd="1" destOrd="0" presId="urn:microsoft.com/office/officeart/2008/layout/VerticalCurvedList"/>
    <dgm:cxn modelId="{569A6999-3C22-4D7E-991A-B75A3AB09A6B}" type="presParOf" srcId="{567993AD-CA05-4FE1-AB82-E44671B2220E}" destId="{EFE4D478-FF3A-4BF9-B35B-0E3BDF833FE2}" srcOrd="2" destOrd="0" presId="urn:microsoft.com/office/officeart/2008/layout/VerticalCurvedList"/>
    <dgm:cxn modelId="{571EBD14-8F84-4D16-8309-3B1C44BB89FB}" type="presParOf" srcId="{EFE4D478-FF3A-4BF9-B35B-0E3BDF833FE2}" destId="{CAA44B2F-8692-4C20-802B-831E18719BAE}" srcOrd="0" destOrd="0" presId="urn:microsoft.com/office/officeart/2008/layout/VerticalCurvedList"/>
    <dgm:cxn modelId="{E13C81EB-BE75-4FC5-8450-3B0360B40956}" type="presParOf" srcId="{567993AD-CA05-4FE1-AB82-E44671B2220E}" destId="{D3B3475D-60B1-4A7E-9211-77682918B9CF}" srcOrd="3" destOrd="0" presId="urn:microsoft.com/office/officeart/2008/layout/VerticalCurvedList"/>
    <dgm:cxn modelId="{8590DD0E-8F95-466B-A623-9EAF0168D538}" type="presParOf" srcId="{567993AD-CA05-4FE1-AB82-E44671B2220E}" destId="{C210925F-D9AF-4E32-9E86-55B764B1E2FD}" srcOrd="4" destOrd="0" presId="urn:microsoft.com/office/officeart/2008/layout/VerticalCurvedList"/>
    <dgm:cxn modelId="{8E87FD6F-DE4C-476A-A460-EE7B576122CB}" type="presParOf" srcId="{C210925F-D9AF-4E32-9E86-55B764B1E2FD}" destId="{B976FAD9-828A-4C8A-BCC6-A274D527CECB}" srcOrd="0" destOrd="0" presId="urn:microsoft.com/office/officeart/2008/layout/VerticalCurvedList"/>
    <dgm:cxn modelId="{72EB390D-6398-41AB-86E9-8078D0621BC9}" type="presParOf" srcId="{567993AD-CA05-4FE1-AB82-E44671B2220E}" destId="{54CDDA00-B1AD-46BB-BCD4-E3894270E203}" srcOrd="5" destOrd="0" presId="urn:microsoft.com/office/officeart/2008/layout/VerticalCurvedList"/>
    <dgm:cxn modelId="{A514F749-9237-4532-94D3-D169BDA8CFBF}" type="presParOf" srcId="{567993AD-CA05-4FE1-AB82-E44671B2220E}" destId="{EAB76C98-4BD5-4292-A8E3-50109015D109}" srcOrd="6" destOrd="0" presId="urn:microsoft.com/office/officeart/2008/layout/VerticalCurvedList"/>
    <dgm:cxn modelId="{D4A1B827-7592-472F-A14D-9D1EB0F687A7}" type="presParOf" srcId="{EAB76C98-4BD5-4292-A8E3-50109015D109}" destId="{9B9B9BAC-DE3F-43C2-B247-A17E08D1292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0096E-909F-49F3-87BC-7CF8A1EB7D83}">
      <dsp:nvSpPr>
        <dsp:cNvPr id="0" name=""/>
        <dsp:cNvSpPr/>
      </dsp:nvSpPr>
      <dsp:spPr>
        <a:xfrm>
          <a:off x="-2451413" y="-378627"/>
          <a:ext cx="2927179" cy="2927179"/>
        </a:xfrm>
        <a:prstGeom prst="blockArc">
          <a:avLst>
            <a:gd name="adj1" fmla="val 18900000"/>
            <a:gd name="adj2" fmla="val 2700000"/>
            <a:gd name="adj3" fmla="val 73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27E6E-99F9-441B-8AD9-41555BD86E37}">
      <dsp:nvSpPr>
        <dsp:cNvPr id="0" name=""/>
        <dsp:cNvSpPr/>
      </dsp:nvSpPr>
      <dsp:spPr>
        <a:xfrm>
          <a:off x="331130" y="232346"/>
          <a:ext cx="3313357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z-Latn-UZ" sz="3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YOZISH TARTIBI</a:t>
          </a:r>
          <a:endParaRPr lang="en-US" sz="3200" kern="1200" dirty="0"/>
        </a:p>
      </dsp:txBody>
      <dsp:txXfrm>
        <a:off x="331130" y="232346"/>
        <a:ext cx="3313357" cy="433985"/>
      </dsp:txXfrm>
    </dsp:sp>
    <dsp:sp modelId="{CAA44B2F-8692-4C20-802B-831E18719BAE}">
      <dsp:nvSpPr>
        <dsp:cNvPr id="0" name=""/>
        <dsp:cNvSpPr/>
      </dsp:nvSpPr>
      <dsp:spPr>
        <a:xfrm>
          <a:off x="34618" y="162744"/>
          <a:ext cx="542481" cy="542481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3475D-60B1-4A7E-9211-77682918B9CF}">
      <dsp:nvSpPr>
        <dsp:cNvPr id="0" name=""/>
        <dsp:cNvSpPr/>
      </dsp:nvSpPr>
      <dsp:spPr>
        <a:xfrm>
          <a:off x="453325" y="873008"/>
          <a:ext cx="3155603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5 TA HARF</a:t>
          </a:r>
        </a:p>
      </dsp:txBody>
      <dsp:txXfrm>
        <a:off x="453325" y="873008"/>
        <a:ext cx="3155603" cy="433985"/>
      </dsp:txXfrm>
    </dsp:sp>
    <dsp:sp modelId="{B976FAD9-828A-4C8A-BCC6-A274D527CECB}">
      <dsp:nvSpPr>
        <dsp:cNvPr id="0" name=""/>
        <dsp:cNvSpPr/>
      </dsp:nvSpPr>
      <dsp:spPr>
        <a:xfrm>
          <a:off x="192371" y="813721"/>
          <a:ext cx="542481" cy="542481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DDA00-B1AD-46BB-BCD4-E3894270E203}">
      <dsp:nvSpPr>
        <dsp:cNvPr id="0" name=""/>
        <dsp:cNvSpPr/>
      </dsp:nvSpPr>
      <dsp:spPr>
        <a:xfrm>
          <a:off x="305858" y="1518947"/>
          <a:ext cx="3313357" cy="4339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76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 6 TA SO‘Z</a:t>
          </a:r>
        </a:p>
      </dsp:txBody>
      <dsp:txXfrm>
        <a:off x="305858" y="1518947"/>
        <a:ext cx="3313357" cy="433985"/>
      </dsp:txXfrm>
    </dsp:sp>
    <dsp:sp modelId="{9B9B9BAC-DE3F-43C2-B247-A17E08D1292D}">
      <dsp:nvSpPr>
        <dsp:cNvPr id="0" name=""/>
        <dsp:cNvSpPr/>
      </dsp:nvSpPr>
      <dsp:spPr>
        <a:xfrm>
          <a:off x="34618" y="1464699"/>
          <a:ext cx="542481" cy="542481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2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#3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0689-DEA1-4C60-983A-F5CB66E30740}" type="slidenum">
              <a:rPr lang="uz-Latn-UZ" smtClean="0"/>
              <a:t>1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951721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8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5.GIF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7.GIF"/><Relationship Id="rId5" Type="http://schemas.openxmlformats.org/officeDocument/2006/relationships/image" Target="../media/image15.GIF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5" Type="http://schemas.openxmlformats.org/officeDocument/2006/relationships/image" Target="../media/image20.GIF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20.GIF"/><Relationship Id="rId5" Type="http://schemas.openxmlformats.org/officeDocument/2006/relationships/image" Target="../media/image17.GIF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5" Type="http://schemas.openxmlformats.org/officeDocument/2006/relationships/image" Target="../media/image22.GIF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23.GIF"/><Relationship Id="rId5" Type="http://schemas.openxmlformats.org/officeDocument/2006/relationships/image" Target="../media/image22.GIF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gi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6.gi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6" Type="http://schemas.openxmlformats.org/officeDocument/2006/relationships/image" Target="../media/image25.GIF"/><Relationship Id="rId5" Type="http://schemas.openxmlformats.org/officeDocument/2006/relationships/image" Target="../media/image7.png"/><Relationship Id="rId10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image" Target="../media/image28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6" Type="http://schemas.openxmlformats.org/officeDocument/2006/relationships/image" Target="../media/image25.GIF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5" Type="http://schemas.openxmlformats.org/officeDocument/2006/relationships/image" Target="../media/image33.GIF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6" Type="http://schemas.openxmlformats.org/officeDocument/2006/relationships/image" Target="../media/image33.GIF"/><Relationship Id="rId5" Type="http://schemas.openxmlformats.org/officeDocument/2006/relationships/image" Target="../media/image25.GIF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image" Target="../media/image36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9.xml"/><Relationship Id="rId7" Type="http://schemas.openxmlformats.org/officeDocument/2006/relationships/image" Target="../media/image35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30.png"/><Relationship Id="rId5" Type="http://schemas.openxmlformats.org/officeDocument/2006/relationships/tags" Target="../tags/tag21.xml"/><Relationship Id="rId10" Type="http://schemas.openxmlformats.org/officeDocument/2006/relationships/image" Target="../media/image15.GIF"/><Relationship Id="rId4" Type="http://schemas.openxmlformats.org/officeDocument/2006/relationships/tags" Target="../tags/tag20.xml"/><Relationship Id="rId9" Type="http://schemas.openxmlformats.org/officeDocument/2006/relationships/image" Target="../media/image2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11" Type="http://schemas.openxmlformats.org/officeDocument/2006/relationships/image" Target="../media/image21.png"/><Relationship Id="rId5" Type="http://schemas.openxmlformats.org/officeDocument/2006/relationships/diagramData" Target="../diagrams/data4.xml"/><Relationship Id="rId15" Type="http://schemas.openxmlformats.org/officeDocument/2006/relationships/image" Target="../media/image38.png"/><Relationship Id="rId10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microsoft.com/office/2007/relationships/diagramDrawing" Target="../diagrams/drawing4.xml"/><Relationship Id="rId1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297486" y="463548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anose="02020400000000000000" pitchFamily="17" charset="-128"/>
              </a:rPr>
              <a:t>NIHONGO</a:t>
            </a:r>
            <a:r>
              <a:rPr lang="uz-Latn-UZ" altLang="ja-JP" sz="3800" b="1" dirty="0">
                <a:ea typeface="UD Digi Kyokasho N" panose="02020400000000000000" pitchFamily="17" charset="-128"/>
              </a:rPr>
              <a:t> NO MICHI</a:t>
            </a:r>
            <a:endParaRPr lang="en-US" sz="3800" b="1" dirty="0"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66185" y="4234323"/>
            <a:ext cx="1403172" cy="2022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699232" y="1472730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44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マ </a:t>
            </a:r>
            <a:r>
              <a:rPr lang="ja-JP" altLang="en-US" sz="4400" b="1" dirty="0">
                <a:solidFill>
                  <a:schemeClr val="accent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ミ </a:t>
            </a:r>
            <a:r>
              <a:rPr lang="ja-JP" altLang="en-US" sz="44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ム</a:t>
            </a:r>
            <a:r>
              <a:rPr lang="ja-JP" altLang="en-US" sz="44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4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メ</a:t>
            </a:r>
            <a:r>
              <a:rPr lang="ja-JP" altLang="en-US" sz="44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44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モ</a:t>
            </a:r>
            <a:endParaRPr lang="en-US" altLang="ja-JP" sz="4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CA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</a:t>
            </a:r>
            <a:r>
              <a:rPr lang="en-US" altLang="ja-JP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CA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</a:t>
            </a:r>
            <a:r>
              <a:rPr lang="en-US" altLang="ja-JP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CA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</a:t>
            </a:r>
            <a:r>
              <a:rPr lang="en-US" altLang="ja-JP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CA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</a:t>
            </a:r>
            <a:r>
              <a:rPr lang="en-US" altLang="ja-JP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CA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</a:t>
            </a:r>
            <a:endParaRPr lang="ru-RU" altLang="ja-JP" sz="40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4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3679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65125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4000" b="1" dirty="0"/>
              <a:t>KATAK</a:t>
            </a:r>
            <a:r>
              <a:rPr lang="en-US" sz="4000" b="1" dirty="0"/>
              <a:t>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905" y="967740"/>
            <a:ext cx="8230870" cy="51320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578946" y="3026943"/>
            <a:ext cx="5868705" cy="10141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115962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65125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4000" b="1" dirty="0"/>
              <a:t>KATAK</a:t>
            </a:r>
            <a:r>
              <a:rPr lang="en-US" sz="4000" b="1" dirty="0"/>
              <a:t>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35E21F-3D35-48D4-93CC-03934C0957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80" y="1088483"/>
            <a:ext cx="2470152" cy="22747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CC115E-A702-46A2-86FB-7FA367BDD9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32870">
            <a:off x="4138989" y="736691"/>
            <a:ext cx="1785077" cy="200008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A6C552-5FD9-4D44-9661-9D5FACE4CF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3592" y="683779"/>
            <a:ext cx="1838371" cy="228369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7AD14BC-6B7A-419D-8D4F-137659BA4C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8384" y="3621722"/>
            <a:ext cx="1655918" cy="165591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ED1F215-9D46-4222-A4ED-E2217980A8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7237" y="3429000"/>
            <a:ext cx="990568" cy="2080391"/>
          </a:xfrm>
          <a:prstGeom prst="rect">
            <a:avLst/>
          </a:prstGeom>
        </p:spPr>
      </p:pic>
      <p:sp>
        <p:nvSpPr>
          <p:cNvPr id="13" name="Rectangle: Rounded Corners 6">
            <a:extLst>
              <a:ext uri="{FF2B5EF4-FFF2-40B4-BE49-F238E27FC236}">
                <a16:creationId xmlns:a16="http://schemas.microsoft.com/office/drawing/2014/main" id="{B203F093-7C89-4E22-BAD2-6A9467372751}"/>
              </a:ext>
            </a:extLst>
          </p:cNvPr>
          <p:cNvSpPr/>
          <p:nvPr/>
        </p:nvSpPr>
        <p:spPr>
          <a:xfrm>
            <a:off x="8181407" y="3236277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ja-JP" altLang="en-US" sz="24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ヘア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6C609E85-CC32-448A-9A75-BBABE4D15FC3}"/>
              </a:ext>
            </a:extLst>
          </p:cNvPr>
          <p:cNvSpPr/>
          <p:nvPr/>
        </p:nvSpPr>
        <p:spPr>
          <a:xfrm>
            <a:off x="4487295" y="2913927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ja-JP" altLang="en-US" sz="24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フエ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6A258B28-8899-4B4C-ABBC-B9187193BC74}"/>
              </a:ext>
            </a:extLst>
          </p:cNvPr>
          <p:cNvSpPr/>
          <p:nvPr/>
        </p:nvSpPr>
        <p:spPr>
          <a:xfrm>
            <a:off x="1100168" y="3370612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ja-JP" altLang="en-US" sz="24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ハシ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: Rounded Corners 6">
            <a:extLst>
              <a:ext uri="{FF2B5EF4-FFF2-40B4-BE49-F238E27FC236}">
                <a16:creationId xmlns:a16="http://schemas.microsoft.com/office/drawing/2014/main" id="{DD469FFE-D060-423F-8430-96D7058906AD}"/>
              </a:ext>
            </a:extLst>
          </p:cNvPr>
          <p:cNvSpPr/>
          <p:nvPr/>
        </p:nvSpPr>
        <p:spPr>
          <a:xfrm>
            <a:off x="6132934" y="5544214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ja-JP" altLang="en-US" sz="24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ヒト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: Rounded Corners 6">
            <a:extLst>
              <a:ext uri="{FF2B5EF4-FFF2-40B4-BE49-F238E27FC236}">
                <a16:creationId xmlns:a16="http://schemas.microsoft.com/office/drawing/2014/main" id="{BEEE1AB8-20A9-4E08-9FA6-03D557CF3AC6}"/>
              </a:ext>
            </a:extLst>
          </p:cNvPr>
          <p:cNvSpPr/>
          <p:nvPr/>
        </p:nvSpPr>
        <p:spPr>
          <a:xfrm>
            <a:off x="2668384" y="5361358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ja-JP" altLang="en-US" sz="24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ホネ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Рисунок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3679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65125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4000" b="1" dirty="0"/>
              <a:t>KATAK</a:t>
            </a:r>
            <a:r>
              <a:rPr lang="en-US" sz="4000" b="1" dirty="0"/>
              <a:t>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905" y="967740"/>
            <a:ext cx="8230870" cy="51320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793543" y="3026700"/>
            <a:ext cx="5868705" cy="101414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altLang="en-US" sz="4000" b="1" dirty="0"/>
              <a:t>KATAKANA</a:t>
            </a:r>
            <a:r>
              <a:rPr lang="en-US" sz="4000" b="1" dirty="0"/>
              <a:t>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449056" y="123202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3600" b="1" dirty="0">
                <a:cs typeface="Times New Roman" panose="02020603050405020304" pitchFamily="18" charset="0"/>
              </a:rPr>
              <a:t>MA</a:t>
            </a:r>
          </a:p>
        </p:txBody>
      </p:sp>
      <p:pic>
        <p:nvPicPr>
          <p:cNvPr id="12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480" y="2000236"/>
            <a:ext cx="4002491" cy="400249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2697691" y="4001294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CA" alt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 SU KU</a:t>
            </a:r>
            <a:endParaRPr kumimoji="0" lang="en-CA" alt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92" y="1424668"/>
            <a:ext cx="1953781" cy="1953781"/>
          </a:xfrm>
          <a:prstGeom prst="rect">
            <a:avLst/>
          </a:prstGeom>
        </p:spPr>
      </p:pic>
      <p:pic>
        <p:nvPicPr>
          <p:cNvPr id="13" name="Объект 7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907" y="1433292"/>
            <a:ext cx="1953781" cy="1953781"/>
          </a:xfrm>
          <a:prstGeom prst="rect">
            <a:avLst/>
          </a:prstGeom>
        </p:spPr>
      </p:pic>
      <p:pic>
        <p:nvPicPr>
          <p:cNvPr id="14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4533" y="1433292"/>
            <a:ext cx="1953781" cy="1953781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8"/>
          <a:stretch>
            <a:fillRect/>
          </a:stretch>
        </p:blipFill>
        <p:spPr>
          <a:xfrm>
            <a:off x="7034634" y="1715449"/>
            <a:ext cx="2917190" cy="4486275"/>
          </a:xfrm>
          <a:prstGeom prst="rect">
            <a:avLst/>
          </a:prstGeom>
        </p:spPr>
      </p:pic>
      <p:sp>
        <p:nvSpPr>
          <p:cNvPr id="18" name="Rectangle: Rounded Corners 13">
            <a:extLst>
              <a:ext uri="{FF2B5EF4-FFF2-40B4-BE49-F238E27FC236}">
                <a16:creationId xmlns:a16="http://schemas.microsoft.com/office/drawing/2014/main" id="{EE2B0FD3-0116-47D8-BA46-9D133B714B62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altLang="en-US" sz="4000" b="1" dirty="0"/>
              <a:t>KATAKANA</a:t>
            </a:r>
            <a:r>
              <a:rPr lang="en-US" sz="4000" b="1" dirty="0"/>
              <a:t>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449056" y="123202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3600" b="1" dirty="0">
                <a:cs typeface="Times New Roman" panose="02020603050405020304" pitchFamily="18" charset="0"/>
              </a:rPr>
              <a:t>MI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097" y="2060607"/>
            <a:ext cx="4002491" cy="400249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2034474" y="3661556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 SU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Объект 7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7695" y="1345598"/>
            <a:ext cx="1953781" cy="1953781"/>
          </a:xfrm>
          <a:prstGeom prst="rect">
            <a:avLst/>
          </a:prstGeom>
        </p:spPr>
      </p:pic>
      <p:pic>
        <p:nvPicPr>
          <p:cNvPr id="9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404" y="1345598"/>
            <a:ext cx="1953774" cy="1953774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7"/>
          <a:stretch>
            <a:fillRect/>
          </a:stretch>
        </p:blipFill>
        <p:spPr>
          <a:xfrm>
            <a:off x="6151339" y="1532592"/>
            <a:ext cx="3248025" cy="4286250"/>
          </a:xfrm>
          <a:prstGeom prst="rect">
            <a:avLst/>
          </a:prstGeom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id="{A108CD2E-8D4E-4254-8DC9-87EA179A06A3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altLang="en-US" sz="4000" b="1" dirty="0"/>
              <a:t>KATAKANA</a:t>
            </a:r>
            <a:r>
              <a:rPr lang="en-US" sz="4000" b="1" dirty="0"/>
              <a:t>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449056" y="123202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3600" b="1" dirty="0">
                <a:cs typeface="Times New Roman" panose="02020603050405020304" pitchFamily="18" charset="0"/>
              </a:rPr>
              <a:t>MU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975" y="2009172"/>
            <a:ext cx="3993249" cy="399324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1710923" y="356031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 CHI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620" y="1320411"/>
            <a:ext cx="1953781" cy="1953781"/>
          </a:xfrm>
          <a:prstGeom prst="rect">
            <a:avLst/>
          </a:prstGeom>
        </p:spPr>
      </p:pic>
      <p:pic>
        <p:nvPicPr>
          <p:cNvPr id="8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869" y="1320410"/>
            <a:ext cx="1953781" cy="1953781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7"/>
          <a:stretch>
            <a:fillRect/>
          </a:stretch>
        </p:blipFill>
        <p:spPr>
          <a:xfrm>
            <a:off x="6167199" y="2305209"/>
            <a:ext cx="2856230" cy="339217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H="1">
            <a:off x="8507834" y="3075171"/>
            <a:ext cx="600075" cy="48514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B8338FEB-A938-46EC-8B21-EDA96C37C0B2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altLang="en-US" sz="4000" b="1" dirty="0"/>
              <a:t>KATAKANA</a:t>
            </a:r>
            <a:r>
              <a:rPr lang="en-US" sz="4000" b="1" dirty="0"/>
              <a:t>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449056" y="123202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3600" b="1" dirty="0">
                <a:cs typeface="Times New Roman" panose="02020603050405020304" pitchFamily="18" charset="0"/>
              </a:rPr>
              <a:t>ME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207" y="2004727"/>
            <a:ext cx="4002491" cy="400249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u-RU"/>
              <a:t>V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688501" y="4330381"/>
            <a:ext cx="3352903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CA" altLang="en-US" sz="4000" b="1" kern="0" noProof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 KI SHI KO</a:t>
            </a:r>
            <a:endParaRPr kumimoji="0" lang="en-CA" alt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735" y="1167203"/>
            <a:ext cx="1777217" cy="1777217"/>
          </a:xfrm>
          <a:prstGeom prst="rect">
            <a:avLst/>
          </a:prstGeom>
        </p:spPr>
      </p:pic>
      <p:sp>
        <p:nvSpPr>
          <p:cNvPr id="34" name="Rectangle: Rounded Corners 13">
            <a:extLst>
              <a:ext uri="{FF2B5EF4-FFF2-40B4-BE49-F238E27FC236}">
                <a16:creationId xmlns:a16="http://schemas.microsoft.com/office/drawing/2014/main" id="{BBB6FF6B-8B29-488A-A6D0-3BDA0FCA7D71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9C3B3AC-3904-4433-A92B-6CBDFB6D83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537" y="1167203"/>
            <a:ext cx="1777217" cy="1777217"/>
          </a:xfrm>
          <a:prstGeom prst="rect">
            <a:avLst/>
          </a:prstGeom>
        </p:spPr>
      </p:pic>
      <p:pic>
        <p:nvPicPr>
          <p:cNvPr id="40" name="Content Placeholder 13">
            <a:extLst>
              <a:ext uri="{FF2B5EF4-FFF2-40B4-BE49-F238E27FC236}">
                <a16:creationId xmlns:a16="http://schemas.microsoft.com/office/drawing/2014/main" id="{0AA4D095-77E0-4464-B077-788896C9ED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009" y="1167203"/>
            <a:ext cx="1777218" cy="1777218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9BD46B3-8A9F-472A-B380-07A056E2E19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777" y="1172894"/>
            <a:ext cx="1777210" cy="1777210"/>
          </a:xfrm>
          <a:prstGeom prst="rect">
            <a:avLst/>
          </a:prstGeom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F5B714D3-4F52-4F5D-B1CB-CD66CD00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816" y="3061266"/>
            <a:ext cx="4940178" cy="3120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234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6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u-RU"/>
              <a:t>V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1507495" y="3648906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249" y="1249075"/>
            <a:ext cx="1914525" cy="191452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959" y="1249075"/>
            <a:ext cx="1953781" cy="1953781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7"/>
          <a:stretch>
            <a:fillRect/>
          </a:stretch>
        </p:blipFill>
        <p:spPr>
          <a:xfrm>
            <a:off x="5569585" y="2202815"/>
            <a:ext cx="3495675" cy="3154045"/>
          </a:xfrm>
          <a:prstGeom prst="rect">
            <a:avLst/>
          </a:prstGeom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id="{90100D80-9E4C-4964-88C6-5F57DD428B77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5092" y="0"/>
            <a:ext cx="12192000" cy="6857999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/>
          <p:nvPr/>
        </p:nvPicPr>
        <p:blipFill>
          <a:blip r:embed="rId5"/>
          <a:stretch>
            <a:fillRect/>
          </a:stretch>
        </p:blipFill>
        <p:spPr>
          <a:xfrm>
            <a:off x="959758" y="2055813"/>
            <a:ext cx="3155950" cy="218503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6"/>
          <a:stretch>
            <a:fillRect/>
          </a:stretch>
        </p:blipFill>
        <p:spPr>
          <a:xfrm>
            <a:off x="6031813" y="1320521"/>
            <a:ext cx="3505835" cy="3432175"/>
          </a:xfrm>
          <a:prstGeom prst="rect">
            <a:avLst/>
          </a:prstGeom>
        </p:spPr>
      </p:pic>
      <p:sp>
        <p:nvSpPr>
          <p:cNvPr id="15" name="Rectangle: Rounded Corners 6"/>
          <p:cNvSpPr/>
          <p:nvPr/>
        </p:nvSpPr>
        <p:spPr>
          <a:xfrm>
            <a:off x="6324995" y="4663092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ムチ</a:t>
            </a:r>
            <a:endParaRPr kumimoji="0" lang="en-CA" alt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6"/>
          <p:cNvSpPr/>
          <p:nvPr/>
        </p:nvSpPr>
        <p:spPr>
          <a:xfrm>
            <a:off x="953418" y="4752696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アメ</a:t>
            </a:r>
          </a:p>
        </p:txBody>
      </p: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35692A4B-CB59-D826-2489-4C05F139E8B2}"/>
              </a:ext>
            </a:extLst>
          </p:cNvPr>
          <p:cNvSpPr/>
          <p:nvPr/>
        </p:nvSpPr>
        <p:spPr>
          <a:xfrm>
            <a:off x="9884" y="409951"/>
            <a:ext cx="5732530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/>
              <a:t>MADANIYAT DAQIQASI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19"/>
            <a:ext cx="12192000" cy="6858000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245354" y="29194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altLang="en-US" sz="4000" b="1" dirty="0"/>
              <a:t>KATAKANA</a:t>
            </a:r>
            <a:r>
              <a:rPr lang="en-US" sz="4000" b="1" dirty="0"/>
              <a:t> YOZILISH TARTIBI</a:t>
            </a:r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449056" y="1232026"/>
            <a:ext cx="2352211" cy="669089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3600" b="1" dirty="0">
                <a:cs typeface="Times New Roman" panose="02020603050405020304" pitchFamily="18" charset="0"/>
              </a:rPr>
              <a:t>MO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026" y="2004727"/>
            <a:ext cx="4078661" cy="407866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0"/>
    </mc:Choice>
    <mc:Fallback xmlns="">
      <p:transition spd="slow" advTm="5469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u-RU"/>
              <a:t>V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1490728" y="3531171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 MO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85" y="1292362"/>
            <a:ext cx="1953781" cy="1953781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338" y="1292361"/>
            <a:ext cx="1953782" cy="1953782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7"/>
          <a:stretch>
            <a:fillRect/>
          </a:stretch>
        </p:blipFill>
        <p:spPr>
          <a:xfrm>
            <a:off x="6492014" y="2406892"/>
            <a:ext cx="3178810" cy="3470910"/>
          </a:xfrm>
          <a:prstGeom prst="rect">
            <a:avLst/>
          </a:prstGeom>
        </p:spPr>
      </p:pic>
      <p:sp>
        <p:nvSpPr>
          <p:cNvPr id="12" name="Rectangle: Rounded Corners 13">
            <a:extLst>
              <a:ext uri="{FF2B5EF4-FFF2-40B4-BE49-F238E27FC236}">
                <a16:creationId xmlns:a16="http://schemas.microsoft.com/office/drawing/2014/main" id="{3067AA80-C6EB-46AE-B42C-4EEDC4081D60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31"/>
    </mc:Choice>
    <mc:Fallback xmlns="">
      <p:transition spd="slow" advTm="338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7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939378" y="1123596"/>
            <a:ext cx="1425575" cy="1966790"/>
          </a:xfrm>
          <a:prstGeom prst="rect">
            <a:avLst/>
          </a:prstGeom>
        </p:spPr>
      </p:pic>
      <p:sp>
        <p:nvSpPr>
          <p:cNvPr id="11" name="Rectangle: Rounded Corners 6"/>
          <p:cNvSpPr/>
          <p:nvPr/>
        </p:nvSpPr>
        <p:spPr>
          <a:xfrm>
            <a:off x="1069630" y="3222463"/>
            <a:ext cx="1165070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マスク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: Rounded Corners 6"/>
          <p:cNvSpPr/>
          <p:nvPr/>
        </p:nvSpPr>
        <p:spPr>
          <a:xfrm>
            <a:off x="4187176" y="2729010"/>
            <a:ext cx="1319771" cy="342802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ミス</a:t>
            </a:r>
          </a:p>
        </p:txBody>
      </p:sp>
      <p:sp>
        <p:nvSpPr>
          <p:cNvPr id="25" name="Rectangle: Rounded Corners 6"/>
          <p:cNvSpPr/>
          <p:nvPr/>
        </p:nvSpPr>
        <p:spPr>
          <a:xfrm>
            <a:off x="7702550" y="3216308"/>
            <a:ext cx="1266668" cy="391600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ムチ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27"/>
          <p:cNvPicPr/>
          <p:nvPr/>
        </p:nvPicPr>
        <p:blipFill>
          <a:blip r:embed="rId6"/>
          <a:stretch>
            <a:fillRect/>
          </a:stretch>
        </p:blipFill>
        <p:spPr>
          <a:xfrm>
            <a:off x="4110355" y="565786"/>
            <a:ext cx="1319770" cy="1966790"/>
          </a:xfrm>
          <a:prstGeom prst="rect">
            <a:avLst/>
          </a:prstGeom>
        </p:spPr>
      </p:pic>
      <p:pic>
        <p:nvPicPr>
          <p:cNvPr id="29" name="Picture 28"/>
          <p:cNvPicPr/>
          <p:nvPr/>
        </p:nvPicPr>
        <p:blipFill>
          <a:blip r:embed="rId7"/>
          <a:stretch>
            <a:fillRect/>
          </a:stretch>
        </p:blipFill>
        <p:spPr>
          <a:xfrm>
            <a:off x="7702550" y="1110908"/>
            <a:ext cx="1778605" cy="1966791"/>
          </a:xfrm>
          <a:prstGeom prst="rect">
            <a:avLst/>
          </a:prstGeom>
        </p:spPr>
      </p:pic>
      <p:sp>
        <p:nvSpPr>
          <p:cNvPr id="17" name="Rectangle: Rounded Corners 6">
            <a:extLst>
              <a:ext uri="{FF2B5EF4-FFF2-40B4-BE49-F238E27FC236}">
                <a16:creationId xmlns:a16="http://schemas.microsoft.com/office/drawing/2014/main" id="{8D57EAD2-CB84-4D85-ADBB-A996C3EBBE4B}"/>
              </a:ext>
            </a:extLst>
          </p:cNvPr>
          <p:cNvSpPr/>
          <p:nvPr/>
        </p:nvSpPr>
        <p:spPr>
          <a:xfrm>
            <a:off x="969955" y="5507419"/>
            <a:ext cx="1513239" cy="383442"/>
          </a:xfrm>
          <a:prstGeom prst="roundRect">
            <a:avLst>
              <a:gd name="adj" fmla="val 16667"/>
            </a:avLst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ja-JP" altLang="en-US" sz="24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メキシコ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33F63CC3-2D46-44BD-A886-5F19C57C6B8C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3987074" y="3914219"/>
            <a:ext cx="1827938" cy="1567070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333A2232-4110-4386-99A2-60E9B4298282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7392956" y="3848858"/>
            <a:ext cx="1576262" cy="1693825"/>
          </a:xfrm>
          <a:prstGeom prst="rect">
            <a:avLst/>
          </a:prstGeom>
        </p:spPr>
      </p:pic>
      <p:sp>
        <p:nvSpPr>
          <p:cNvPr id="20" name="Rectangle: Rounded Corners 6">
            <a:extLst>
              <a:ext uri="{FF2B5EF4-FFF2-40B4-BE49-F238E27FC236}">
                <a16:creationId xmlns:a16="http://schemas.microsoft.com/office/drawing/2014/main" id="{D2570321-6FE7-4BAD-A0AA-E84A52E5308E}"/>
              </a:ext>
            </a:extLst>
          </p:cNvPr>
          <p:cNvSpPr/>
          <p:nvPr/>
        </p:nvSpPr>
        <p:spPr>
          <a:xfrm>
            <a:off x="4276881" y="5528475"/>
            <a:ext cx="1295852" cy="383442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アメ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: Rounded Corners 6">
            <a:extLst>
              <a:ext uri="{FF2B5EF4-FFF2-40B4-BE49-F238E27FC236}">
                <a16:creationId xmlns:a16="http://schemas.microsoft.com/office/drawing/2014/main" id="{6B266211-C99E-47AC-95C4-769688FB7D9F}"/>
              </a:ext>
            </a:extLst>
          </p:cNvPr>
          <p:cNvSpPr/>
          <p:nvPr/>
        </p:nvSpPr>
        <p:spPr>
          <a:xfrm>
            <a:off x="7646869" y="5528475"/>
            <a:ext cx="1163906" cy="383442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メモ</a:t>
            </a:r>
            <a:endParaRPr kumimoji="0" lang="en-CA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: Rounded Corners 13">
            <a:extLst>
              <a:ext uri="{FF2B5EF4-FFF2-40B4-BE49-F238E27FC236}">
                <a16:creationId xmlns:a16="http://schemas.microsoft.com/office/drawing/2014/main" id="{4B0611D4-BDD0-41D1-8D6F-9FEF20452E87}"/>
              </a:ext>
            </a:extLst>
          </p:cNvPr>
          <p:cNvSpPr/>
          <p:nvPr/>
        </p:nvSpPr>
        <p:spPr>
          <a:xfrm>
            <a:off x="353792" y="340364"/>
            <a:ext cx="2307406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57FEE4A0-6981-4498-8E9C-D02B424E9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24" y="3797100"/>
            <a:ext cx="2408099" cy="152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84"/>
    </mc:Choice>
    <mc:Fallback xmlns="">
      <p:transition spd="slow" advTm="83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4" grpId="0" animBg="1"/>
      <p:bldP spid="24" grpId="1" animBg="1"/>
      <p:bldP spid="25" grpId="0" animBg="1"/>
      <p:bldP spid="25" grpId="1" animBg="1"/>
      <p:bldP spid="17" grpId="1" animBg="1"/>
      <p:bldP spid="17" grpId="2" animBg="1"/>
      <p:bldP spid="20" grpId="1" animBg="1"/>
      <p:bldP spid="20" grpId="2" animBg="1"/>
      <p:bldP spid="21" grpId="1" animBg="1"/>
      <p:bldP spid="21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7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40360"/>
            <a:ext cx="5650865" cy="1054100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altLang="en-US" sz="4000" b="1" dirty="0"/>
              <a:t>HARFLARDAGI </a:t>
            </a:r>
            <a:r>
              <a:rPr lang="en-US" sz="4000" b="1" dirty="0">
                <a:sym typeface="+mn-ea"/>
              </a:rPr>
              <a:t>O‘</a:t>
            </a:r>
            <a:r>
              <a:rPr lang="en-CA" altLang="en-US" sz="4000" b="1" dirty="0">
                <a:sym typeface="+mn-ea"/>
              </a:rPr>
              <a:t>XSHASHLIK</a:t>
            </a:r>
            <a:r>
              <a:rPr lang="en-US" sz="4000" b="1" dirty="0"/>
              <a:t>LAR</a:t>
            </a:r>
          </a:p>
        </p:txBody>
      </p:sp>
      <p:pic>
        <p:nvPicPr>
          <p:cNvPr id="3" name="Рисунок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675380" y="2423795"/>
            <a:ext cx="2539365" cy="253936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2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505" y="2423795"/>
            <a:ext cx="2580005" cy="258000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699250" y="2408555"/>
            <a:ext cx="2595245" cy="259524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1" name="Rectangle: Rounded Corners 6"/>
          <p:cNvSpPr/>
          <p:nvPr>
            <p:custDataLst>
              <p:tags r:id="rId4"/>
            </p:custDataLst>
          </p:nvPr>
        </p:nvSpPr>
        <p:spPr>
          <a:xfrm>
            <a:off x="7284085" y="5333365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6" name="Rectangle: Rounded Corners 6"/>
          <p:cNvSpPr/>
          <p:nvPr/>
        </p:nvSpPr>
        <p:spPr>
          <a:xfrm>
            <a:off x="1189355" y="5333365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</a:t>
            </a:r>
          </a:p>
        </p:txBody>
      </p:sp>
      <p:sp>
        <p:nvSpPr>
          <p:cNvPr id="7" name="Rectangle: Rounded Corners 6"/>
          <p:cNvSpPr/>
          <p:nvPr>
            <p:custDataLst>
              <p:tags r:id="rId5"/>
            </p:custDataLst>
          </p:nvPr>
        </p:nvSpPr>
        <p:spPr>
          <a:xfrm>
            <a:off x="4236720" y="5333365"/>
            <a:ext cx="1425575" cy="3854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CA" altLang="ja-JP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84"/>
    </mc:Choice>
    <mc:Fallback xmlns="">
      <p:transition spd="slow" advTm="838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472" y="340365"/>
            <a:ext cx="2796678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MASHQLAR</a:t>
            </a:r>
          </a:p>
        </p:txBody>
      </p:sp>
      <p:sp>
        <p:nvSpPr>
          <p:cNvPr id="15" name="Oval 14"/>
          <p:cNvSpPr/>
          <p:nvPr/>
        </p:nvSpPr>
        <p:spPr>
          <a:xfrm>
            <a:off x="606425" y="1355725"/>
            <a:ext cx="1343660" cy="7524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solidFill>
                  <a:srgbClr val="FF0000"/>
                </a:solidFill>
              </a:rPr>
              <a:t>MA</a:t>
            </a:r>
          </a:p>
        </p:txBody>
      </p:sp>
      <p:sp>
        <p:nvSpPr>
          <p:cNvPr id="24" name="Oval 14"/>
          <p:cNvSpPr/>
          <p:nvPr/>
        </p:nvSpPr>
        <p:spPr>
          <a:xfrm>
            <a:off x="606425" y="2315845"/>
            <a:ext cx="1343660" cy="7524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M</a:t>
            </a:r>
            <a:r>
              <a:rPr 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I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5" name="Oval 14"/>
          <p:cNvSpPr/>
          <p:nvPr/>
        </p:nvSpPr>
        <p:spPr>
          <a:xfrm>
            <a:off x="545465" y="3274695"/>
            <a:ext cx="1404620" cy="7524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M</a:t>
            </a:r>
            <a:r>
              <a:rPr 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U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6" name="Oval 14"/>
          <p:cNvSpPr/>
          <p:nvPr/>
        </p:nvSpPr>
        <p:spPr>
          <a:xfrm>
            <a:off x="606425" y="4232910"/>
            <a:ext cx="1343660" cy="7524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M</a:t>
            </a:r>
            <a:r>
              <a:rPr 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7" name="Oval 14"/>
          <p:cNvSpPr/>
          <p:nvPr/>
        </p:nvSpPr>
        <p:spPr>
          <a:xfrm>
            <a:off x="546100" y="5191760"/>
            <a:ext cx="1403985" cy="7524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M</a:t>
            </a:r>
            <a:r>
              <a:rPr 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O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8" name="Oval 6"/>
          <p:cNvSpPr/>
          <p:nvPr/>
        </p:nvSpPr>
        <p:spPr>
          <a:xfrm>
            <a:off x="6443520" y="1354100"/>
            <a:ext cx="1386029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ミ</a:t>
            </a:r>
          </a:p>
        </p:txBody>
      </p:sp>
      <p:sp>
        <p:nvSpPr>
          <p:cNvPr id="29" name="Oval 6"/>
          <p:cNvSpPr/>
          <p:nvPr/>
        </p:nvSpPr>
        <p:spPr>
          <a:xfrm>
            <a:off x="6443521" y="2338319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モ</a:t>
            </a:r>
          </a:p>
        </p:txBody>
      </p:sp>
      <p:sp>
        <p:nvSpPr>
          <p:cNvPr id="30" name="Oval 6"/>
          <p:cNvSpPr/>
          <p:nvPr/>
        </p:nvSpPr>
        <p:spPr>
          <a:xfrm>
            <a:off x="6443521" y="3322538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マ</a:t>
            </a:r>
          </a:p>
        </p:txBody>
      </p:sp>
      <p:sp>
        <p:nvSpPr>
          <p:cNvPr id="31" name="Oval 6"/>
          <p:cNvSpPr/>
          <p:nvPr/>
        </p:nvSpPr>
        <p:spPr>
          <a:xfrm>
            <a:off x="6443521" y="4233048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メ</a:t>
            </a:r>
          </a:p>
        </p:txBody>
      </p:sp>
      <p:sp>
        <p:nvSpPr>
          <p:cNvPr id="32" name="Oval 6"/>
          <p:cNvSpPr/>
          <p:nvPr/>
        </p:nvSpPr>
        <p:spPr>
          <a:xfrm>
            <a:off x="6443521" y="5210144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/>
              <a:t>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289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044 -0.142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59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284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13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0002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-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357 -0.4118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15" y="-2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24" grpId="0" bldLvl="0" animBg="1"/>
      <p:bldP spid="25" grpId="0" bldLvl="0" animBg="1"/>
      <p:bldP spid="26" grpId="0" bldLvl="0" animBg="1"/>
      <p:bldP spid="2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uz-Latn-UZ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CA959F87-9B87-AB33-7612-2AC2DD0F88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3437246"/>
              </p:ext>
            </p:extLst>
          </p:nvPr>
        </p:nvGraphicFramePr>
        <p:xfrm>
          <a:off x="4829069" y="2479198"/>
          <a:ext cx="3644488" cy="216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25081" y="1602352"/>
            <a:ext cx="4171779" cy="1748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マ </a:t>
            </a:r>
            <a:r>
              <a:rPr lang="ja-JP" altLang="en-US" sz="3200" b="1" dirty="0">
                <a:solidFill>
                  <a:schemeClr val="accent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ミ </a:t>
            </a:r>
            <a:r>
              <a:rPr lang="ja-JP" altLang="en-US" sz="32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ム</a:t>
            </a:r>
            <a:r>
              <a:rPr lang="ja-JP" altLang="en-US" sz="32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メ</a:t>
            </a:r>
            <a:r>
              <a:rPr lang="ja-JP" altLang="en-US" sz="32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モ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endParaRPr lang="en-US" altLang="ja-JP" sz="3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CA" altLang="en-US" sz="28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CA" altLang="en-US" sz="28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CA" altLang="en-US" sz="28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CA" altLang="en-US" sz="28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</a:t>
            </a:r>
            <a:r>
              <a:rPr lang="en-US" altLang="ja-JP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en-CA" altLang="en-US" sz="28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</a:t>
            </a:r>
            <a:endParaRPr lang="ru-RU" altLang="ja-JP" sz="28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25081" y="3807502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pic>
        <p:nvPicPr>
          <p:cNvPr id="17" name="Picture 15">
            <a:extLst>
              <a:ext uri="{FF2B5EF4-FFF2-40B4-BE49-F238E27FC236}">
                <a16:creationId xmlns:a16="http://schemas.microsoft.com/office/drawing/2014/main" id="{1E49AF3E-5AF7-4CF9-99BE-F345F5D6EB08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794500" y="3834674"/>
            <a:ext cx="982971" cy="1292628"/>
          </a:xfrm>
          <a:prstGeom prst="rect">
            <a:avLst/>
          </a:prstGeom>
        </p:spPr>
      </p:pic>
      <p:pic>
        <p:nvPicPr>
          <p:cNvPr id="20" name="Picture 27">
            <a:extLst>
              <a:ext uri="{FF2B5EF4-FFF2-40B4-BE49-F238E27FC236}">
                <a16:creationId xmlns:a16="http://schemas.microsoft.com/office/drawing/2014/main" id="{B8A57959-2E04-41B9-8A05-D21EFC0B7D74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1916320" y="3778307"/>
            <a:ext cx="1095592" cy="1291722"/>
          </a:xfrm>
          <a:prstGeom prst="rect">
            <a:avLst/>
          </a:prstGeom>
        </p:spPr>
      </p:pic>
      <p:pic>
        <p:nvPicPr>
          <p:cNvPr id="23" name="Picture 28">
            <a:extLst>
              <a:ext uri="{FF2B5EF4-FFF2-40B4-BE49-F238E27FC236}">
                <a16:creationId xmlns:a16="http://schemas.microsoft.com/office/drawing/2014/main" id="{873B7AF5-CCEA-4C31-81F1-0374D8068A5F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3301471" y="3816060"/>
            <a:ext cx="1309293" cy="1283164"/>
          </a:xfrm>
          <a:prstGeom prst="rect">
            <a:avLst/>
          </a:prstGeom>
        </p:spPr>
      </p:pic>
      <p:pic>
        <p:nvPicPr>
          <p:cNvPr id="25" name="Picture 14">
            <a:extLst>
              <a:ext uri="{FF2B5EF4-FFF2-40B4-BE49-F238E27FC236}">
                <a16:creationId xmlns:a16="http://schemas.microsoft.com/office/drawing/2014/main" id="{65F59980-A8DD-4C86-B021-3B2F9EEEF630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2072202" y="5099224"/>
            <a:ext cx="1234867" cy="952579"/>
          </a:xfrm>
          <a:prstGeom prst="rect">
            <a:avLst/>
          </a:prstGeom>
        </p:spPr>
      </p:pic>
      <p:pic>
        <p:nvPicPr>
          <p:cNvPr id="26" name="Picture 6">
            <a:extLst>
              <a:ext uri="{FF2B5EF4-FFF2-40B4-BE49-F238E27FC236}">
                <a16:creationId xmlns:a16="http://schemas.microsoft.com/office/drawing/2014/main" id="{CBD52203-E3FD-4704-8C8B-1DB79ED2DE5C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3554943" y="5086679"/>
            <a:ext cx="986469" cy="1057540"/>
          </a:xfrm>
          <a:prstGeom prst="rect">
            <a:avLst/>
          </a:prstGeom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A4A2A6DB-15BD-4BD2-811E-E0116B8E4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89" y="5154474"/>
            <a:ext cx="1387821" cy="87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8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7620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NIHONGO NO MICHI</a:t>
            </a:r>
          </a:p>
          <a:p>
            <a:pPr algn="ctr"/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8|12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2|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2|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65,&quot;left&quot;:289.4,&quot;top&quot;:189.65,&quot;width&quot;:442.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65,&quot;left&quot;:289.4,&quot;top&quot;:189.65,&quot;width&quot;:442.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65,&quot;left&quot;:289.4,&quot;top&quot;:189.65,&quot;width&quot;:442.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65,&quot;left&quot;:289.4,&quot;top&quot;:189.65,&quot;width&quot;:442.45}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175</Words>
  <Application>Microsoft Office PowerPoint</Application>
  <PresentationFormat>Широкоэкранный</PresentationFormat>
  <Paragraphs>74</Paragraphs>
  <Slides>21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UD Digi Kyokasho N</vt:lpstr>
      <vt:lpstr>Arial</vt:lpstr>
      <vt:lpstr>Calibri</vt:lpstr>
      <vt:lpstr>Calibri Light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V</vt:lpstr>
      <vt:lpstr>V</vt:lpstr>
      <vt:lpstr>Презентация PowerPoint</vt:lpstr>
      <vt:lpstr>Презентация PowerPoint</vt:lpstr>
      <vt:lpstr>V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shaxboz2027@gmail.com</dc:creator>
  <cp:lastModifiedBy>Windows</cp:lastModifiedBy>
  <cp:revision>23</cp:revision>
  <dcterms:created xsi:type="dcterms:W3CDTF">2026-01-28T00:18:00Z</dcterms:created>
  <dcterms:modified xsi:type="dcterms:W3CDTF">2026-02-20T03:37:54Z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28B18E7B884D4F75B01CB50732206983_13</vt:lpwstr>
  </property>
  <property fmtid="{D5CDD505-2E9C-101B-9397-08002B2CF9AE}" pid="3" name="KSOProductBuildVer">
    <vt:lpwstr>1033-12.2.0.23196</vt:lpwstr>
  </property>
</Properties>
</file>