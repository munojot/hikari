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5" r:id="rId3"/>
    <p:sldId id="288" r:id="rId4"/>
    <p:sldId id="281" r:id="rId5"/>
    <p:sldId id="278" r:id="rId6"/>
    <p:sldId id="279" r:id="rId7"/>
    <p:sldId id="282" r:id="rId8"/>
    <p:sldId id="273" r:id="rId9"/>
    <p:sldId id="287" r:id="rId10"/>
    <p:sldId id="284" r:id="rId11"/>
    <p:sldId id="283" r:id="rId12"/>
    <p:sldId id="28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C3FF"/>
    <a:srgbClr val="FE9482"/>
    <a:srgbClr val="FFFF66"/>
    <a:srgbClr val="FF9966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3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#1" loCatId="list" qsTypeId="urn:microsoft.com/office/officeart/2005/8/quickstyle/simple1#2" qsCatId="simple" csTypeId="urn:microsoft.com/office/officeart/2005/8/colors/accent1_2#2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#1"/>
    <dgm:cxn modelId="{4F02D266-ED6F-488B-9A17-55DAAD6E4413}" type="presOf" srcId="{DA26B7A0-DDDA-4AE9-B154-2312908A21F4}" destId="{5842CC0C-2640-4026-8FFF-34A37A35D9D2}" srcOrd="1" destOrd="0" presId="urn:microsoft.com/office/officeart/2005/8/layout/list1#1"/>
    <dgm:cxn modelId="{52F9F250-08E1-462E-8142-00A6A4C56D1E}" type="presOf" srcId="{82045F8E-7B49-4C3F-9C34-3B4A75A0895B}" destId="{0A5C6528-5ECF-46AF-A0ED-6D8EE22CC2A4}" srcOrd="1" destOrd="0" presId="urn:microsoft.com/office/officeart/2005/8/layout/list1#1"/>
    <dgm:cxn modelId="{25BC858B-EE40-491D-B027-9D51CABD16A1}" type="presOf" srcId="{1EA9F3CA-2769-4AFA-94EB-287201B9F2C3}" destId="{CC914FA3-1A11-44F7-8F56-9CED9DBD2856}" srcOrd="0" destOrd="0" presId="urn:microsoft.com/office/officeart/2005/8/layout/list1#1"/>
    <dgm:cxn modelId="{CF738C8D-E7A8-49B6-AE4E-D1463CDE6995}" type="presOf" srcId="{5037A2AE-E2D8-43A9-A173-A4EFC55D5126}" destId="{18241D02-CA49-43F0-BCA2-28090FD813DA}" srcOrd="0" destOrd="0" presId="urn:microsoft.com/office/officeart/2005/8/layout/list1#1"/>
    <dgm:cxn modelId="{6A0820B5-7451-4E4A-9D70-2A5F71EB42B8}" type="presOf" srcId="{DA26B7A0-DDDA-4AE9-B154-2312908A21F4}" destId="{C9B15F00-44E9-4B41-9ED1-B5730B7449B3}" srcOrd="0" destOrd="0" presId="urn:microsoft.com/office/officeart/2005/8/layout/list1#1"/>
    <dgm:cxn modelId="{BC667EDD-651C-414C-A685-4119971ED0A1}" type="presOf" srcId="{82045F8E-7B49-4C3F-9C34-3B4A75A0895B}" destId="{A24B50FB-FE54-4FFA-B4BC-A6E766369AC3}" srcOrd="0" destOrd="0" presId="urn:microsoft.com/office/officeart/2005/8/layout/list1#1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#1"/>
    <dgm:cxn modelId="{E5ECC63A-8C42-43C8-9871-AC6EA678E213}" type="presParOf" srcId="{3464CC5B-A93A-4BA5-9ACF-B6E41E37FC8C}" destId="{18241D02-CA49-43F0-BCA2-28090FD813DA}" srcOrd="0" destOrd="0" presId="urn:microsoft.com/office/officeart/2005/8/layout/list1#1"/>
    <dgm:cxn modelId="{4AFDEB6A-F902-4520-AFF7-4CB06299C7E7}" type="presParOf" srcId="{3464CC5B-A93A-4BA5-9ACF-B6E41E37FC8C}" destId="{ED715189-FFC5-4A9D-844A-C5D7CECCC1F7}" srcOrd="1" destOrd="0" presId="urn:microsoft.com/office/officeart/2005/8/layout/list1#1"/>
    <dgm:cxn modelId="{33056C38-9185-4396-A893-ADBA51168C26}" type="presParOf" srcId="{CC914FA3-1A11-44F7-8F56-9CED9DBD2856}" destId="{F9075B03-AA80-4CFC-B8BA-25FD9CD862F1}" srcOrd="1" destOrd="0" presId="urn:microsoft.com/office/officeart/2005/8/layout/list1#1"/>
    <dgm:cxn modelId="{5880F821-5273-485C-AE40-A028C7BD2060}" type="presParOf" srcId="{CC914FA3-1A11-44F7-8F56-9CED9DBD2856}" destId="{9C2CAF39-3E3F-4773-BB42-DF0631F2779D}" srcOrd="2" destOrd="0" presId="urn:microsoft.com/office/officeart/2005/8/layout/list1#1"/>
    <dgm:cxn modelId="{AAD1C1AA-89B1-4538-8594-6A12B4BFECBD}" type="presParOf" srcId="{CC914FA3-1A11-44F7-8F56-9CED9DBD2856}" destId="{88F18172-B8FE-40AE-A05B-18C20735A8D3}" srcOrd="3" destOrd="0" presId="urn:microsoft.com/office/officeart/2005/8/layout/list1#1"/>
    <dgm:cxn modelId="{7CE507B2-08A0-4BBD-9587-95B086E254A3}" type="presParOf" srcId="{CC914FA3-1A11-44F7-8F56-9CED9DBD2856}" destId="{A1895881-E0D2-4A83-8948-91D3003B9F62}" srcOrd="4" destOrd="0" presId="urn:microsoft.com/office/officeart/2005/8/layout/list1#1"/>
    <dgm:cxn modelId="{6F8758F7-7855-48A2-8C3F-D1E29EDF0713}" type="presParOf" srcId="{A1895881-E0D2-4A83-8948-91D3003B9F62}" destId="{C9B15F00-44E9-4B41-9ED1-B5730B7449B3}" srcOrd="0" destOrd="0" presId="urn:microsoft.com/office/officeart/2005/8/layout/list1#1"/>
    <dgm:cxn modelId="{27420123-7D73-4E7F-878C-337E1F321529}" type="presParOf" srcId="{A1895881-E0D2-4A83-8948-91D3003B9F62}" destId="{5842CC0C-2640-4026-8FFF-34A37A35D9D2}" srcOrd="1" destOrd="0" presId="urn:microsoft.com/office/officeart/2005/8/layout/list1#1"/>
    <dgm:cxn modelId="{C6C43FE4-A294-40EB-95B7-E0621BE073D7}" type="presParOf" srcId="{CC914FA3-1A11-44F7-8F56-9CED9DBD2856}" destId="{D1E10EAD-BFA2-4DB8-AF00-32F9B9610466}" srcOrd="5" destOrd="0" presId="urn:microsoft.com/office/officeart/2005/8/layout/list1#1"/>
    <dgm:cxn modelId="{6D80595B-FEEB-4196-8B9F-AD567830AF1D}" type="presParOf" srcId="{CC914FA3-1A11-44F7-8F56-9CED9DBD2856}" destId="{382B28C7-6C81-4202-A2DF-7AD2DEF069E7}" srcOrd="6" destOrd="0" presId="urn:microsoft.com/office/officeart/2005/8/layout/list1#1"/>
    <dgm:cxn modelId="{39B626AA-E656-44D3-B74E-3E60F1DA9941}" type="presParOf" srcId="{CC914FA3-1A11-44F7-8F56-9CED9DBD2856}" destId="{71420350-8FB8-4978-BBCA-79DE85BF616A}" srcOrd="7" destOrd="0" presId="urn:microsoft.com/office/officeart/2005/8/layout/list1#1"/>
    <dgm:cxn modelId="{11D8B5C5-800B-4E61-BB5B-7AFE0057E68A}" type="presParOf" srcId="{CC914FA3-1A11-44F7-8F56-9CED9DBD2856}" destId="{202BD818-9BD1-482A-B6AB-F2076AA17C56}" srcOrd="8" destOrd="0" presId="urn:microsoft.com/office/officeart/2005/8/layout/list1#1"/>
    <dgm:cxn modelId="{6EA45172-AD43-44E8-BF24-FDEED0ACE355}" type="presParOf" srcId="{202BD818-9BD1-482A-B6AB-F2076AA17C56}" destId="{A24B50FB-FE54-4FFA-B4BC-A6E766369AC3}" srcOrd="0" destOrd="0" presId="urn:microsoft.com/office/officeart/2005/8/layout/list1#1"/>
    <dgm:cxn modelId="{4A20E814-3490-4AC1-9C11-299506B74949}" type="presParOf" srcId="{202BD818-9BD1-482A-B6AB-F2076AA17C56}" destId="{0A5C6528-5ECF-46AF-A0ED-6D8EE22CC2A4}" srcOrd="1" destOrd="0" presId="urn:microsoft.com/office/officeart/2005/8/layout/list1#1"/>
    <dgm:cxn modelId="{4170CC49-1971-4F23-AC7A-DC4F30E0C5EC}" type="presParOf" srcId="{CC914FA3-1A11-44F7-8F56-9CED9DBD2856}" destId="{8D979E40-6E6A-4462-B542-0A3152F07A68}" srcOrd="9" destOrd="0" presId="urn:microsoft.com/office/officeart/2005/8/layout/list1#1"/>
    <dgm:cxn modelId="{4AE5F698-B82E-44DA-86F3-5FD32FA2FE93}" type="presParOf" srcId="{CC914FA3-1A11-44F7-8F56-9CED9DBD2856}" destId="{2A726C37-0BFA-42F9-9C9E-E99B2341DAAF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#2" loCatId="list" qsTypeId="urn:microsoft.com/office/officeart/2005/8/quickstyle/simple1#3" qsCatId="simple" csTypeId="urn:microsoft.com/office/officeart/2005/8/colors/accent1_2#3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#2"/>
    <dgm:cxn modelId="{4F02D266-ED6F-488B-9A17-55DAAD6E4413}" type="presOf" srcId="{DA26B7A0-DDDA-4AE9-B154-2312908A21F4}" destId="{5842CC0C-2640-4026-8FFF-34A37A35D9D2}" srcOrd="1" destOrd="0" presId="urn:microsoft.com/office/officeart/2005/8/layout/list1#2"/>
    <dgm:cxn modelId="{52F9F250-08E1-462E-8142-00A6A4C56D1E}" type="presOf" srcId="{82045F8E-7B49-4C3F-9C34-3B4A75A0895B}" destId="{0A5C6528-5ECF-46AF-A0ED-6D8EE22CC2A4}" srcOrd="1" destOrd="0" presId="urn:microsoft.com/office/officeart/2005/8/layout/list1#2"/>
    <dgm:cxn modelId="{25BC858B-EE40-491D-B027-9D51CABD16A1}" type="presOf" srcId="{1EA9F3CA-2769-4AFA-94EB-287201B9F2C3}" destId="{CC914FA3-1A11-44F7-8F56-9CED9DBD2856}" srcOrd="0" destOrd="0" presId="urn:microsoft.com/office/officeart/2005/8/layout/list1#2"/>
    <dgm:cxn modelId="{CF738C8D-E7A8-49B6-AE4E-D1463CDE6995}" type="presOf" srcId="{5037A2AE-E2D8-43A9-A173-A4EFC55D5126}" destId="{18241D02-CA49-43F0-BCA2-28090FD813DA}" srcOrd="0" destOrd="0" presId="urn:microsoft.com/office/officeart/2005/8/layout/list1#2"/>
    <dgm:cxn modelId="{6A0820B5-7451-4E4A-9D70-2A5F71EB42B8}" type="presOf" srcId="{DA26B7A0-DDDA-4AE9-B154-2312908A21F4}" destId="{C9B15F00-44E9-4B41-9ED1-B5730B7449B3}" srcOrd="0" destOrd="0" presId="urn:microsoft.com/office/officeart/2005/8/layout/list1#2"/>
    <dgm:cxn modelId="{BC667EDD-651C-414C-A685-4119971ED0A1}" type="presOf" srcId="{82045F8E-7B49-4C3F-9C34-3B4A75A0895B}" destId="{A24B50FB-FE54-4FFA-B4BC-A6E766369AC3}" srcOrd="0" destOrd="0" presId="urn:microsoft.com/office/officeart/2005/8/layout/list1#2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#2"/>
    <dgm:cxn modelId="{E5ECC63A-8C42-43C8-9871-AC6EA678E213}" type="presParOf" srcId="{3464CC5B-A93A-4BA5-9ACF-B6E41E37FC8C}" destId="{18241D02-CA49-43F0-BCA2-28090FD813DA}" srcOrd="0" destOrd="0" presId="urn:microsoft.com/office/officeart/2005/8/layout/list1#2"/>
    <dgm:cxn modelId="{4AFDEB6A-F902-4520-AFF7-4CB06299C7E7}" type="presParOf" srcId="{3464CC5B-A93A-4BA5-9ACF-B6E41E37FC8C}" destId="{ED715189-FFC5-4A9D-844A-C5D7CECCC1F7}" srcOrd="1" destOrd="0" presId="urn:microsoft.com/office/officeart/2005/8/layout/list1#2"/>
    <dgm:cxn modelId="{33056C38-9185-4396-A893-ADBA51168C26}" type="presParOf" srcId="{CC914FA3-1A11-44F7-8F56-9CED9DBD2856}" destId="{F9075B03-AA80-4CFC-B8BA-25FD9CD862F1}" srcOrd="1" destOrd="0" presId="urn:microsoft.com/office/officeart/2005/8/layout/list1#2"/>
    <dgm:cxn modelId="{5880F821-5273-485C-AE40-A028C7BD2060}" type="presParOf" srcId="{CC914FA3-1A11-44F7-8F56-9CED9DBD2856}" destId="{9C2CAF39-3E3F-4773-BB42-DF0631F2779D}" srcOrd="2" destOrd="0" presId="urn:microsoft.com/office/officeart/2005/8/layout/list1#2"/>
    <dgm:cxn modelId="{AAD1C1AA-89B1-4538-8594-6A12B4BFECBD}" type="presParOf" srcId="{CC914FA3-1A11-44F7-8F56-9CED9DBD2856}" destId="{88F18172-B8FE-40AE-A05B-18C20735A8D3}" srcOrd="3" destOrd="0" presId="urn:microsoft.com/office/officeart/2005/8/layout/list1#2"/>
    <dgm:cxn modelId="{7CE507B2-08A0-4BBD-9587-95B086E254A3}" type="presParOf" srcId="{CC914FA3-1A11-44F7-8F56-9CED9DBD2856}" destId="{A1895881-E0D2-4A83-8948-91D3003B9F62}" srcOrd="4" destOrd="0" presId="urn:microsoft.com/office/officeart/2005/8/layout/list1#2"/>
    <dgm:cxn modelId="{6F8758F7-7855-48A2-8C3F-D1E29EDF0713}" type="presParOf" srcId="{A1895881-E0D2-4A83-8948-91D3003B9F62}" destId="{C9B15F00-44E9-4B41-9ED1-B5730B7449B3}" srcOrd="0" destOrd="0" presId="urn:microsoft.com/office/officeart/2005/8/layout/list1#2"/>
    <dgm:cxn modelId="{27420123-7D73-4E7F-878C-337E1F321529}" type="presParOf" srcId="{A1895881-E0D2-4A83-8948-91D3003B9F62}" destId="{5842CC0C-2640-4026-8FFF-34A37A35D9D2}" srcOrd="1" destOrd="0" presId="urn:microsoft.com/office/officeart/2005/8/layout/list1#2"/>
    <dgm:cxn modelId="{C6C43FE4-A294-40EB-95B7-E0621BE073D7}" type="presParOf" srcId="{CC914FA3-1A11-44F7-8F56-9CED9DBD2856}" destId="{D1E10EAD-BFA2-4DB8-AF00-32F9B9610466}" srcOrd="5" destOrd="0" presId="urn:microsoft.com/office/officeart/2005/8/layout/list1#2"/>
    <dgm:cxn modelId="{6D80595B-FEEB-4196-8B9F-AD567830AF1D}" type="presParOf" srcId="{CC914FA3-1A11-44F7-8F56-9CED9DBD2856}" destId="{382B28C7-6C81-4202-A2DF-7AD2DEF069E7}" srcOrd="6" destOrd="0" presId="urn:microsoft.com/office/officeart/2005/8/layout/list1#2"/>
    <dgm:cxn modelId="{39B626AA-E656-44D3-B74E-3E60F1DA9941}" type="presParOf" srcId="{CC914FA3-1A11-44F7-8F56-9CED9DBD2856}" destId="{71420350-8FB8-4978-BBCA-79DE85BF616A}" srcOrd="7" destOrd="0" presId="urn:microsoft.com/office/officeart/2005/8/layout/list1#2"/>
    <dgm:cxn modelId="{11D8B5C5-800B-4E61-BB5B-7AFE0057E68A}" type="presParOf" srcId="{CC914FA3-1A11-44F7-8F56-9CED9DBD2856}" destId="{202BD818-9BD1-482A-B6AB-F2076AA17C56}" srcOrd="8" destOrd="0" presId="urn:microsoft.com/office/officeart/2005/8/layout/list1#2"/>
    <dgm:cxn modelId="{6EA45172-AD43-44E8-BF24-FDEED0ACE355}" type="presParOf" srcId="{202BD818-9BD1-482A-B6AB-F2076AA17C56}" destId="{A24B50FB-FE54-4FFA-B4BC-A6E766369AC3}" srcOrd="0" destOrd="0" presId="urn:microsoft.com/office/officeart/2005/8/layout/list1#2"/>
    <dgm:cxn modelId="{4A20E814-3490-4AC1-9C11-299506B74949}" type="presParOf" srcId="{202BD818-9BD1-482A-B6AB-F2076AA17C56}" destId="{0A5C6528-5ECF-46AF-A0ED-6D8EE22CC2A4}" srcOrd="1" destOrd="0" presId="urn:microsoft.com/office/officeart/2005/8/layout/list1#2"/>
    <dgm:cxn modelId="{4170CC49-1971-4F23-AC7A-DC4F30E0C5EC}" type="presParOf" srcId="{CC914FA3-1A11-44F7-8F56-9CED9DBD2856}" destId="{8D979E40-6E6A-4462-B542-0A3152F07A68}" srcOrd="9" destOrd="0" presId="urn:microsoft.com/office/officeart/2005/8/layout/list1#2"/>
    <dgm:cxn modelId="{4AE5F698-B82E-44DA-86F3-5FD32FA2FE93}" type="presParOf" srcId="{CC914FA3-1A11-44F7-8F56-9CED9DBD2856}" destId="{2A726C37-0BFA-42F9-9C9E-E99B2341DAAF}" srcOrd="10" destOrd="0" presId="urn:microsoft.com/office/officeart/2005/8/layout/list1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#3" loCatId="list" qsTypeId="urn:microsoft.com/office/officeart/2005/8/quickstyle/simple1#4" qsCatId="simple" csTypeId="urn:microsoft.com/office/officeart/2005/8/colors/accent1_2#4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#3"/>
    <dgm:cxn modelId="{4F02D266-ED6F-488B-9A17-55DAAD6E4413}" type="presOf" srcId="{DA26B7A0-DDDA-4AE9-B154-2312908A21F4}" destId="{5842CC0C-2640-4026-8FFF-34A37A35D9D2}" srcOrd="1" destOrd="0" presId="urn:microsoft.com/office/officeart/2005/8/layout/list1#3"/>
    <dgm:cxn modelId="{52F9F250-08E1-462E-8142-00A6A4C56D1E}" type="presOf" srcId="{82045F8E-7B49-4C3F-9C34-3B4A75A0895B}" destId="{0A5C6528-5ECF-46AF-A0ED-6D8EE22CC2A4}" srcOrd="1" destOrd="0" presId="urn:microsoft.com/office/officeart/2005/8/layout/list1#3"/>
    <dgm:cxn modelId="{25BC858B-EE40-491D-B027-9D51CABD16A1}" type="presOf" srcId="{1EA9F3CA-2769-4AFA-94EB-287201B9F2C3}" destId="{CC914FA3-1A11-44F7-8F56-9CED9DBD2856}" srcOrd="0" destOrd="0" presId="urn:microsoft.com/office/officeart/2005/8/layout/list1#3"/>
    <dgm:cxn modelId="{CF738C8D-E7A8-49B6-AE4E-D1463CDE6995}" type="presOf" srcId="{5037A2AE-E2D8-43A9-A173-A4EFC55D5126}" destId="{18241D02-CA49-43F0-BCA2-28090FD813DA}" srcOrd="0" destOrd="0" presId="urn:microsoft.com/office/officeart/2005/8/layout/list1#3"/>
    <dgm:cxn modelId="{6A0820B5-7451-4E4A-9D70-2A5F71EB42B8}" type="presOf" srcId="{DA26B7A0-DDDA-4AE9-B154-2312908A21F4}" destId="{C9B15F00-44E9-4B41-9ED1-B5730B7449B3}" srcOrd="0" destOrd="0" presId="urn:microsoft.com/office/officeart/2005/8/layout/list1#3"/>
    <dgm:cxn modelId="{BC667EDD-651C-414C-A685-4119971ED0A1}" type="presOf" srcId="{82045F8E-7B49-4C3F-9C34-3B4A75A0895B}" destId="{A24B50FB-FE54-4FFA-B4BC-A6E766369AC3}" srcOrd="0" destOrd="0" presId="urn:microsoft.com/office/officeart/2005/8/layout/list1#3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#3"/>
    <dgm:cxn modelId="{E5ECC63A-8C42-43C8-9871-AC6EA678E213}" type="presParOf" srcId="{3464CC5B-A93A-4BA5-9ACF-B6E41E37FC8C}" destId="{18241D02-CA49-43F0-BCA2-28090FD813DA}" srcOrd="0" destOrd="0" presId="urn:microsoft.com/office/officeart/2005/8/layout/list1#3"/>
    <dgm:cxn modelId="{4AFDEB6A-F902-4520-AFF7-4CB06299C7E7}" type="presParOf" srcId="{3464CC5B-A93A-4BA5-9ACF-B6E41E37FC8C}" destId="{ED715189-FFC5-4A9D-844A-C5D7CECCC1F7}" srcOrd="1" destOrd="0" presId="urn:microsoft.com/office/officeart/2005/8/layout/list1#3"/>
    <dgm:cxn modelId="{33056C38-9185-4396-A893-ADBA51168C26}" type="presParOf" srcId="{CC914FA3-1A11-44F7-8F56-9CED9DBD2856}" destId="{F9075B03-AA80-4CFC-B8BA-25FD9CD862F1}" srcOrd="1" destOrd="0" presId="urn:microsoft.com/office/officeart/2005/8/layout/list1#3"/>
    <dgm:cxn modelId="{5880F821-5273-485C-AE40-A028C7BD2060}" type="presParOf" srcId="{CC914FA3-1A11-44F7-8F56-9CED9DBD2856}" destId="{9C2CAF39-3E3F-4773-BB42-DF0631F2779D}" srcOrd="2" destOrd="0" presId="urn:microsoft.com/office/officeart/2005/8/layout/list1#3"/>
    <dgm:cxn modelId="{AAD1C1AA-89B1-4538-8594-6A12B4BFECBD}" type="presParOf" srcId="{CC914FA3-1A11-44F7-8F56-9CED9DBD2856}" destId="{88F18172-B8FE-40AE-A05B-18C20735A8D3}" srcOrd="3" destOrd="0" presId="urn:microsoft.com/office/officeart/2005/8/layout/list1#3"/>
    <dgm:cxn modelId="{7CE507B2-08A0-4BBD-9587-95B086E254A3}" type="presParOf" srcId="{CC914FA3-1A11-44F7-8F56-9CED9DBD2856}" destId="{A1895881-E0D2-4A83-8948-91D3003B9F62}" srcOrd="4" destOrd="0" presId="urn:microsoft.com/office/officeart/2005/8/layout/list1#3"/>
    <dgm:cxn modelId="{6F8758F7-7855-48A2-8C3F-D1E29EDF0713}" type="presParOf" srcId="{A1895881-E0D2-4A83-8948-91D3003B9F62}" destId="{C9B15F00-44E9-4B41-9ED1-B5730B7449B3}" srcOrd="0" destOrd="0" presId="urn:microsoft.com/office/officeart/2005/8/layout/list1#3"/>
    <dgm:cxn modelId="{27420123-7D73-4E7F-878C-337E1F321529}" type="presParOf" srcId="{A1895881-E0D2-4A83-8948-91D3003B9F62}" destId="{5842CC0C-2640-4026-8FFF-34A37A35D9D2}" srcOrd="1" destOrd="0" presId="urn:microsoft.com/office/officeart/2005/8/layout/list1#3"/>
    <dgm:cxn modelId="{C6C43FE4-A294-40EB-95B7-E0621BE073D7}" type="presParOf" srcId="{CC914FA3-1A11-44F7-8F56-9CED9DBD2856}" destId="{D1E10EAD-BFA2-4DB8-AF00-32F9B9610466}" srcOrd="5" destOrd="0" presId="urn:microsoft.com/office/officeart/2005/8/layout/list1#3"/>
    <dgm:cxn modelId="{6D80595B-FEEB-4196-8B9F-AD567830AF1D}" type="presParOf" srcId="{CC914FA3-1A11-44F7-8F56-9CED9DBD2856}" destId="{382B28C7-6C81-4202-A2DF-7AD2DEF069E7}" srcOrd="6" destOrd="0" presId="urn:microsoft.com/office/officeart/2005/8/layout/list1#3"/>
    <dgm:cxn modelId="{39B626AA-E656-44D3-B74E-3E60F1DA9941}" type="presParOf" srcId="{CC914FA3-1A11-44F7-8F56-9CED9DBD2856}" destId="{71420350-8FB8-4978-BBCA-79DE85BF616A}" srcOrd="7" destOrd="0" presId="urn:microsoft.com/office/officeart/2005/8/layout/list1#3"/>
    <dgm:cxn modelId="{11D8B5C5-800B-4E61-BB5B-7AFE0057E68A}" type="presParOf" srcId="{CC914FA3-1A11-44F7-8F56-9CED9DBD2856}" destId="{202BD818-9BD1-482A-B6AB-F2076AA17C56}" srcOrd="8" destOrd="0" presId="urn:microsoft.com/office/officeart/2005/8/layout/list1#3"/>
    <dgm:cxn modelId="{6EA45172-AD43-44E8-BF24-FDEED0ACE355}" type="presParOf" srcId="{202BD818-9BD1-482A-B6AB-F2076AA17C56}" destId="{A24B50FB-FE54-4FFA-B4BC-A6E766369AC3}" srcOrd="0" destOrd="0" presId="urn:microsoft.com/office/officeart/2005/8/layout/list1#3"/>
    <dgm:cxn modelId="{4A20E814-3490-4AC1-9C11-299506B74949}" type="presParOf" srcId="{202BD818-9BD1-482A-B6AB-F2076AA17C56}" destId="{0A5C6528-5ECF-46AF-A0ED-6D8EE22CC2A4}" srcOrd="1" destOrd="0" presId="urn:microsoft.com/office/officeart/2005/8/layout/list1#3"/>
    <dgm:cxn modelId="{4170CC49-1971-4F23-AC7A-DC4F30E0C5EC}" type="presParOf" srcId="{CC914FA3-1A11-44F7-8F56-9CED9DBD2856}" destId="{8D979E40-6E6A-4462-B542-0A3152F07A68}" srcOrd="9" destOrd="0" presId="urn:microsoft.com/office/officeart/2005/8/layout/list1#3"/>
    <dgm:cxn modelId="{4AE5F698-B82E-44DA-86F3-5FD32FA2FE93}" type="presParOf" srcId="{CC914FA3-1A11-44F7-8F56-9CED9DBD2856}" destId="{2A726C37-0BFA-42F9-9C9E-E99B2341DAAF}" srcOrd="10" destOrd="0" presId="urn:microsoft.com/office/officeart/2005/8/layout/list1#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#2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#3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9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8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12" Type="http://schemas.openxmlformats.org/officeDocument/2006/relationships/image" Target="../media/image19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image" Target="../media/image18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17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openxmlformats.org/officeDocument/2006/relationships/image" Target="../media/image21.pn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23.png"/><Relationship Id="rId2" Type="http://schemas.openxmlformats.org/officeDocument/2006/relationships/image" Target="../media/image27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22.png"/><Relationship Id="rId5" Type="http://schemas.openxmlformats.org/officeDocument/2006/relationships/image" Target="../media/image29.png"/><Relationship Id="rId15" Type="http://schemas.openxmlformats.org/officeDocument/2006/relationships/image" Target="../media/image28.png"/><Relationship Id="rId10" Type="http://schemas.openxmlformats.org/officeDocument/2006/relationships/image" Target="../media/image18.png"/><Relationship Id="rId4" Type="http://schemas.openxmlformats.org/officeDocument/2006/relationships/image" Target="../media/image7.png"/><Relationship Id="rId9" Type="http://schemas.openxmlformats.org/officeDocument/2006/relationships/image" Target="../media/image16.png"/><Relationship Id="rId1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297180" y="365760"/>
            <a:ext cx="4646295" cy="942340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ea typeface="UD Digi Kyokasho N" panose="02020400000000000000" pitchFamily="17" charset="-128"/>
              </a:rPr>
              <a:t>NIHONGO NO MICHI</a:t>
            </a:r>
          </a:p>
        </p:txBody>
      </p:sp>
      <p:sp>
        <p:nvSpPr>
          <p:cNvPr id="7" name="Rectangle: Rounded Corners 8"/>
          <p:cNvSpPr/>
          <p:nvPr/>
        </p:nvSpPr>
        <p:spPr>
          <a:xfrm>
            <a:off x="2133600" y="1509395"/>
            <a:ext cx="7811135" cy="2575560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000" b="1" dirty="0">
                <a:ea typeface="UD Digi Kyokasho N" panose="02020400000000000000" pitchFamily="17" charset="-128"/>
                <a:cs typeface="+mn-lt"/>
              </a:rPr>
              <a:t>ALIFBO: KATAKANA </a:t>
            </a:r>
          </a:p>
          <a:p>
            <a:pPr algn="ctr"/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  <a:cs typeface="+mn-lt"/>
              </a:rPr>
              <a:t>キャ　</a:t>
            </a:r>
            <a:r>
              <a:rPr lang="ja-JP" altLang="en-US" sz="4000" b="1" dirty="0">
                <a:solidFill>
                  <a:srgbClr val="00B050"/>
                </a:solidFill>
                <a:ea typeface="UD Digi Kyokasho N" panose="02020400000000000000" pitchFamily="17" charset="-128"/>
                <a:cs typeface="+mn-lt"/>
              </a:rPr>
              <a:t>ギャ</a:t>
            </a:r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  <a:cs typeface="+mn-lt"/>
              </a:rPr>
              <a:t>　</a:t>
            </a:r>
            <a:r>
              <a:rPr lang="ja-JP" altLang="en-US" sz="4000" b="1" dirty="0">
                <a:solidFill>
                  <a:srgbClr val="00B0F0"/>
                </a:solidFill>
                <a:ea typeface="UD Digi Kyokasho N" panose="02020400000000000000" pitchFamily="17" charset="-128"/>
                <a:cs typeface="+mn-lt"/>
              </a:rPr>
              <a:t>シャ</a:t>
            </a:r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  <a:cs typeface="+mn-lt"/>
              </a:rPr>
              <a:t>　</a:t>
            </a:r>
            <a:r>
              <a:rPr lang="ja-JP" altLang="en-US" sz="4000" b="1" dirty="0">
                <a:solidFill>
                  <a:schemeClr val="accent2">
                    <a:lumMod val="50000"/>
                  </a:schemeClr>
                </a:solidFill>
                <a:ea typeface="UD Digi Kyokasho N" panose="02020400000000000000" pitchFamily="17" charset="-128"/>
                <a:cs typeface="+mn-lt"/>
              </a:rPr>
              <a:t>ジャ</a:t>
            </a:r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  <a:cs typeface="+mn-lt"/>
              </a:rPr>
              <a:t>　</a:t>
            </a:r>
            <a:endParaRPr lang="en-US" altLang="ja-JP" sz="4000" b="1" dirty="0">
              <a:solidFill>
                <a:schemeClr val="tx1"/>
              </a:solidFill>
              <a:ea typeface="UD Digi Kyokasho N" panose="02020400000000000000" pitchFamily="17" charset="-128"/>
              <a:cs typeface="+mn-lt"/>
            </a:endParaRPr>
          </a:p>
          <a:p>
            <a:r>
              <a:rPr lang="en-US" altLang="ja-JP" sz="4000" b="1" dirty="0">
                <a:solidFill>
                  <a:srgbClr val="7030A0"/>
                </a:solidFill>
                <a:ea typeface="UD Digi Kyokasho N" panose="02020400000000000000" pitchFamily="17" charset="-128"/>
                <a:cs typeface="+mn-lt"/>
              </a:rPr>
              <a:t>        </a:t>
            </a:r>
            <a:r>
              <a:rPr lang="en-US" altLang="ja-JP" sz="4000" b="1" dirty="0">
                <a:solidFill>
                  <a:srgbClr val="FF0000"/>
                </a:solidFill>
                <a:ea typeface="UD Digi Kyokasho N" panose="02020400000000000000" pitchFamily="17" charset="-128"/>
                <a:cs typeface="+mn-lt"/>
              </a:rPr>
              <a:t>KYA</a:t>
            </a:r>
            <a:r>
              <a:rPr lang="ja-JP" altLang="en-US" sz="4000" b="1" dirty="0">
                <a:solidFill>
                  <a:srgbClr val="0070C0"/>
                </a:solidFill>
                <a:ea typeface="UD Digi Kyokasho N" panose="02020400000000000000" pitchFamily="17" charset="-128"/>
                <a:cs typeface="+mn-lt"/>
              </a:rPr>
              <a:t>　</a:t>
            </a:r>
            <a:r>
              <a:rPr lang="ja-JP" altLang="en-US" sz="4000" b="1" dirty="0">
                <a:solidFill>
                  <a:schemeClr val="accent1"/>
                </a:solidFill>
                <a:ea typeface="UD Digi Kyokasho N" panose="02020400000000000000" pitchFamily="17" charset="-128"/>
                <a:cs typeface="+mn-lt"/>
              </a:rPr>
              <a:t> </a:t>
            </a:r>
            <a:r>
              <a:rPr lang="en-US" altLang="ja-JP" sz="4000" b="1" dirty="0">
                <a:solidFill>
                  <a:schemeClr val="accent1"/>
                </a:solidFill>
                <a:ea typeface="UD Digi Kyokasho N" panose="02020400000000000000" pitchFamily="17" charset="-128"/>
                <a:cs typeface="+mn-lt"/>
              </a:rPr>
              <a:t>  </a:t>
            </a:r>
            <a:r>
              <a:rPr lang="en-US" altLang="ja-JP" sz="4000" b="1" dirty="0">
                <a:solidFill>
                  <a:srgbClr val="00B050"/>
                </a:solidFill>
                <a:ea typeface="UD Digi Kyokasho N" panose="02020400000000000000" pitchFamily="17" charset="-128"/>
                <a:cs typeface="+mn-lt"/>
              </a:rPr>
              <a:t>GYA</a:t>
            </a:r>
            <a:r>
              <a:rPr lang="ja-JP" altLang="en-US" sz="4000" b="1" dirty="0">
                <a:solidFill>
                  <a:srgbClr val="7030A0"/>
                </a:solidFill>
                <a:ea typeface="UD Digi Kyokasho N" panose="02020400000000000000" pitchFamily="17" charset="-128"/>
                <a:cs typeface="+mn-lt"/>
              </a:rPr>
              <a:t>　 </a:t>
            </a:r>
            <a:r>
              <a:rPr lang="en-US" altLang="ja-JP" sz="4000" b="1" dirty="0">
                <a:solidFill>
                  <a:srgbClr val="7030A0"/>
                </a:solidFill>
                <a:ea typeface="UD Digi Kyokasho N" panose="02020400000000000000" pitchFamily="17" charset="-128"/>
                <a:cs typeface="+mn-lt"/>
              </a:rPr>
              <a:t> </a:t>
            </a:r>
            <a:r>
              <a:rPr lang="en-US" altLang="ja-JP" sz="4000" b="1" dirty="0">
                <a:solidFill>
                  <a:srgbClr val="00B0F0"/>
                </a:solidFill>
                <a:ea typeface="UD Digi Kyokasho N" panose="02020400000000000000" pitchFamily="17" charset="-128"/>
                <a:cs typeface="+mn-lt"/>
              </a:rPr>
              <a:t>SHA </a:t>
            </a:r>
            <a:r>
              <a:rPr lang="en-US" altLang="ja-JP" sz="4000" b="1" dirty="0">
                <a:solidFill>
                  <a:srgbClr val="7030A0"/>
                </a:solidFill>
                <a:ea typeface="UD Digi Kyokasho N" panose="02020400000000000000" pitchFamily="17" charset="-128"/>
                <a:cs typeface="+mn-lt"/>
              </a:rPr>
              <a:t>    </a:t>
            </a:r>
            <a:r>
              <a:rPr lang="en-US" altLang="ja-JP" sz="4000" b="1" dirty="0">
                <a:solidFill>
                  <a:schemeClr val="accent2">
                    <a:lumMod val="50000"/>
                  </a:schemeClr>
                </a:solidFill>
                <a:ea typeface="UD Digi Kyokasho N" panose="02020400000000000000" pitchFamily="17" charset="-128"/>
                <a:cs typeface="+mn-lt"/>
              </a:rPr>
              <a:t>JA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969" y="4634310"/>
            <a:ext cx="972260" cy="128102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159" y="4377761"/>
            <a:ext cx="1192954" cy="179412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2967" y="4377761"/>
            <a:ext cx="1254072" cy="18096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309366" y="300729"/>
            <a:ext cx="7996433" cy="65115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KATAKANA</a:t>
            </a:r>
            <a:r>
              <a:rPr lang="uz-Latn-UZ" sz="4000" b="1" dirty="0"/>
              <a:t>: TOVUSH BIRIKMALARI</a:t>
            </a:r>
            <a:endParaRPr lang="en-US" sz="4000" b="1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5115" y="3931920"/>
            <a:ext cx="1537335" cy="22396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39900" y="988060"/>
            <a:ext cx="7411085" cy="51835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98229" y="708660"/>
            <a:ext cx="1862635" cy="57429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DCC1AC-BCC2-F3FA-1639-2F891BB6C7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3191" y="708660"/>
            <a:ext cx="1862635" cy="5742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0" name="Rectangle: Rounded Corners 19"/>
          <p:cNvSpPr/>
          <p:nvPr/>
        </p:nvSpPr>
        <p:spPr>
          <a:xfrm>
            <a:off x="309245" y="300990"/>
            <a:ext cx="3073400" cy="650875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ャ　ュ　ョ</a:t>
            </a:r>
          </a:p>
        </p:txBody>
      </p:sp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/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3"/>
          <p:cNvSpPr txBox="1"/>
          <p:nvPr/>
        </p:nvSpPr>
        <p:spPr>
          <a:xfrm>
            <a:off x="812165" y="1536065"/>
            <a:ext cx="32467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/>
              <a:t>キ＋ャ</a:t>
            </a:r>
            <a:r>
              <a:rPr lang="ja-JP" altLang="en-US" sz="3200" b="1" dirty="0">
                <a:ea typeface="UD Digi Kyokasho N" panose="02020400000000000000" pitchFamily="17" charset="-128"/>
                <a:sym typeface="+mn-ea"/>
              </a:rPr>
              <a:t>→</a:t>
            </a:r>
            <a:r>
              <a:rPr lang="ja-JP" altLang="en-US" sz="3200" b="1">
                <a:solidFill>
                  <a:srgbClr val="FF0000"/>
                </a:solidFill>
              </a:rPr>
              <a:t>キャ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812165" y="3730625"/>
            <a:ext cx="3378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/>
              <a:t>ギ＋ャ</a:t>
            </a:r>
            <a:r>
              <a:rPr lang="ja-JP" altLang="en-US" sz="3200" b="1" dirty="0">
                <a:ea typeface="UD Digi Kyokasho N" panose="02020400000000000000" pitchFamily="17" charset="-128"/>
                <a:sym typeface="+mn-ea"/>
              </a:rPr>
              <a:t>→</a:t>
            </a:r>
            <a:r>
              <a:rPr lang="ja-JP" altLang="en-US" sz="3200" b="1">
                <a:solidFill>
                  <a:srgbClr val="FF0000"/>
                </a:solidFill>
              </a:rPr>
              <a:t>ギャ</a:t>
            </a:r>
          </a:p>
        </p:txBody>
      </p:sp>
      <p:pic>
        <p:nvPicPr>
          <p:cNvPr id="17" name="Picture 16" descr="Screenshot 2026-02-19 1657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700" y="1536065"/>
            <a:ext cx="5838825" cy="1695450"/>
          </a:xfrm>
          <a:prstGeom prst="rect">
            <a:avLst/>
          </a:prstGeom>
        </p:spPr>
      </p:pic>
      <p:pic>
        <p:nvPicPr>
          <p:cNvPr id="18" name="Picture 17" descr="Screenshot 2026-02-19 1657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700" y="3729990"/>
            <a:ext cx="5848350" cy="170497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812165" y="2119630"/>
            <a:ext cx="2864485" cy="630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altLang="en-US" sz="3200" b="1">
                <a:sym typeface="+mn-ea"/>
              </a:rPr>
              <a:t>キ＋ュ</a:t>
            </a:r>
            <a:r>
              <a:rPr lang="ja-JP" altLang="en-US" sz="3200" b="1" dirty="0">
                <a:ea typeface="UD Digi Kyokasho N" panose="02020400000000000000" pitchFamily="17" charset="-128"/>
                <a:sym typeface="+mn-ea"/>
              </a:rPr>
              <a:t>→</a:t>
            </a:r>
            <a:r>
              <a:rPr lang="ja-JP" altLang="en-US" sz="3200" b="1">
                <a:solidFill>
                  <a:srgbClr val="FF0000"/>
                </a:solidFill>
                <a:sym typeface="+mn-ea"/>
              </a:rPr>
              <a:t>キュ</a:t>
            </a:r>
            <a:endParaRPr lang="ja-JP" altLang="en-US" sz="3200" b="1">
              <a:solidFill>
                <a:srgbClr val="FF0000"/>
              </a:solidFill>
            </a:endParaRPr>
          </a:p>
          <a:p>
            <a:endParaRPr lang="ja-JP" altLang="en-US" sz="3200" b="1">
              <a:solidFill>
                <a:srgbClr val="FF000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12165" y="2703830"/>
            <a:ext cx="3045460" cy="4114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altLang="en-US" sz="3200" b="1">
                <a:sym typeface="+mn-ea"/>
              </a:rPr>
              <a:t>キ＋ョ</a:t>
            </a:r>
            <a:r>
              <a:rPr lang="ja-JP" altLang="en-US" sz="3200" b="1" dirty="0">
                <a:ea typeface="UD Digi Kyokasho N" panose="02020400000000000000" pitchFamily="17" charset="-128"/>
                <a:sym typeface="+mn-ea"/>
              </a:rPr>
              <a:t>→</a:t>
            </a:r>
            <a:r>
              <a:rPr lang="ja-JP" altLang="en-US" sz="3200" b="1">
                <a:solidFill>
                  <a:srgbClr val="FF0000"/>
                </a:solidFill>
                <a:sym typeface="+mn-ea"/>
              </a:rPr>
              <a:t>キョ</a:t>
            </a:r>
            <a:endParaRPr lang="ja-JP" altLang="en-US" sz="3200" b="1">
              <a:solidFill>
                <a:srgbClr val="FF0000"/>
              </a:solidFill>
            </a:endParaRPr>
          </a:p>
          <a:p>
            <a:endParaRPr lang="ja-JP" altLang="en-US" sz="3200" b="1">
              <a:solidFill>
                <a:srgbClr val="FF0000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12165" y="4451985"/>
            <a:ext cx="2790825" cy="663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altLang="en-US" sz="3200" b="1">
                <a:sym typeface="+mn-ea"/>
              </a:rPr>
              <a:t>ギ＋ュ</a:t>
            </a:r>
            <a:r>
              <a:rPr lang="ja-JP" altLang="en-US" sz="3200" b="1" dirty="0">
                <a:ea typeface="UD Digi Kyokasho N" panose="02020400000000000000" pitchFamily="17" charset="-128"/>
                <a:sym typeface="+mn-ea"/>
              </a:rPr>
              <a:t>→</a:t>
            </a:r>
            <a:r>
              <a:rPr lang="ja-JP" altLang="en-US" sz="3200" b="1">
                <a:solidFill>
                  <a:srgbClr val="FF0000"/>
                </a:solidFill>
                <a:sym typeface="+mn-ea"/>
              </a:rPr>
              <a:t>ギュ</a:t>
            </a:r>
            <a:endParaRPr lang="ja-JP" altLang="en-US" sz="3200" b="1">
              <a:solidFill>
                <a:srgbClr val="FF0000"/>
              </a:solidFill>
            </a:endParaRPr>
          </a:p>
          <a:p>
            <a:endParaRPr lang="ja-JP" altLang="en-US" sz="3200" b="1">
              <a:solidFill>
                <a:srgbClr val="FF000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12165" y="5115560"/>
            <a:ext cx="3013710" cy="695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altLang="en-US" sz="3200" b="1">
                <a:sym typeface="+mn-ea"/>
              </a:rPr>
              <a:t>ギ＋ョ</a:t>
            </a:r>
            <a:r>
              <a:rPr lang="ja-JP" altLang="en-US" sz="3200" b="1" dirty="0">
                <a:ea typeface="UD Digi Kyokasho N" panose="02020400000000000000" pitchFamily="17" charset="-128"/>
                <a:sym typeface="+mn-ea"/>
              </a:rPr>
              <a:t>→</a:t>
            </a:r>
            <a:r>
              <a:rPr lang="ja-JP" altLang="en-US" sz="3200" b="1">
                <a:solidFill>
                  <a:srgbClr val="FF0000"/>
                </a:solidFill>
                <a:sym typeface="+mn-ea"/>
              </a:rPr>
              <a:t>ギョ</a:t>
            </a:r>
            <a:endParaRPr lang="ja-JP" altLang="en-US" sz="3200" b="1">
              <a:solidFill>
                <a:srgbClr val="FF0000"/>
              </a:solidFill>
            </a:endParaRPr>
          </a:p>
          <a:p>
            <a:endParaRPr lang="ja-JP" altLang="en-US" sz="32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2" grpId="0"/>
      <p:bldP spid="2" grpId="1"/>
      <p:bldP spid="3" grpId="0"/>
      <p:bldP spid="3" grpId="1"/>
      <p:bldP spid="4" grpId="0"/>
      <p:bldP spid="4" grpId="1"/>
      <p:bldP spid="6" grpId="0"/>
      <p:bldP spid="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8735" y="4114800"/>
            <a:ext cx="3446145" cy="7537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altLang="en-US" sz="4000" b="1" dirty="0">
                <a:solidFill>
                  <a:schemeClr val="tx1"/>
                </a:solidFill>
                <a:ea typeface="UD Digi Kyokasho N" panose="02020400000000000000" pitchFamily="17" charset="-128"/>
              </a:rPr>
              <a:t>ドラ</a:t>
            </a:r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キュ</a:t>
            </a:r>
            <a:r>
              <a:rPr lang="ja-JP" altLang="en-US" sz="4000" b="1" dirty="0">
                <a:solidFill>
                  <a:schemeClr val="tx1"/>
                </a:solidFill>
                <a:ea typeface="UD Digi Kyokasho N" panose="02020400000000000000" pitchFamily="17" charset="-128"/>
              </a:rPr>
              <a:t>ラ</a:t>
            </a:r>
            <a:endParaRPr lang="ja-JP" altLang="en-US" sz="4400" b="1" dirty="0">
              <a:solidFill>
                <a:srgbClr val="00B05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4400" b="1" dirty="0">
              <a:solidFill>
                <a:srgbClr val="00B05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76580" y="1768475"/>
            <a:ext cx="3037205" cy="867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sz="4400" b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cs typeface="UD Digi Kyokasho N" panose="02020400000000000000" pitchFamily="17" charset="-128"/>
              </a:rPr>
              <a:t>キャ</a:t>
            </a:r>
            <a:r>
              <a:rPr lang="ja-JP" sz="4400" b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cs typeface="UD Digi Kyokasho N" panose="02020400000000000000" pitchFamily="17" charset="-128"/>
              </a:rPr>
              <a:t>ベツ</a:t>
            </a:r>
            <a:endParaRPr lang="ja-JP" sz="4400" b="1">
              <a:solidFill>
                <a:srgbClr val="FF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  <a:cs typeface="UD Digi Kyokasho N" panose="02020400000000000000" pitchFamily="17" charset="-128"/>
            </a:endParaRPr>
          </a:p>
          <a:p>
            <a:endParaRPr lang="en-US" altLang="ja-JP" sz="4400" b="1">
              <a:solidFill>
                <a:srgbClr val="FF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  <a:cs typeface="UD Digi Kyokasho N" panose="02020400000000000000" pitchFamily="17" charset="-128"/>
            </a:endParaRPr>
          </a:p>
        </p:txBody>
      </p:sp>
      <p:pic>
        <p:nvPicPr>
          <p:cNvPr id="10" name="Picture 9"/>
          <p:cNvPicPr/>
          <p:nvPr/>
        </p:nvPicPr>
        <p:blipFill>
          <a:blip r:embed="rId4"/>
          <a:stretch>
            <a:fillRect/>
          </a:stretch>
        </p:blipFill>
        <p:spPr>
          <a:xfrm>
            <a:off x="3848735" y="633730"/>
            <a:ext cx="2938780" cy="2919730"/>
          </a:xfrm>
          <a:prstGeom prst="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7672705" y="1691005"/>
            <a:ext cx="24339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>
                <a:solidFill>
                  <a:schemeClr val="tx1"/>
                </a:solidFill>
                <a:latin typeface="Calibri" panose="020F0502020204030204" charset="0"/>
                <a:ea typeface="UD Digi Kyokasho N" panose="02020400000000000000" pitchFamily="17" charset="-128"/>
              </a:rPr>
              <a:t>キ</a:t>
            </a:r>
            <a:r>
              <a:rPr lang="ja-JP" altLang="en-US" sz="4000" b="1">
                <a:solidFill>
                  <a:srgbClr val="FF0000"/>
                </a:solidFill>
                <a:latin typeface="Calibri" panose="020F0502020204030204" charset="0"/>
                <a:ea typeface="UD Digi Kyokasho N" panose="02020400000000000000" pitchFamily="17" charset="-128"/>
              </a:rPr>
              <a:t>キョ</a:t>
            </a:r>
            <a:r>
              <a:rPr lang="ja-JP" altLang="en-US" sz="4000" b="1">
                <a:solidFill>
                  <a:schemeClr val="tx1"/>
                </a:solidFill>
                <a:latin typeface="Calibri" panose="020F0502020204030204" charset="0"/>
                <a:ea typeface="UD Digi Kyokasho N" panose="02020400000000000000" pitchFamily="17" charset="-128"/>
              </a:rPr>
              <a:t>ウ</a:t>
            </a:r>
          </a:p>
        </p:txBody>
      </p:sp>
      <p:pic>
        <p:nvPicPr>
          <p:cNvPr id="19" name="Picture 18"/>
          <p:cNvPicPr/>
          <p:nvPr/>
        </p:nvPicPr>
        <p:blipFill>
          <a:blip r:embed="rId5"/>
          <a:stretch>
            <a:fillRect/>
          </a:stretch>
        </p:blipFill>
        <p:spPr>
          <a:xfrm>
            <a:off x="7649210" y="2954020"/>
            <a:ext cx="2302510" cy="2439035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6"/>
          <a:stretch>
            <a:fillRect/>
          </a:stretch>
        </p:blipFill>
        <p:spPr>
          <a:xfrm>
            <a:off x="671195" y="2869565"/>
            <a:ext cx="2409190" cy="23660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5" grpId="0"/>
      <p:bldP spid="5" grpId="1"/>
      <p:bldP spid="18" grpId="0"/>
      <p:bldP spid="1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/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  <p:pic>
        <p:nvPicPr>
          <p:cNvPr id="7" name="Picture 6"/>
          <p:cNvPicPr/>
          <p:nvPr/>
        </p:nvPicPr>
        <p:blipFill>
          <a:blip r:embed="rId9"/>
          <a:stretch>
            <a:fillRect/>
          </a:stretch>
        </p:blipFill>
        <p:spPr>
          <a:xfrm>
            <a:off x="3906520" y="2177415"/>
            <a:ext cx="2761615" cy="2201545"/>
          </a:xfrm>
          <a:prstGeom prst="rect">
            <a:avLst/>
          </a:prstGeom>
        </p:spPr>
      </p:pic>
      <p:pic>
        <p:nvPicPr>
          <p:cNvPr id="25" name="Picture 24"/>
          <p:cNvPicPr/>
          <p:nvPr/>
        </p:nvPicPr>
        <p:blipFill>
          <a:blip r:embed="rId10"/>
          <a:stretch>
            <a:fillRect/>
          </a:stretch>
        </p:blipFill>
        <p:spPr>
          <a:xfrm>
            <a:off x="511810" y="3340100"/>
            <a:ext cx="2580005" cy="2454910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11"/>
          <a:stretch>
            <a:fillRect/>
          </a:stretch>
        </p:blipFill>
        <p:spPr>
          <a:xfrm>
            <a:off x="7399020" y="3359150"/>
            <a:ext cx="2392045" cy="256349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4220210" y="1260475"/>
            <a:ext cx="29159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>
                <a:solidFill>
                  <a:srgbClr val="FF0000"/>
                </a:solidFill>
                <a:latin typeface="Calibri" panose="020F0502020204030204" charset="0"/>
                <a:ea typeface="UD Digi Kyokasho N" panose="02020400000000000000" pitchFamily="17" charset="-128"/>
              </a:rPr>
              <a:t>ギュ</a:t>
            </a:r>
            <a:r>
              <a:rPr lang="ja-JP" altLang="en-US" sz="4000" b="1">
                <a:solidFill>
                  <a:schemeClr val="tx1"/>
                </a:solidFill>
                <a:latin typeface="Calibri" panose="020F0502020204030204" charset="0"/>
                <a:ea typeface="UD Digi Kyokasho N" panose="02020400000000000000" pitchFamily="17" charset="-128"/>
              </a:rPr>
              <a:t>ウ二ク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734060" y="2177415"/>
            <a:ext cx="2136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solidFill>
                  <a:srgbClr val="FF0000"/>
                </a:solidFill>
                <a:latin typeface="Calibri" panose="020F0502020204030204" charset="0"/>
              </a:rPr>
              <a:t>ギャ</a:t>
            </a:r>
            <a:r>
              <a:rPr lang="ja-JP" altLang="en-US" sz="4000" b="1" dirty="0">
                <a:solidFill>
                  <a:schemeClr val="tx1"/>
                </a:solidFill>
                <a:latin typeface="Calibri" panose="020F0502020204030204" charset="0"/>
              </a:rPr>
              <a:t>ル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7704455" y="2664460"/>
            <a:ext cx="24091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solidFill>
                  <a:srgbClr val="FF0000"/>
                </a:solidFill>
                <a:latin typeface="Calibri" panose="020F0502020204030204" charset="0"/>
              </a:rPr>
              <a:t>ギョ</a:t>
            </a:r>
            <a:r>
              <a:rPr lang="ja-JP" altLang="en-US" sz="4000" b="1" dirty="0">
                <a:latin typeface="Calibri" panose="020F0502020204030204" charset="0"/>
              </a:rPr>
              <a:t>ウ</a:t>
            </a:r>
            <a:r>
              <a:rPr lang="ja-JP" altLang="en-US" sz="4000" b="1" dirty="0">
                <a:solidFill>
                  <a:schemeClr val="tx1"/>
                </a:solidFill>
                <a:latin typeface="Calibri" panose="020F0502020204030204" charset="0"/>
              </a:rPr>
              <a:t>ザ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A26A93-8E19-F474-8934-848CEF3C18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7302" y="4029827"/>
            <a:ext cx="771022" cy="779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  <p:bldP spid="12" grpId="0"/>
      <p:bldP spid="1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309245" y="300990"/>
            <a:ext cx="3060065" cy="650875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ャ　ュ　ョ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11"/>
          <p:cNvSpPr txBox="1"/>
          <p:nvPr/>
        </p:nvSpPr>
        <p:spPr>
          <a:xfrm>
            <a:off x="767080" y="1607185"/>
            <a:ext cx="30499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>
                <a:latin typeface="UD Digi Kyokasho N" panose="02020400000000000000" pitchFamily="17" charset="-128"/>
                <a:ea typeface="UD Digi Kyokasho N" panose="02020400000000000000" pitchFamily="17" charset="-128"/>
                <a:cs typeface="UD Digi Kyokasho N" panose="02020400000000000000" pitchFamily="17" charset="-128"/>
              </a:rPr>
              <a:t>シ＋ャ</a:t>
            </a:r>
            <a:r>
              <a:rPr lang="ja-JP" altLang="en-US" sz="3200" b="1" dirty="0"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→</a:t>
            </a:r>
            <a:r>
              <a:rPr lang="ja-JP" altLang="en-US" sz="3200" b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cs typeface="UD Digi Kyokasho N" panose="02020400000000000000" pitchFamily="17" charset="-128"/>
              </a:rPr>
              <a:t>シャ</a:t>
            </a:r>
          </a:p>
        </p:txBody>
      </p:sp>
      <p:pic>
        <p:nvPicPr>
          <p:cNvPr id="14" name="Picture 13" descr="Screenshot 2026-02-19 16580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3360" y="1538605"/>
            <a:ext cx="5867400" cy="1714500"/>
          </a:xfrm>
          <a:prstGeom prst="rect">
            <a:avLst/>
          </a:prstGeom>
        </p:spPr>
      </p:pic>
      <p:pic>
        <p:nvPicPr>
          <p:cNvPr id="15" name="Picture 14" descr="Screenshot 2026-02-19 1658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27170" y="3848100"/>
            <a:ext cx="5848350" cy="170497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21360" y="2108200"/>
            <a:ext cx="30353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シ＋ュ</a:t>
            </a:r>
            <a:r>
              <a:rPr lang="ja-JP" altLang="en-US" sz="3200" b="1" dirty="0"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→</a:t>
            </a:r>
            <a:r>
              <a:rPr lang="ja-JP" altLang="en-US" sz="3200" b="1">
                <a:solidFill>
                  <a:srgbClr val="FF0000"/>
                </a:solidFill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シュ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767080" y="2669540"/>
            <a:ext cx="29718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シ＋ョ</a:t>
            </a:r>
            <a:r>
              <a:rPr lang="ja-JP" altLang="en-US" sz="3200" b="1" dirty="0"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→</a:t>
            </a:r>
            <a:r>
              <a:rPr lang="ja-JP" altLang="en-US" sz="3200" b="1">
                <a:solidFill>
                  <a:srgbClr val="FF0000"/>
                </a:solidFill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ショ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38200" y="3848100"/>
            <a:ext cx="3067685" cy="523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altLang="en-US" sz="3200" b="1"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ジ＋ャ</a:t>
            </a:r>
            <a:r>
              <a:rPr lang="ja-JP" altLang="en-US" sz="3200" b="1" dirty="0"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→</a:t>
            </a:r>
            <a:r>
              <a:rPr lang="ja-JP" altLang="en-US" sz="3200" b="1" dirty="0">
                <a:solidFill>
                  <a:srgbClr val="FF0000"/>
                </a:solidFill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ジャ</a:t>
            </a:r>
            <a:endParaRPr lang="ja-JP" altLang="en-US" sz="3200" b="1">
              <a:solidFill>
                <a:srgbClr val="FF0000"/>
              </a:solidFill>
              <a:latin typeface="Calibri" panose="020F0502020204030204" charset="0"/>
              <a:ea typeface="UD Digi Kyokasho N" panose="02020400000000000000" pitchFamily="17" charset="-128"/>
              <a:cs typeface="Calibri" panose="020F0502020204030204" charset="0"/>
              <a:sym typeface="+mn-ea"/>
            </a:endParaRPr>
          </a:p>
          <a:p>
            <a:endParaRPr lang="ja-JP" altLang="en-US" sz="3200" b="1">
              <a:solidFill>
                <a:srgbClr val="FF0000"/>
              </a:solidFill>
              <a:latin typeface="Calibri" panose="020F0502020204030204" charset="0"/>
              <a:ea typeface="UD Digi Kyokasho N" panose="02020400000000000000" pitchFamily="17" charset="-128"/>
              <a:cs typeface="Calibri" panose="020F05020202040302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38200" y="5104765"/>
            <a:ext cx="2918460" cy="525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altLang="en-US" sz="3200" b="1"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ジ＋ョ</a:t>
            </a:r>
            <a:r>
              <a:rPr lang="ja-JP" altLang="en-US" sz="3200" b="1" dirty="0"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→</a:t>
            </a:r>
            <a:r>
              <a:rPr lang="ja-JP" altLang="en-US" sz="3200" b="1" dirty="0">
                <a:solidFill>
                  <a:srgbClr val="FF0000"/>
                </a:solidFill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ジ</a:t>
            </a:r>
            <a:r>
              <a:rPr lang="ja-JP" altLang="en-US" sz="3200" b="1">
                <a:solidFill>
                  <a:srgbClr val="FF0000"/>
                </a:solidFill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ョ</a:t>
            </a:r>
          </a:p>
          <a:p>
            <a:endParaRPr lang="ja-JP" altLang="en-US" sz="3200" b="1">
              <a:solidFill>
                <a:srgbClr val="FF0000"/>
              </a:solidFill>
              <a:latin typeface="Calibri" panose="020F0502020204030204" charset="0"/>
              <a:ea typeface="UD Digi Kyokasho N" panose="02020400000000000000" pitchFamily="17" charset="-128"/>
              <a:cs typeface="Calibri" panose="020F05020202040302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838200" y="4486275"/>
            <a:ext cx="2849245" cy="366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altLang="en-US" sz="3200" b="1"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ジ＋ュ</a:t>
            </a:r>
            <a:r>
              <a:rPr lang="ja-JP" altLang="en-US" sz="3200" b="1" dirty="0"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→</a:t>
            </a:r>
            <a:r>
              <a:rPr lang="ja-JP" altLang="en-US" sz="3200" b="1" dirty="0">
                <a:solidFill>
                  <a:srgbClr val="FF0000"/>
                </a:solidFill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ジュ</a:t>
            </a:r>
            <a:endParaRPr lang="ja-JP" altLang="en-US" b="1">
              <a:solidFill>
                <a:srgbClr val="FF0000"/>
              </a:solidFill>
              <a:latin typeface="Calibri" panose="020F0502020204030204" charset="0"/>
              <a:ea typeface="UD Digi Kyokasho N" panose="02020400000000000000" pitchFamily="17" charset="-128"/>
              <a:cs typeface="Calibri" panose="020F0502020204030204" charset="0"/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3" grpId="0"/>
      <p:bldP spid="3" grpId="1"/>
      <p:bldP spid="5" grpId="0"/>
      <p:bldP spid="5" grpId="1"/>
      <p:bldP spid="6" grpId="0"/>
      <p:bldP spid="6" grpId="1"/>
      <p:bldP spid="7" grpId="0"/>
      <p:bldP spid="7" grpId="1"/>
      <p:bldP spid="9" grpId="0"/>
      <p:bldP spid="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2632" y="1536227"/>
            <a:ext cx="2458313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Calibri" panose="020F0502020204030204" charset="0"/>
                <a:ea typeface="UD Digi Kyokasho N" panose="02020400000000000000" pitchFamily="17" charset="-128"/>
              </a:rPr>
              <a:t>シャ</a:t>
            </a:r>
            <a:r>
              <a:rPr lang="ja-JP" altLang="en-US" sz="4400" b="1" dirty="0">
                <a:latin typeface="Calibri" panose="020F0502020204030204" charset="0"/>
                <a:ea typeface="UD Digi Kyokasho N" panose="02020400000000000000" pitchFamily="17" charset="-128"/>
              </a:rPr>
              <a:t>ワー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1090" y="1917065"/>
            <a:ext cx="246570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ショ</a:t>
            </a:r>
            <a:r>
              <a:rPr lang="ja-JP" altLang="en-US" sz="4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33968" y="767426"/>
            <a:ext cx="2454249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シュ</a:t>
            </a:r>
            <a:r>
              <a:rPr lang="ja-JP" altLang="en-US" sz="4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ガー</a:t>
            </a:r>
          </a:p>
        </p:txBody>
      </p:sp>
      <p:pic>
        <p:nvPicPr>
          <p:cNvPr id="10" name="Picture 9"/>
          <p:cNvPicPr/>
          <p:nvPr/>
        </p:nvPicPr>
        <p:blipFill>
          <a:blip r:embed="rId4"/>
          <a:stretch>
            <a:fillRect/>
          </a:stretch>
        </p:blipFill>
        <p:spPr>
          <a:xfrm>
            <a:off x="3960495" y="2123440"/>
            <a:ext cx="2334260" cy="2779395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5"/>
          <a:stretch>
            <a:fillRect/>
          </a:stretch>
        </p:blipFill>
        <p:spPr>
          <a:xfrm>
            <a:off x="7190105" y="3057525"/>
            <a:ext cx="3007360" cy="2789555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6"/>
          <a:stretch>
            <a:fillRect/>
          </a:stretch>
        </p:blipFill>
        <p:spPr>
          <a:xfrm flipH="1">
            <a:off x="672465" y="2685415"/>
            <a:ext cx="2267585" cy="25266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7530" y="2057400"/>
            <a:ext cx="322516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ジョ</a:t>
            </a:r>
            <a:r>
              <a:rPr lang="ja-JP" altLang="en-US" sz="4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ギング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479" y="1690688"/>
            <a:ext cx="212359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ジャ</a:t>
            </a: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0685" y="791210"/>
            <a:ext cx="26974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ジュ</a:t>
            </a: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ース</a:t>
            </a:r>
          </a:p>
        </p:txBody>
      </p:sp>
      <p:pic>
        <p:nvPicPr>
          <p:cNvPr id="5" name="Picture 4"/>
          <p:cNvPicPr/>
          <p:nvPr/>
        </p:nvPicPr>
        <p:blipFill>
          <a:blip r:embed="rId4"/>
          <a:stretch>
            <a:fillRect/>
          </a:stretch>
        </p:blipFill>
        <p:spPr>
          <a:xfrm>
            <a:off x="692785" y="2710815"/>
            <a:ext cx="2500630" cy="319087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4284345" y="1536065"/>
            <a:ext cx="1990090" cy="2997835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6"/>
          <a:stretch>
            <a:fillRect/>
          </a:stretch>
        </p:blipFill>
        <p:spPr>
          <a:xfrm>
            <a:off x="8374380" y="3192145"/>
            <a:ext cx="1623695" cy="2285365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7"/>
          <a:stretch>
            <a:fillRect/>
          </a:stretch>
        </p:blipFill>
        <p:spPr>
          <a:xfrm>
            <a:off x="7258050" y="3254375"/>
            <a:ext cx="1315720" cy="2354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124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13"/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MASHQ</a:t>
            </a:r>
          </a:p>
        </p:txBody>
      </p:sp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944245" y="1313815"/>
            <a:ext cx="1974215" cy="2112010"/>
          </a:xfrm>
          <a:prstGeom prst="rect">
            <a:avLst/>
          </a:prstGeom>
        </p:spPr>
      </p:pic>
      <p:sp>
        <p:nvSpPr>
          <p:cNvPr id="12" name="Прямоугольник: скругленные углы 17"/>
          <p:cNvSpPr/>
          <p:nvPr/>
        </p:nvSpPr>
        <p:spPr>
          <a:xfrm>
            <a:off x="1036256" y="350337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キ</a:t>
            </a:r>
          </a:p>
        </p:txBody>
      </p:sp>
      <p:sp>
        <p:nvSpPr>
          <p:cNvPr id="16" name="Прямоугольник: скругленные углы 17"/>
          <p:cNvSpPr/>
          <p:nvPr/>
        </p:nvSpPr>
        <p:spPr>
          <a:xfrm>
            <a:off x="1542986" y="350337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ヤ</a:t>
            </a:r>
          </a:p>
        </p:txBody>
      </p:sp>
      <p:sp>
        <p:nvSpPr>
          <p:cNvPr id="15" name="Прямоугольник: скругленные углы 17"/>
          <p:cNvSpPr/>
          <p:nvPr/>
        </p:nvSpPr>
        <p:spPr>
          <a:xfrm>
            <a:off x="2049716" y="350337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ベ</a:t>
            </a:r>
          </a:p>
        </p:txBody>
      </p:sp>
      <p:sp>
        <p:nvSpPr>
          <p:cNvPr id="13" name="Прямоугольник: скругленные углы 17"/>
          <p:cNvSpPr/>
          <p:nvPr/>
        </p:nvSpPr>
        <p:spPr>
          <a:xfrm>
            <a:off x="2556446" y="350337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ツ</a:t>
            </a:r>
          </a:p>
        </p:txBody>
      </p:sp>
      <p:sp>
        <p:nvSpPr>
          <p:cNvPr id="17" name="Прямоугольник: скругленные углы 17"/>
          <p:cNvSpPr/>
          <p:nvPr/>
        </p:nvSpPr>
        <p:spPr>
          <a:xfrm>
            <a:off x="2556510" y="4011930"/>
            <a:ext cx="506730" cy="50863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ツ</a:t>
            </a:r>
            <a:endParaRPr lang="ja-JP" altLang="ru-RU" sz="2400" dirty="0">
              <a:solidFill>
                <a:srgbClr val="FF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8" name="Прямоугольник: скругленные углы 17"/>
          <p:cNvSpPr/>
          <p:nvPr/>
        </p:nvSpPr>
        <p:spPr>
          <a:xfrm>
            <a:off x="2049716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ベ</a:t>
            </a:r>
            <a:endParaRPr lang="ja-JP" altLang="ru-RU" sz="2400" dirty="0">
              <a:solidFill>
                <a:srgbClr val="FF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9" name="Прямоугольник: скругленные углы 17"/>
          <p:cNvSpPr/>
          <p:nvPr/>
        </p:nvSpPr>
        <p:spPr>
          <a:xfrm>
            <a:off x="1542986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ャ</a:t>
            </a:r>
          </a:p>
        </p:txBody>
      </p:sp>
      <p:sp>
        <p:nvSpPr>
          <p:cNvPr id="20" name="Прямоугольник: скругленные углы 17"/>
          <p:cNvSpPr/>
          <p:nvPr/>
        </p:nvSpPr>
        <p:spPr>
          <a:xfrm>
            <a:off x="1036256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キ</a:t>
            </a:r>
          </a:p>
        </p:txBody>
      </p:sp>
      <p:sp>
        <p:nvSpPr>
          <p:cNvPr id="21" name="Прямоугольник: скругленные углы 17"/>
          <p:cNvSpPr/>
          <p:nvPr/>
        </p:nvSpPr>
        <p:spPr>
          <a:xfrm>
            <a:off x="8508936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ザ</a:t>
            </a:r>
          </a:p>
        </p:txBody>
      </p:sp>
      <p:sp>
        <p:nvSpPr>
          <p:cNvPr id="22" name="Прямоугольник: скругленные углы 17"/>
          <p:cNvSpPr/>
          <p:nvPr/>
        </p:nvSpPr>
        <p:spPr>
          <a:xfrm>
            <a:off x="7995856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ヨ</a:t>
            </a:r>
          </a:p>
        </p:txBody>
      </p:sp>
      <p:sp>
        <p:nvSpPr>
          <p:cNvPr id="23" name="Прямоугольник: скругленные углы 17"/>
          <p:cNvSpPr/>
          <p:nvPr/>
        </p:nvSpPr>
        <p:spPr>
          <a:xfrm>
            <a:off x="7496746" y="401073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ギ</a:t>
            </a:r>
          </a:p>
        </p:txBody>
      </p:sp>
      <p:sp>
        <p:nvSpPr>
          <p:cNvPr id="24" name="Прямоугольник: скругленные углы 17"/>
          <p:cNvSpPr/>
          <p:nvPr/>
        </p:nvSpPr>
        <p:spPr>
          <a:xfrm>
            <a:off x="8508936" y="350337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ザ</a:t>
            </a:r>
          </a:p>
        </p:txBody>
      </p:sp>
      <p:sp>
        <p:nvSpPr>
          <p:cNvPr id="25" name="Прямоугольник: скругленные углы 17"/>
          <p:cNvSpPr/>
          <p:nvPr/>
        </p:nvSpPr>
        <p:spPr>
          <a:xfrm>
            <a:off x="8006016" y="350337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ョ</a:t>
            </a:r>
          </a:p>
        </p:txBody>
      </p:sp>
      <p:sp>
        <p:nvSpPr>
          <p:cNvPr id="26" name="Прямоугольник: скругленные углы 17"/>
          <p:cNvSpPr/>
          <p:nvPr/>
        </p:nvSpPr>
        <p:spPr>
          <a:xfrm>
            <a:off x="7495476" y="350210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ギ</a:t>
            </a:r>
          </a:p>
        </p:txBody>
      </p:sp>
      <p:sp>
        <p:nvSpPr>
          <p:cNvPr id="27" name="Прямоугольник: скругленные углы 17"/>
          <p:cNvSpPr/>
          <p:nvPr/>
        </p:nvSpPr>
        <p:spPr>
          <a:xfrm>
            <a:off x="5986081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ラ</a:t>
            </a:r>
          </a:p>
        </p:txBody>
      </p:sp>
      <p:sp>
        <p:nvSpPr>
          <p:cNvPr id="28" name="Прямоугольник: скругленные углы 17"/>
          <p:cNvSpPr/>
          <p:nvPr/>
        </p:nvSpPr>
        <p:spPr>
          <a:xfrm>
            <a:off x="5976556" y="350337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ラ</a:t>
            </a:r>
          </a:p>
        </p:txBody>
      </p:sp>
      <p:sp>
        <p:nvSpPr>
          <p:cNvPr id="29" name="Прямоугольник: скругленные углы 17"/>
          <p:cNvSpPr/>
          <p:nvPr/>
        </p:nvSpPr>
        <p:spPr>
          <a:xfrm>
            <a:off x="5469826" y="401073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ユ</a:t>
            </a:r>
          </a:p>
        </p:txBody>
      </p:sp>
      <p:sp>
        <p:nvSpPr>
          <p:cNvPr id="30" name="Прямоугольник: скругленные углы 17"/>
          <p:cNvSpPr/>
          <p:nvPr/>
        </p:nvSpPr>
        <p:spPr>
          <a:xfrm>
            <a:off x="5469826" y="350210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ュ</a:t>
            </a:r>
          </a:p>
        </p:txBody>
      </p:sp>
      <p:sp>
        <p:nvSpPr>
          <p:cNvPr id="31" name="Прямоугольник: скругленные углы 17"/>
          <p:cNvSpPr/>
          <p:nvPr/>
        </p:nvSpPr>
        <p:spPr>
          <a:xfrm>
            <a:off x="4963096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キ</a:t>
            </a:r>
          </a:p>
        </p:txBody>
      </p:sp>
      <p:sp>
        <p:nvSpPr>
          <p:cNvPr id="32" name="Прямоугольник: скругленные углы 17"/>
          <p:cNvSpPr/>
          <p:nvPr/>
        </p:nvSpPr>
        <p:spPr>
          <a:xfrm>
            <a:off x="4963096" y="350210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キ</a:t>
            </a:r>
          </a:p>
        </p:txBody>
      </p:sp>
      <p:sp>
        <p:nvSpPr>
          <p:cNvPr id="33" name="Прямоугольник: скругленные углы 17"/>
          <p:cNvSpPr/>
          <p:nvPr/>
        </p:nvSpPr>
        <p:spPr>
          <a:xfrm>
            <a:off x="4456366" y="401073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ラ</a:t>
            </a:r>
          </a:p>
        </p:txBody>
      </p:sp>
      <p:sp>
        <p:nvSpPr>
          <p:cNvPr id="35" name="Прямоугольник: скругленные углы 17"/>
          <p:cNvSpPr/>
          <p:nvPr/>
        </p:nvSpPr>
        <p:spPr>
          <a:xfrm>
            <a:off x="4456366" y="350337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ラ</a:t>
            </a:r>
          </a:p>
        </p:txBody>
      </p:sp>
      <p:sp>
        <p:nvSpPr>
          <p:cNvPr id="36" name="Прямоугольник: скругленные углы 17"/>
          <p:cNvSpPr/>
          <p:nvPr/>
        </p:nvSpPr>
        <p:spPr>
          <a:xfrm>
            <a:off x="3949636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ド</a:t>
            </a:r>
          </a:p>
        </p:txBody>
      </p:sp>
      <p:sp>
        <p:nvSpPr>
          <p:cNvPr id="37" name="Прямоугольник: скругленные углы 17"/>
          <p:cNvSpPr/>
          <p:nvPr/>
        </p:nvSpPr>
        <p:spPr>
          <a:xfrm>
            <a:off x="3949636" y="350337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ド</a:t>
            </a:r>
          </a:p>
        </p:txBody>
      </p:sp>
      <p:pic>
        <p:nvPicPr>
          <p:cNvPr id="47" name="Picture 46"/>
          <p:cNvPicPr/>
          <p:nvPr/>
        </p:nvPicPr>
        <p:blipFill>
          <a:blip r:embed="rId5"/>
          <a:stretch>
            <a:fillRect/>
          </a:stretch>
        </p:blipFill>
        <p:spPr>
          <a:xfrm>
            <a:off x="3848735" y="633730"/>
            <a:ext cx="2811145" cy="2633345"/>
          </a:xfrm>
          <a:prstGeom prst="rect">
            <a:avLst/>
          </a:prstGeom>
        </p:spPr>
      </p:pic>
      <p:pic>
        <p:nvPicPr>
          <p:cNvPr id="48" name="Picture 47"/>
          <p:cNvPicPr/>
          <p:nvPr/>
        </p:nvPicPr>
        <p:blipFill>
          <a:blip r:embed="rId6"/>
          <a:stretch>
            <a:fillRect/>
          </a:stretch>
        </p:blipFill>
        <p:spPr>
          <a:xfrm>
            <a:off x="7388225" y="1056640"/>
            <a:ext cx="2041525" cy="2210435"/>
          </a:xfrm>
          <a:prstGeom prst="rect">
            <a:avLst/>
          </a:prstGeom>
        </p:spPr>
      </p:pic>
      <p:sp>
        <p:nvSpPr>
          <p:cNvPr id="49" name="Text Box 48"/>
          <p:cNvSpPr txBox="1"/>
          <p:nvPr/>
        </p:nvSpPr>
        <p:spPr>
          <a:xfrm>
            <a:off x="3189605" y="4011930"/>
            <a:ext cx="59880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Berlin Sans FB Demi" panose="020E0802020502020306" charset="0"/>
                <a:ea typeface="Yu Mincho Demibold" panose="02020600000000000000" charset="-128"/>
                <a:cs typeface="Berlin Sans FB Demi" panose="020E0802020502020306" charset="0"/>
              </a:rPr>
              <a:t>√</a:t>
            </a:r>
          </a:p>
        </p:txBody>
      </p:sp>
      <p:sp>
        <p:nvSpPr>
          <p:cNvPr id="50" name="Text Box 49"/>
          <p:cNvSpPr txBox="1"/>
          <p:nvPr/>
        </p:nvSpPr>
        <p:spPr>
          <a:xfrm>
            <a:off x="6675120" y="3425825"/>
            <a:ext cx="5486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Berlin Sans FB Demi" panose="020E0802020502020306" charset="0"/>
                <a:ea typeface="Yu Mincho Demibold" panose="02020600000000000000" charset="-128"/>
                <a:cs typeface="Berlin Sans FB Demi" panose="020E0802020502020306" charset="0"/>
                <a:sym typeface="+mn-ea"/>
              </a:rPr>
              <a:t>√</a:t>
            </a:r>
          </a:p>
        </p:txBody>
      </p:sp>
      <p:sp>
        <p:nvSpPr>
          <p:cNvPr id="51" name="Text Box 50"/>
          <p:cNvSpPr txBox="1"/>
          <p:nvPr/>
        </p:nvSpPr>
        <p:spPr>
          <a:xfrm>
            <a:off x="9147175" y="3425825"/>
            <a:ext cx="5200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Berlin Sans FB Demi" panose="020E0802020502020306" charset="0"/>
                <a:ea typeface="Yu Mincho Demibold" panose="02020600000000000000" charset="-128"/>
                <a:cs typeface="Berlin Sans FB Demi" panose="020E0802020502020306" charset="0"/>
                <a:sym typeface="+mn-ea"/>
              </a:rPr>
              <a:t>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6" grpId="0" animBg="1"/>
      <p:bldP spid="16" grpId="1" animBg="1"/>
      <p:bldP spid="15" grpId="0" animBg="1"/>
      <p:bldP spid="15" grpId="1" animBg="1"/>
      <p:bldP spid="13" grpId="0" animBg="1"/>
      <p:bldP spid="13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49" grpId="0"/>
      <p:bldP spid="49" grpId="1"/>
      <p:bldP spid="50" grpId="0"/>
      <p:bldP spid="50" grpId="1"/>
      <p:bldP spid="51" grpId="0"/>
      <p:bldP spid="5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MASHQ</a:t>
            </a:r>
          </a:p>
        </p:txBody>
      </p:sp>
      <p:pic>
        <p:nvPicPr>
          <p:cNvPr id="3" name="Picture 2"/>
          <p:cNvPicPr/>
          <p:nvPr/>
        </p:nvPicPr>
        <p:blipFill>
          <a:blip r:embed="rId4"/>
          <a:stretch>
            <a:fillRect/>
          </a:stretch>
        </p:blipFill>
        <p:spPr>
          <a:xfrm flipH="1">
            <a:off x="1410970" y="1346200"/>
            <a:ext cx="1290955" cy="1829435"/>
          </a:xfrm>
          <a:prstGeom prst="rect">
            <a:avLst/>
          </a:prstGeom>
        </p:spPr>
      </p:pic>
      <p:sp>
        <p:nvSpPr>
          <p:cNvPr id="5" name="Прямоугольник: скругленные углы 17"/>
          <p:cNvSpPr/>
          <p:nvPr/>
        </p:nvSpPr>
        <p:spPr>
          <a:xfrm>
            <a:off x="1036256" y="350337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シ</a:t>
            </a:r>
          </a:p>
        </p:txBody>
      </p:sp>
      <p:sp>
        <p:nvSpPr>
          <p:cNvPr id="6" name="Прямоугольник: скругленные углы 17"/>
          <p:cNvSpPr/>
          <p:nvPr/>
        </p:nvSpPr>
        <p:spPr>
          <a:xfrm>
            <a:off x="1542986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ャ</a:t>
            </a:r>
          </a:p>
        </p:txBody>
      </p:sp>
      <p:sp>
        <p:nvSpPr>
          <p:cNvPr id="7" name="Прямоугольник: скругленные углы 17"/>
          <p:cNvSpPr/>
          <p:nvPr/>
        </p:nvSpPr>
        <p:spPr>
          <a:xfrm>
            <a:off x="2057336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ワ</a:t>
            </a:r>
          </a:p>
        </p:txBody>
      </p:sp>
      <p:sp>
        <p:nvSpPr>
          <p:cNvPr id="10" name="Прямоугольник: скругленные углы 17"/>
          <p:cNvSpPr/>
          <p:nvPr/>
        </p:nvSpPr>
        <p:spPr>
          <a:xfrm>
            <a:off x="2564066" y="3504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ー</a:t>
            </a:r>
          </a:p>
        </p:txBody>
      </p:sp>
      <p:sp>
        <p:nvSpPr>
          <p:cNvPr id="15" name="Прямоугольник: скругленные углы 17"/>
          <p:cNvSpPr/>
          <p:nvPr/>
        </p:nvSpPr>
        <p:spPr>
          <a:xfrm>
            <a:off x="2057336" y="3504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ワ</a:t>
            </a:r>
          </a:p>
        </p:txBody>
      </p:sp>
      <p:sp>
        <p:nvSpPr>
          <p:cNvPr id="16" name="Прямоугольник: скругленные углы 17"/>
          <p:cNvSpPr/>
          <p:nvPr/>
        </p:nvSpPr>
        <p:spPr>
          <a:xfrm>
            <a:off x="1546796" y="350337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ヤ</a:t>
            </a:r>
          </a:p>
        </p:txBody>
      </p:sp>
      <p:sp>
        <p:nvSpPr>
          <p:cNvPr id="17" name="Прямоугольник: скругленные углы 17"/>
          <p:cNvSpPr/>
          <p:nvPr/>
        </p:nvSpPr>
        <p:spPr>
          <a:xfrm>
            <a:off x="2564066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ー</a:t>
            </a:r>
          </a:p>
        </p:txBody>
      </p:sp>
      <p:sp>
        <p:nvSpPr>
          <p:cNvPr id="18" name="Прямоугольник: скругленные углы 17"/>
          <p:cNvSpPr/>
          <p:nvPr/>
        </p:nvSpPr>
        <p:spPr>
          <a:xfrm>
            <a:off x="1035621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シ</a:t>
            </a:r>
          </a:p>
        </p:txBody>
      </p:sp>
      <p:pic>
        <p:nvPicPr>
          <p:cNvPr id="20" name="Picture 19"/>
          <p:cNvPicPr/>
          <p:nvPr/>
        </p:nvPicPr>
        <p:blipFill>
          <a:blip r:embed="rId5"/>
          <a:stretch>
            <a:fillRect/>
          </a:stretch>
        </p:blipFill>
        <p:spPr>
          <a:xfrm>
            <a:off x="4284345" y="1266825"/>
            <a:ext cx="1811655" cy="2046605"/>
          </a:xfrm>
          <a:prstGeom prst="rect">
            <a:avLst/>
          </a:prstGeom>
        </p:spPr>
      </p:pic>
      <p:sp>
        <p:nvSpPr>
          <p:cNvPr id="22" name="Прямоугольник: скругленные углы 17"/>
          <p:cNvSpPr/>
          <p:nvPr/>
        </p:nvSpPr>
        <p:spPr>
          <a:xfrm>
            <a:off x="6850316" y="350337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ジ</a:t>
            </a:r>
          </a:p>
        </p:txBody>
      </p:sp>
      <p:sp>
        <p:nvSpPr>
          <p:cNvPr id="23" name="Прямоугольник: скругленные углы 17"/>
          <p:cNvSpPr/>
          <p:nvPr/>
        </p:nvSpPr>
        <p:spPr>
          <a:xfrm>
            <a:off x="5488241" y="401264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ス</a:t>
            </a:r>
          </a:p>
        </p:txBody>
      </p:sp>
      <p:sp>
        <p:nvSpPr>
          <p:cNvPr id="24" name="Прямоугольник: скругленные углы 17"/>
          <p:cNvSpPr/>
          <p:nvPr/>
        </p:nvSpPr>
        <p:spPr>
          <a:xfrm>
            <a:off x="4987861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ー</a:t>
            </a:r>
            <a:endParaRPr lang="ja-JP" altLang="ru-RU" sz="2400" dirty="0">
              <a:solidFill>
                <a:srgbClr val="FF0000"/>
              </a:solidFill>
              <a:ea typeface="UD Digi Kyokasho N" panose="02020400000000000000" pitchFamily="17" charset="-128"/>
            </a:endParaRPr>
          </a:p>
        </p:txBody>
      </p:sp>
      <p:sp>
        <p:nvSpPr>
          <p:cNvPr id="25" name="Прямоугольник: скругленные углы 17"/>
          <p:cNvSpPr/>
          <p:nvPr/>
        </p:nvSpPr>
        <p:spPr>
          <a:xfrm>
            <a:off x="4457636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ユ</a:t>
            </a:r>
          </a:p>
        </p:txBody>
      </p:sp>
      <p:sp>
        <p:nvSpPr>
          <p:cNvPr id="26" name="Прямоугольник: скругленные углы 17"/>
          <p:cNvSpPr/>
          <p:nvPr/>
        </p:nvSpPr>
        <p:spPr>
          <a:xfrm>
            <a:off x="3950906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ジ</a:t>
            </a:r>
          </a:p>
        </p:txBody>
      </p:sp>
      <p:sp>
        <p:nvSpPr>
          <p:cNvPr id="27" name="Прямоугольник: скругленные углы 17"/>
          <p:cNvSpPr/>
          <p:nvPr/>
        </p:nvSpPr>
        <p:spPr>
          <a:xfrm>
            <a:off x="3959161" y="350337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ジ</a:t>
            </a:r>
          </a:p>
        </p:txBody>
      </p:sp>
      <p:sp>
        <p:nvSpPr>
          <p:cNvPr id="28" name="Прямоугольник: скругленные углы 17"/>
          <p:cNvSpPr/>
          <p:nvPr/>
        </p:nvSpPr>
        <p:spPr>
          <a:xfrm>
            <a:off x="5497131" y="350337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ス</a:t>
            </a:r>
          </a:p>
        </p:txBody>
      </p:sp>
      <p:sp>
        <p:nvSpPr>
          <p:cNvPr id="29" name="Прямоугольник: скругленные углы 17"/>
          <p:cNvSpPr/>
          <p:nvPr/>
        </p:nvSpPr>
        <p:spPr>
          <a:xfrm>
            <a:off x="4995481" y="3504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ー</a:t>
            </a:r>
            <a:endParaRPr lang="ja-JP" altLang="ru-RU" sz="2400" dirty="0">
              <a:solidFill>
                <a:srgbClr val="FF0000"/>
              </a:solidFill>
              <a:ea typeface="UD Digi Kyokasho N" panose="02020400000000000000" pitchFamily="17" charset="-128"/>
            </a:endParaRPr>
          </a:p>
        </p:txBody>
      </p:sp>
      <p:sp>
        <p:nvSpPr>
          <p:cNvPr id="30" name="Прямоугольник: скругленные углы 17"/>
          <p:cNvSpPr/>
          <p:nvPr/>
        </p:nvSpPr>
        <p:spPr>
          <a:xfrm>
            <a:off x="4477321" y="350337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ュ</a:t>
            </a:r>
          </a:p>
        </p:txBody>
      </p:sp>
      <p:sp>
        <p:nvSpPr>
          <p:cNvPr id="32" name="Прямоугольник: скругленные углы 17"/>
          <p:cNvSpPr/>
          <p:nvPr/>
        </p:nvSpPr>
        <p:spPr>
          <a:xfrm>
            <a:off x="8954706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グ</a:t>
            </a:r>
          </a:p>
        </p:txBody>
      </p:sp>
      <p:sp>
        <p:nvSpPr>
          <p:cNvPr id="33" name="Прямоугольник: скругленные углы 17"/>
          <p:cNvSpPr/>
          <p:nvPr/>
        </p:nvSpPr>
        <p:spPr>
          <a:xfrm>
            <a:off x="8444166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ン</a:t>
            </a:r>
          </a:p>
        </p:txBody>
      </p:sp>
      <p:sp>
        <p:nvSpPr>
          <p:cNvPr id="35" name="Прямоугольник: скругленные углы 17"/>
          <p:cNvSpPr/>
          <p:nvPr/>
        </p:nvSpPr>
        <p:spPr>
          <a:xfrm>
            <a:off x="7918386" y="401264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ギ</a:t>
            </a:r>
          </a:p>
        </p:txBody>
      </p:sp>
      <p:sp>
        <p:nvSpPr>
          <p:cNvPr id="36" name="Прямоугольник: скругленные углы 17"/>
          <p:cNvSpPr/>
          <p:nvPr/>
        </p:nvSpPr>
        <p:spPr>
          <a:xfrm>
            <a:off x="7388161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ョ</a:t>
            </a:r>
          </a:p>
        </p:txBody>
      </p:sp>
      <p:sp>
        <p:nvSpPr>
          <p:cNvPr id="37" name="Прямоугольник: скругленные углы 17"/>
          <p:cNvSpPr/>
          <p:nvPr/>
        </p:nvSpPr>
        <p:spPr>
          <a:xfrm>
            <a:off x="6857936" y="4012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ジ</a:t>
            </a:r>
          </a:p>
        </p:txBody>
      </p:sp>
      <p:sp>
        <p:nvSpPr>
          <p:cNvPr id="47" name="Прямоугольник: скругленные углы 17"/>
          <p:cNvSpPr/>
          <p:nvPr/>
        </p:nvSpPr>
        <p:spPr>
          <a:xfrm>
            <a:off x="8936926" y="3504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グ</a:t>
            </a:r>
          </a:p>
        </p:txBody>
      </p:sp>
      <p:sp>
        <p:nvSpPr>
          <p:cNvPr id="48" name="Прямоугольник: скругленные углы 17"/>
          <p:cNvSpPr/>
          <p:nvPr/>
        </p:nvSpPr>
        <p:spPr>
          <a:xfrm>
            <a:off x="8430196" y="350337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ン</a:t>
            </a:r>
          </a:p>
        </p:txBody>
      </p:sp>
      <p:sp>
        <p:nvSpPr>
          <p:cNvPr id="49" name="Прямоугольник: скругленные углы 17"/>
          <p:cNvSpPr/>
          <p:nvPr/>
        </p:nvSpPr>
        <p:spPr>
          <a:xfrm>
            <a:off x="7906321" y="350337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ギ</a:t>
            </a:r>
          </a:p>
        </p:txBody>
      </p:sp>
      <p:sp>
        <p:nvSpPr>
          <p:cNvPr id="50" name="Прямоугольник: скругленные углы 17"/>
          <p:cNvSpPr/>
          <p:nvPr/>
        </p:nvSpPr>
        <p:spPr>
          <a:xfrm>
            <a:off x="7388161" y="3504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ru-RU" sz="2400" dirty="0">
                <a:solidFill>
                  <a:srgbClr val="FF0000"/>
                </a:solidFill>
                <a:ea typeface="UD Digi Kyokasho N" panose="02020400000000000000" pitchFamily="17" charset="-128"/>
              </a:rPr>
              <a:t>ヨ</a:t>
            </a:r>
          </a:p>
        </p:txBody>
      </p:sp>
      <p:pic>
        <p:nvPicPr>
          <p:cNvPr id="51" name="Picture 50"/>
          <p:cNvPicPr/>
          <p:nvPr/>
        </p:nvPicPr>
        <p:blipFill>
          <a:blip r:embed="rId6"/>
          <a:stretch>
            <a:fillRect/>
          </a:stretch>
        </p:blipFill>
        <p:spPr>
          <a:xfrm>
            <a:off x="7445375" y="1266825"/>
            <a:ext cx="967740" cy="1909445"/>
          </a:xfrm>
          <a:prstGeom prst="rect">
            <a:avLst/>
          </a:prstGeom>
        </p:spPr>
      </p:pic>
      <p:pic>
        <p:nvPicPr>
          <p:cNvPr id="52" name="Picture 51"/>
          <p:cNvPicPr/>
          <p:nvPr/>
        </p:nvPicPr>
        <p:blipFill>
          <a:blip r:embed="rId7"/>
          <a:stretch>
            <a:fillRect/>
          </a:stretch>
        </p:blipFill>
        <p:spPr>
          <a:xfrm>
            <a:off x="8262620" y="1250315"/>
            <a:ext cx="1107440" cy="1925320"/>
          </a:xfrm>
          <a:prstGeom prst="rect">
            <a:avLst/>
          </a:prstGeom>
        </p:spPr>
      </p:pic>
      <p:sp>
        <p:nvSpPr>
          <p:cNvPr id="53" name="Text Box 52"/>
          <p:cNvSpPr txBox="1"/>
          <p:nvPr/>
        </p:nvSpPr>
        <p:spPr>
          <a:xfrm>
            <a:off x="3158490" y="3942715"/>
            <a:ext cx="7289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Berlin Sans FB Demi" panose="020E0802020502020306" charset="0"/>
                <a:ea typeface="Yu Mincho Demibold" panose="02020600000000000000" charset="-128"/>
                <a:cs typeface="Berlin Sans FB Demi" panose="020E0802020502020306" charset="0"/>
                <a:sym typeface="+mn-ea"/>
              </a:rPr>
              <a:t>√</a:t>
            </a:r>
          </a:p>
        </p:txBody>
      </p:sp>
      <p:sp>
        <p:nvSpPr>
          <p:cNvPr id="54" name="Text Box 53"/>
          <p:cNvSpPr txBox="1"/>
          <p:nvPr/>
        </p:nvSpPr>
        <p:spPr>
          <a:xfrm>
            <a:off x="6056630" y="3362960"/>
            <a:ext cx="7289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Berlin Sans FB Demi" panose="020E0802020502020306" charset="0"/>
                <a:ea typeface="Yu Mincho Demibold" panose="02020600000000000000" charset="-128"/>
                <a:cs typeface="Berlin Sans FB Demi" panose="020E0802020502020306" charset="0"/>
                <a:sym typeface="+mn-ea"/>
              </a:rPr>
              <a:t>√</a:t>
            </a:r>
          </a:p>
        </p:txBody>
      </p:sp>
      <p:sp>
        <p:nvSpPr>
          <p:cNvPr id="55" name="Text Box 54"/>
          <p:cNvSpPr txBox="1"/>
          <p:nvPr/>
        </p:nvSpPr>
        <p:spPr>
          <a:xfrm>
            <a:off x="9472295" y="3942715"/>
            <a:ext cx="7289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Berlin Sans FB Demi" panose="020E0802020502020306" charset="0"/>
                <a:ea typeface="Yu Mincho Demibold" panose="02020600000000000000" charset="-128"/>
                <a:cs typeface="Berlin Sans FB Demi" panose="020E0802020502020306" charset="0"/>
                <a:sym typeface="+mn-ea"/>
              </a:rPr>
              <a:t>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0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2" grpId="0" animBg="1"/>
      <p:bldP spid="32" grpId="1" animBg="1"/>
      <p:bldP spid="33" grpId="0" animBg="1"/>
      <p:bldP spid="33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3" grpId="0"/>
      <p:bldP spid="53" grpId="1"/>
      <p:bldP spid="54" grpId="0"/>
      <p:bldP spid="54" grpId="1"/>
      <p:bldP spid="55" grpId="0"/>
      <p:bldP spid="5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171825" y="340360"/>
            <a:ext cx="5283835" cy="650875"/>
          </a:xfrm>
          <a:prstGeom prst="roundRect">
            <a:avLst/>
          </a:prstGeom>
          <a:solidFill>
            <a:schemeClr val="accent5"/>
          </a:solidFill>
          <a:ln>
            <a:solidFill>
              <a:srgbClr val="002060"/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UMUMLASHTIRAMIZ</a:t>
            </a:r>
          </a:p>
        </p:txBody>
      </p:sp>
      <p:sp>
        <p:nvSpPr>
          <p:cNvPr id="10" name="Прямоугольник 6"/>
          <p:cNvSpPr/>
          <p:nvPr/>
        </p:nvSpPr>
        <p:spPr>
          <a:xfrm>
            <a:off x="738505" y="1413510"/>
            <a:ext cx="4171950" cy="160210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ea typeface="UD Digi Kyokasho N" panose="02020400000000000000" pitchFamily="17" charset="-128"/>
              </a:rPr>
              <a:t>ALIFBO: KATAKANA </a:t>
            </a:r>
          </a:p>
          <a:p>
            <a:pPr algn="ctr"/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キャ　</a:t>
            </a:r>
            <a:r>
              <a:rPr lang="ja-JP" altLang="en-US" sz="28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ギャ</a:t>
            </a:r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　</a:t>
            </a:r>
            <a:r>
              <a:rPr lang="ja-JP" altLang="en-US" sz="2800" b="1" dirty="0">
                <a:solidFill>
                  <a:srgbClr val="00B0F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シャ</a:t>
            </a:r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　</a:t>
            </a:r>
            <a:r>
              <a:rPr lang="ja-JP" altLang="en-US" sz="2800" b="1" dirty="0">
                <a:solidFill>
                  <a:schemeClr val="accent2">
                    <a:lumMod val="50000"/>
                  </a:schemeClr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ジャ</a:t>
            </a:r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　</a:t>
            </a:r>
            <a:endParaRPr lang="en-US" altLang="ja-JP" sz="28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sz="2800" b="1" dirty="0">
                <a:solidFill>
                  <a:srgbClr val="FF0000"/>
                </a:solidFill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KYA</a:t>
            </a:r>
            <a:r>
              <a:rPr lang="ja-JP" altLang="en-US" sz="2800" b="1" dirty="0">
                <a:solidFill>
                  <a:srgbClr val="0070C0"/>
                </a:solidFill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　</a:t>
            </a:r>
            <a:r>
              <a:rPr lang="ja-JP" altLang="en-US" sz="2800" b="1" dirty="0">
                <a:solidFill>
                  <a:schemeClr val="accent1"/>
                </a:solidFill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 </a:t>
            </a:r>
            <a:r>
              <a:rPr lang="en-US" altLang="ja-JP" sz="2800" b="1" dirty="0">
                <a:solidFill>
                  <a:srgbClr val="00B050"/>
                </a:solidFill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GYA</a:t>
            </a:r>
            <a:r>
              <a:rPr lang="ja-JP" altLang="en-US" sz="2800" b="1" dirty="0">
                <a:solidFill>
                  <a:srgbClr val="7030A0"/>
                </a:solidFill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　 </a:t>
            </a:r>
            <a:r>
              <a:rPr lang="en-US" altLang="ja-JP" sz="2800" b="1" dirty="0">
                <a:solidFill>
                  <a:srgbClr val="7030A0"/>
                </a:solidFill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 </a:t>
            </a:r>
            <a:r>
              <a:rPr lang="en-US" altLang="ja-JP" sz="2800" b="1" dirty="0">
                <a:solidFill>
                  <a:srgbClr val="00B0F0"/>
                </a:solidFill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SHA      </a:t>
            </a:r>
            <a:r>
              <a:rPr lang="en-US" altLang="ja-JP" sz="2800" b="1" dirty="0">
                <a:solidFill>
                  <a:schemeClr val="accent2">
                    <a:lumMod val="50000"/>
                  </a:schemeClr>
                </a:solidFill>
                <a:latin typeface="Calibri" panose="020F0502020204030204" charset="0"/>
                <a:ea typeface="UD Digi Kyokasho N" panose="02020400000000000000" pitchFamily="17" charset="-128"/>
                <a:cs typeface="Calibri" panose="020F0502020204030204" charset="0"/>
                <a:sym typeface="+mn-ea"/>
              </a:rPr>
              <a:t>JA</a:t>
            </a:r>
            <a:endParaRPr lang="en-US" altLang="ja-JP" sz="2800" b="1" dirty="0">
              <a:solidFill>
                <a:schemeClr val="accent4">
                  <a:lumMod val="50000"/>
                </a:schemeClr>
              </a:solidFill>
              <a:ea typeface="UD Digi Kyokasho N" panose="02020400000000000000" pitchFamily="17" charset="-128"/>
            </a:endParaRPr>
          </a:p>
          <a:p>
            <a:pPr algn="ctr"/>
            <a:endParaRPr lang="ru-RU" altLang="ja-JP" sz="28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</p:txBody>
      </p:sp>
      <p:sp>
        <p:nvSpPr>
          <p:cNvPr id="11" name="Прямоугольник 7"/>
          <p:cNvSpPr/>
          <p:nvPr/>
        </p:nvSpPr>
        <p:spPr>
          <a:xfrm>
            <a:off x="738441" y="3675422"/>
            <a:ext cx="4171779" cy="2274325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/>
          <p:nvPr/>
        </p:nvPicPr>
        <p:blipFill>
          <a:blip r:embed="rId5"/>
          <a:stretch>
            <a:fillRect/>
          </a:stretch>
        </p:blipFill>
        <p:spPr>
          <a:xfrm>
            <a:off x="970280" y="3746500"/>
            <a:ext cx="713105" cy="878840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6"/>
          <a:stretch>
            <a:fillRect/>
          </a:stretch>
        </p:blipFill>
        <p:spPr>
          <a:xfrm>
            <a:off x="1775460" y="3877945"/>
            <a:ext cx="714375" cy="674370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7"/>
          <a:stretch>
            <a:fillRect/>
          </a:stretch>
        </p:blipFill>
        <p:spPr>
          <a:xfrm>
            <a:off x="2663190" y="3869055"/>
            <a:ext cx="595630" cy="683260"/>
          </a:xfrm>
          <a:prstGeom prst="rect">
            <a:avLst/>
          </a:prstGeom>
        </p:spPr>
      </p:pic>
      <p:pic>
        <p:nvPicPr>
          <p:cNvPr id="25" name="Picture 24"/>
          <p:cNvPicPr/>
          <p:nvPr/>
        </p:nvPicPr>
        <p:blipFill>
          <a:blip r:embed="rId8"/>
          <a:stretch>
            <a:fillRect/>
          </a:stretch>
        </p:blipFill>
        <p:spPr>
          <a:xfrm>
            <a:off x="3432175" y="3884930"/>
            <a:ext cx="565785" cy="667385"/>
          </a:xfrm>
          <a:prstGeom prst="rect">
            <a:avLst/>
          </a:prstGeom>
        </p:spPr>
      </p:pic>
      <p:pic>
        <p:nvPicPr>
          <p:cNvPr id="21" name="Picture 20"/>
          <p:cNvPicPr/>
          <p:nvPr/>
        </p:nvPicPr>
        <p:blipFill>
          <a:blip r:embed="rId9"/>
          <a:stretch>
            <a:fillRect/>
          </a:stretch>
        </p:blipFill>
        <p:spPr>
          <a:xfrm>
            <a:off x="4058920" y="3774440"/>
            <a:ext cx="760730" cy="850900"/>
          </a:xfrm>
          <a:prstGeom prst="rect">
            <a:avLst/>
          </a:prstGeom>
        </p:spPr>
      </p:pic>
      <p:pic>
        <p:nvPicPr>
          <p:cNvPr id="22" name="Picture 21"/>
          <p:cNvPicPr/>
          <p:nvPr/>
        </p:nvPicPr>
        <p:blipFill>
          <a:blip r:embed="rId10"/>
          <a:stretch>
            <a:fillRect/>
          </a:stretch>
        </p:blipFill>
        <p:spPr>
          <a:xfrm>
            <a:off x="939800" y="5081905"/>
            <a:ext cx="573405" cy="868045"/>
          </a:xfrm>
          <a:prstGeom prst="rect">
            <a:avLst/>
          </a:prstGeom>
        </p:spPr>
      </p:pic>
      <p:pic>
        <p:nvPicPr>
          <p:cNvPr id="23" name="Picture 22"/>
          <p:cNvPicPr/>
          <p:nvPr/>
        </p:nvPicPr>
        <p:blipFill>
          <a:blip r:embed="rId11"/>
          <a:stretch>
            <a:fillRect/>
          </a:stretch>
        </p:blipFill>
        <p:spPr>
          <a:xfrm>
            <a:off x="2475865" y="4625340"/>
            <a:ext cx="728980" cy="686435"/>
          </a:xfrm>
          <a:prstGeom prst="rect">
            <a:avLst/>
          </a:prstGeom>
        </p:spPr>
      </p:pic>
      <p:pic>
        <p:nvPicPr>
          <p:cNvPr id="24" name="Picture 23"/>
          <p:cNvPicPr/>
          <p:nvPr/>
        </p:nvPicPr>
        <p:blipFill>
          <a:blip r:embed="rId12"/>
          <a:stretch>
            <a:fillRect/>
          </a:stretch>
        </p:blipFill>
        <p:spPr>
          <a:xfrm>
            <a:off x="3355340" y="4625340"/>
            <a:ext cx="622300" cy="673735"/>
          </a:xfrm>
          <a:prstGeom prst="rect">
            <a:avLst/>
          </a:prstGeom>
        </p:spPr>
      </p:pic>
      <p:pic>
        <p:nvPicPr>
          <p:cNvPr id="26" name="Picture 25"/>
          <p:cNvPicPr/>
          <p:nvPr/>
        </p:nvPicPr>
        <p:blipFill>
          <a:blip r:embed="rId13"/>
          <a:stretch>
            <a:fillRect/>
          </a:stretch>
        </p:blipFill>
        <p:spPr>
          <a:xfrm>
            <a:off x="4128135" y="4932045"/>
            <a:ext cx="628015" cy="842645"/>
          </a:xfrm>
          <a:prstGeom prst="rect">
            <a:avLst/>
          </a:prstGeom>
        </p:spPr>
      </p:pic>
      <p:pic>
        <p:nvPicPr>
          <p:cNvPr id="27" name="Picture 26"/>
          <p:cNvPicPr/>
          <p:nvPr/>
        </p:nvPicPr>
        <p:blipFill>
          <a:blip r:embed="rId14"/>
          <a:stretch>
            <a:fillRect/>
          </a:stretch>
        </p:blipFill>
        <p:spPr>
          <a:xfrm>
            <a:off x="2120265" y="5217160"/>
            <a:ext cx="472440" cy="621665"/>
          </a:xfrm>
          <a:prstGeom prst="rect">
            <a:avLst/>
          </a:prstGeom>
        </p:spPr>
      </p:pic>
      <p:pic>
        <p:nvPicPr>
          <p:cNvPr id="28" name="Picture 27"/>
          <p:cNvPicPr/>
          <p:nvPr/>
        </p:nvPicPr>
        <p:blipFill>
          <a:blip r:embed="rId15"/>
          <a:stretch>
            <a:fillRect/>
          </a:stretch>
        </p:blipFill>
        <p:spPr>
          <a:xfrm>
            <a:off x="2788285" y="5217160"/>
            <a:ext cx="370840" cy="621030"/>
          </a:xfrm>
          <a:prstGeom prst="rect">
            <a:avLst/>
          </a:prstGeom>
        </p:spPr>
      </p:pic>
      <p:pic>
        <p:nvPicPr>
          <p:cNvPr id="29" name="Picture 28"/>
          <p:cNvPicPr/>
          <p:nvPr/>
        </p:nvPicPr>
        <p:blipFill>
          <a:blip r:embed="rId2"/>
          <a:stretch>
            <a:fillRect/>
          </a:stretch>
        </p:blipFill>
        <p:spPr>
          <a:xfrm>
            <a:off x="3075940" y="5217160"/>
            <a:ext cx="397510" cy="62166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16"/>
          <a:stretch>
            <a:fillRect/>
          </a:stretch>
        </p:blipFill>
        <p:spPr>
          <a:xfrm flipH="1">
            <a:off x="1513205" y="4552315"/>
            <a:ext cx="591820" cy="914400"/>
          </a:xfrm>
          <a:prstGeom prst="rect">
            <a:avLst/>
          </a:prstGeom>
        </p:spPr>
      </p:pic>
      <p:sp>
        <p:nvSpPr>
          <p:cNvPr id="6" name="Rectangle 19"/>
          <p:cNvSpPr/>
          <p:nvPr/>
        </p:nvSpPr>
        <p:spPr>
          <a:xfrm>
            <a:off x="5481318" y="1798664"/>
            <a:ext cx="3363179" cy="100984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Latn-UZ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TOVUSH BIRIKMALARI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Rectangle 19"/>
          <p:cNvSpPr/>
          <p:nvPr/>
        </p:nvSpPr>
        <p:spPr>
          <a:xfrm>
            <a:off x="5481483" y="4444034"/>
            <a:ext cx="3363179" cy="5653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SO’ZLAR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  <p:bldP spid="11" grpId="0" animBg="1"/>
      <p:bldP spid="11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7" name="Rectangle: Rounded Corners 8"/>
          <p:cNvSpPr/>
          <p:nvPr/>
        </p:nvSpPr>
        <p:spPr>
          <a:xfrm>
            <a:off x="2646573" y="1769177"/>
            <a:ext cx="6277079" cy="220560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5000" b="1" dirty="0">
                <a:ea typeface="UD Digi Kyokasho N" panose="02020400000000000000" pitchFamily="17" charset="-128"/>
              </a:rPr>
              <a:t>NIHONGO NO MICHI</a:t>
            </a:r>
          </a:p>
          <a:p>
            <a:pPr algn="ctr"/>
            <a:r>
              <a:rPr lang="ja-JP" altLang="en-US" sz="5000" b="1" dirty="0">
                <a:solidFill>
                  <a:schemeClr val="tx1"/>
                </a:solidFill>
                <a:ea typeface="UD Digi Kyokasho N" panose="02020400000000000000" pitchFamily="17" charset="-128"/>
              </a:rPr>
              <a:t>日本語の道</a:t>
            </a:r>
            <a:endParaRPr lang="ru-RU" altLang="ja-JP" sz="3600" b="1" dirty="0">
              <a:solidFill>
                <a:schemeClr val="tx1"/>
              </a:solidFill>
              <a:ea typeface="UD Digi Kyokasho N" panose="02020400000000000000" pitchFamily="17" charset="-12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969" y="4634310"/>
            <a:ext cx="972260" cy="128102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159" y="4242130"/>
            <a:ext cx="1246468" cy="187460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7969" y="4242130"/>
            <a:ext cx="1299070" cy="1874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247</Words>
  <Application>Microsoft Office PowerPoint</Application>
  <PresentationFormat>Widescreen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UD Digi Kyokasho N</vt:lpstr>
      <vt:lpstr>Arial</vt:lpstr>
      <vt:lpstr>Berlin Sans FB Demi</vt:lpstr>
      <vt:lpstr>Calibri</vt:lpstr>
      <vt:lpstr>Calibri Light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shaxboz2027@gmail.com</dc:creator>
  <cp:lastModifiedBy>Munojot Umarova</cp:lastModifiedBy>
  <cp:revision>22</cp:revision>
  <dcterms:created xsi:type="dcterms:W3CDTF">2026-01-28T00:18:00Z</dcterms:created>
  <dcterms:modified xsi:type="dcterms:W3CDTF">2026-03-02T09:56:21Z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FF75C8A50A5643F69F582F8626B08624_13</vt:lpwstr>
  </property>
  <property fmtid="{D5CDD505-2E9C-101B-9397-08002B2CF9AE}" pid="3" name="KSOProductBuildVer">
    <vt:lpwstr>1033-12.2.0.23196</vt:lpwstr>
  </property>
</Properties>
</file>