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6" r:id="rId3"/>
    <p:sldId id="307" r:id="rId4"/>
    <p:sldId id="273" r:id="rId5"/>
    <p:sldId id="302" r:id="rId6"/>
    <p:sldId id="303" r:id="rId7"/>
    <p:sldId id="305" r:id="rId8"/>
    <p:sldId id="304" r:id="rId9"/>
    <p:sldId id="277" r:id="rId10"/>
    <p:sldId id="282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F6C3FF"/>
    <a:srgbClr val="4472C4"/>
    <a:srgbClr val="DAE3F3"/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43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E9C743-A46B-4402-A3C8-3A15B82E4136}" type="doc">
      <dgm:prSet loTypeId="urn:microsoft.com/office/officeart/2008/layout/VerticalCurvedList#1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6EE42F7A-863F-4B06-B6FD-8221A611A62B}">
      <dgm:prSet phldrT="[Text]" custT="1"/>
      <dgm:spPr/>
      <dgm:t>
        <a:bodyPr/>
        <a:lstStyle/>
        <a:p>
          <a:r>
            <a:rPr lang="en-US" altLang="ja-JP" sz="3200" b="1" dirty="0" err="1" smtClean="0"/>
            <a:t>Takrorlash</a:t>
          </a:r>
          <a:endParaRPr lang="en-US" sz="3200" b="1" dirty="0"/>
        </a:p>
      </dgm:t>
    </dgm:pt>
    <dgm:pt modelId="{75669545-7AB7-4613-9BA2-500A863606B4}" type="parTrans" cxnId="{6EE2B4E3-66B6-435C-89D6-2D952B0901E1}">
      <dgm:prSet/>
      <dgm:spPr/>
      <dgm:t>
        <a:bodyPr/>
        <a:lstStyle/>
        <a:p>
          <a:endParaRPr lang="en-US"/>
        </a:p>
      </dgm:t>
    </dgm:pt>
    <dgm:pt modelId="{F5030BB9-21B7-4C22-B975-C46CE1E59C47}" type="sibTrans" cxnId="{6EE2B4E3-66B6-435C-89D6-2D952B0901E1}">
      <dgm:prSet/>
      <dgm:spPr/>
      <dgm:t>
        <a:bodyPr/>
        <a:lstStyle/>
        <a:p>
          <a:endParaRPr lang="en-US"/>
        </a:p>
      </dgm:t>
    </dgm:pt>
    <dgm:pt modelId="{0CECF744-0DD6-498F-8915-573774BB4A38}">
      <dgm:prSet phldrT="[Text]" custT="1"/>
      <dgm:spPr/>
      <dgm:t>
        <a:bodyPr/>
        <a:lstStyle/>
        <a:p>
          <a:r>
            <a:rPr lang="en-US" altLang="ja-JP" sz="3200" b="1" dirty="0" err="1" smtClean="0"/>
            <a:t>So'zlarni</a:t>
          </a:r>
          <a:r>
            <a:rPr lang="en-US" altLang="ja-JP" sz="3200" b="1" dirty="0" smtClean="0"/>
            <a:t> </a:t>
          </a:r>
          <a:r>
            <a:rPr lang="en-US" altLang="ja-JP" sz="3200" b="1" dirty="0" err="1" smtClean="0"/>
            <a:t>to'g'ri</a:t>
          </a:r>
          <a:r>
            <a:rPr lang="en-US" altLang="ja-JP" sz="3200" b="1" dirty="0" smtClean="0"/>
            <a:t> </a:t>
          </a:r>
          <a:r>
            <a:rPr lang="en-US" altLang="ja-JP" sz="3200" b="1" dirty="0" err="1" smtClean="0"/>
            <a:t>talaffuz</a:t>
          </a:r>
          <a:r>
            <a:rPr lang="en-US" altLang="ja-JP" sz="3200" b="1" dirty="0" smtClean="0"/>
            <a:t> </a:t>
          </a:r>
          <a:r>
            <a:rPr lang="en-US" altLang="ja-JP" sz="3200" b="1" dirty="0" err="1" smtClean="0"/>
            <a:t>qilish</a:t>
          </a:r>
          <a:endParaRPr lang="en-US" sz="3200" b="1" dirty="0"/>
        </a:p>
      </dgm:t>
    </dgm:pt>
    <dgm:pt modelId="{848B53C0-B025-4841-B7B8-F193DDF16831}" type="parTrans" cxnId="{69E19CD3-694A-492A-AA6C-E21302FFFBAC}">
      <dgm:prSet/>
      <dgm:spPr/>
      <dgm:t>
        <a:bodyPr/>
        <a:lstStyle/>
        <a:p>
          <a:endParaRPr lang="ru-RU"/>
        </a:p>
      </dgm:t>
    </dgm:pt>
    <dgm:pt modelId="{92C3C10D-776F-4E43-B589-CE7369E88426}" type="sibTrans" cxnId="{69E19CD3-694A-492A-AA6C-E21302FFFBAC}">
      <dgm:prSet/>
      <dgm:spPr/>
      <dgm:t>
        <a:bodyPr/>
        <a:lstStyle/>
        <a:p>
          <a:endParaRPr lang="ru-RU"/>
        </a:p>
      </dgm:t>
    </dgm:pt>
    <dgm:pt modelId="{9F3BDFE4-A36A-4721-B222-439FBFB4370F}" type="pres">
      <dgm:prSet presAssocID="{D9E9C743-A46B-4402-A3C8-3A15B82E4136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567993AD-CA05-4FE1-AB82-E44671B2220E}" type="pres">
      <dgm:prSet presAssocID="{D9E9C743-A46B-4402-A3C8-3A15B82E4136}" presName="Name1" presStyleCnt="0"/>
      <dgm:spPr/>
    </dgm:pt>
    <dgm:pt modelId="{F459BA65-E0F1-495C-9745-384B0C4F603D}" type="pres">
      <dgm:prSet presAssocID="{D9E9C743-A46B-4402-A3C8-3A15B82E4136}" presName="cycle" presStyleCnt="0"/>
      <dgm:spPr/>
    </dgm:pt>
    <dgm:pt modelId="{CFD17781-1984-444C-8A49-84289020D9CC}" type="pres">
      <dgm:prSet presAssocID="{D9E9C743-A46B-4402-A3C8-3A15B82E4136}" presName="srcNode" presStyleLbl="node1" presStyleIdx="0" presStyleCnt="2"/>
      <dgm:spPr/>
    </dgm:pt>
    <dgm:pt modelId="{A320096E-909F-49F3-87BC-7CF8A1EB7D83}" type="pres">
      <dgm:prSet presAssocID="{D9E9C743-A46B-4402-A3C8-3A15B82E4136}" presName="conn" presStyleLbl="parChTrans1D2" presStyleIdx="0" presStyleCnt="1"/>
      <dgm:spPr/>
      <dgm:t>
        <a:bodyPr/>
        <a:lstStyle/>
        <a:p>
          <a:endParaRPr lang="ru-RU"/>
        </a:p>
      </dgm:t>
    </dgm:pt>
    <dgm:pt modelId="{B12991B2-6543-4408-9243-5593857832F8}" type="pres">
      <dgm:prSet presAssocID="{D9E9C743-A46B-4402-A3C8-3A15B82E4136}" presName="extraNode" presStyleLbl="node1" presStyleIdx="0" presStyleCnt="2"/>
      <dgm:spPr/>
    </dgm:pt>
    <dgm:pt modelId="{26BB34ED-4C3D-44F2-B07C-14141B8AA798}" type="pres">
      <dgm:prSet presAssocID="{D9E9C743-A46B-4402-A3C8-3A15B82E4136}" presName="dstNode" presStyleLbl="node1" presStyleIdx="0" presStyleCnt="2"/>
      <dgm:spPr/>
    </dgm:pt>
    <dgm:pt modelId="{AE727E6E-99F9-441B-8AD9-41555BD86E37}" type="pres">
      <dgm:prSet presAssocID="{6EE42F7A-863F-4B06-B6FD-8221A611A62B}" presName="text_1" presStyleLbl="node1" presStyleIdx="0" presStyleCnt="2" custLinFactNeighborX="1932" custLinFactNeighborY="353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FE4D478-FF3A-4BF9-B35B-0E3BDF833FE2}" type="pres">
      <dgm:prSet presAssocID="{6EE42F7A-863F-4B06-B6FD-8221A611A62B}" presName="accent_1" presStyleCnt="0"/>
      <dgm:spPr/>
    </dgm:pt>
    <dgm:pt modelId="{CAA44B2F-8692-4C20-802B-831E18719BAE}" type="pres">
      <dgm:prSet presAssocID="{6EE42F7A-863F-4B06-B6FD-8221A611A62B}" presName="accentRepeatNode" presStyleLbl="solidFgAcc1" presStyleIdx="0" presStyleCnt="2"/>
      <dgm:spPr>
        <a:solidFill>
          <a:schemeClr val="accent2">
            <a:lumMod val="60000"/>
            <a:lumOff val="40000"/>
          </a:schemeClr>
        </a:solidFill>
      </dgm:spPr>
    </dgm:pt>
    <dgm:pt modelId="{FB2A53AC-1C9D-48CD-AE68-D0A47B871837}" type="pres">
      <dgm:prSet presAssocID="{0CECF744-0DD6-498F-8915-573774BB4A38}" presName="text_2" presStyleLbl="node1" presStyleIdx="1" presStyleCnt="2" custScaleY="15303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F862BDD-429C-472C-8E6E-762BBC6A6326}" type="pres">
      <dgm:prSet presAssocID="{0CECF744-0DD6-498F-8915-573774BB4A38}" presName="accent_2" presStyleCnt="0"/>
      <dgm:spPr/>
    </dgm:pt>
    <dgm:pt modelId="{EEE0A836-E36D-41C8-982A-047B772A4974}" type="pres">
      <dgm:prSet presAssocID="{0CECF744-0DD6-498F-8915-573774BB4A38}" presName="accentRepeatNode" presStyleLbl="solidFgAcc1" presStyleIdx="1" presStyleCnt="2"/>
      <dgm:spPr/>
    </dgm:pt>
  </dgm:ptLst>
  <dgm:cxnLst>
    <dgm:cxn modelId="{6EE2B4E3-66B6-435C-89D6-2D952B0901E1}" srcId="{D9E9C743-A46B-4402-A3C8-3A15B82E4136}" destId="{6EE42F7A-863F-4B06-B6FD-8221A611A62B}" srcOrd="0" destOrd="0" parTransId="{75669545-7AB7-4613-9BA2-500A863606B4}" sibTransId="{F5030BB9-21B7-4C22-B975-C46CE1E59C47}"/>
    <dgm:cxn modelId="{86C859C5-BA14-43B8-A7A8-255F8103BDA6}" type="presOf" srcId="{D9E9C743-A46B-4402-A3C8-3A15B82E4136}" destId="{9F3BDFE4-A36A-4721-B222-439FBFB4370F}" srcOrd="0" destOrd="0" presId="urn:microsoft.com/office/officeart/2008/layout/VerticalCurvedList#1"/>
    <dgm:cxn modelId="{36EB13E1-6818-4BF1-9105-E3B5A24A1B92}" type="presOf" srcId="{6EE42F7A-863F-4B06-B6FD-8221A611A62B}" destId="{AE727E6E-99F9-441B-8AD9-41555BD86E37}" srcOrd="0" destOrd="0" presId="urn:microsoft.com/office/officeart/2008/layout/VerticalCurvedList#1"/>
    <dgm:cxn modelId="{4D67B235-1312-4912-BE28-28293E9FA96D}" type="presOf" srcId="{F5030BB9-21B7-4C22-B975-C46CE1E59C47}" destId="{A320096E-909F-49F3-87BC-7CF8A1EB7D83}" srcOrd="0" destOrd="0" presId="urn:microsoft.com/office/officeart/2008/layout/VerticalCurvedList#1"/>
    <dgm:cxn modelId="{EA98165F-E079-49DC-8B83-51D3906CC8F7}" type="presOf" srcId="{0CECF744-0DD6-498F-8915-573774BB4A38}" destId="{FB2A53AC-1C9D-48CD-AE68-D0A47B871837}" srcOrd="0" destOrd="0" presId="urn:microsoft.com/office/officeart/2008/layout/VerticalCurvedList#1"/>
    <dgm:cxn modelId="{69E19CD3-694A-492A-AA6C-E21302FFFBAC}" srcId="{D9E9C743-A46B-4402-A3C8-3A15B82E4136}" destId="{0CECF744-0DD6-498F-8915-573774BB4A38}" srcOrd="1" destOrd="0" parTransId="{848B53C0-B025-4841-B7B8-F193DDF16831}" sibTransId="{92C3C10D-776F-4E43-B589-CE7369E88426}"/>
    <dgm:cxn modelId="{F6B37D98-592D-412F-98C3-4C48E09D431E}" type="presParOf" srcId="{9F3BDFE4-A36A-4721-B222-439FBFB4370F}" destId="{567993AD-CA05-4FE1-AB82-E44671B2220E}" srcOrd="0" destOrd="0" presId="urn:microsoft.com/office/officeart/2008/layout/VerticalCurvedList#1"/>
    <dgm:cxn modelId="{A13F068B-CA24-4C0D-88F5-CD5CCFFD6D49}" type="presParOf" srcId="{567993AD-CA05-4FE1-AB82-E44671B2220E}" destId="{F459BA65-E0F1-495C-9745-384B0C4F603D}" srcOrd="0" destOrd="0" presId="urn:microsoft.com/office/officeart/2008/layout/VerticalCurvedList#1"/>
    <dgm:cxn modelId="{91DFFDCE-DC79-41EC-B387-68031014C00E}" type="presParOf" srcId="{F459BA65-E0F1-495C-9745-384B0C4F603D}" destId="{CFD17781-1984-444C-8A49-84289020D9CC}" srcOrd="0" destOrd="0" presId="urn:microsoft.com/office/officeart/2008/layout/VerticalCurvedList#1"/>
    <dgm:cxn modelId="{279332D0-512B-4649-9552-C56EAF794AE4}" type="presParOf" srcId="{F459BA65-E0F1-495C-9745-384B0C4F603D}" destId="{A320096E-909F-49F3-87BC-7CF8A1EB7D83}" srcOrd="1" destOrd="0" presId="urn:microsoft.com/office/officeart/2008/layout/VerticalCurvedList#1"/>
    <dgm:cxn modelId="{5F59F747-D022-4805-A827-8EBC01B31B5D}" type="presParOf" srcId="{F459BA65-E0F1-495C-9745-384B0C4F603D}" destId="{B12991B2-6543-4408-9243-5593857832F8}" srcOrd="2" destOrd="0" presId="urn:microsoft.com/office/officeart/2008/layout/VerticalCurvedList#1"/>
    <dgm:cxn modelId="{19CC59C6-05C1-45A6-B4B0-C72D5C0B3F62}" type="presParOf" srcId="{F459BA65-E0F1-495C-9745-384B0C4F603D}" destId="{26BB34ED-4C3D-44F2-B07C-14141B8AA798}" srcOrd="3" destOrd="0" presId="urn:microsoft.com/office/officeart/2008/layout/VerticalCurvedList#1"/>
    <dgm:cxn modelId="{06B4991D-0CC7-4B9B-A218-6504E496544F}" type="presParOf" srcId="{567993AD-CA05-4FE1-AB82-E44671B2220E}" destId="{AE727E6E-99F9-441B-8AD9-41555BD86E37}" srcOrd="1" destOrd="0" presId="urn:microsoft.com/office/officeart/2008/layout/VerticalCurvedList#1"/>
    <dgm:cxn modelId="{8F8BA0D1-5195-4990-81F2-C3D6875D37C1}" type="presParOf" srcId="{567993AD-CA05-4FE1-AB82-E44671B2220E}" destId="{EFE4D478-FF3A-4BF9-B35B-0E3BDF833FE2}" srcOrd="2" destOrd="0" presId="urn:microsoft.com/office/officeart/2008/layout/VerticalCurvedList#1"/>
    <dgm:cxn modelId="{04827AE2-321D-4A81-B13F-D30B7D6D00A2}" type="presParOf" srcId="{EFE4D478-FF3A-4BF9-B35B-0E3BDF833FE2}" destId="{CAA44B2F-8692-4C20-802B-831E18719BAE}" srcOrd="0" destOrd="0" presId="urn:microsoft.com/office/officeart/2008/layout/VerticalCurvedList#1"/>
    <dgm:cxn modelId="{785CEB06-E3FF-4339-A5D4-7B42A6A04939}" type="presParOf" srcId="{567993AD-CA05-4FE1-AB82-E44671B2220E}" destId="{FB2A53AC-1C9D-48CD-AE68-D0A47B871837}" srcOrd="3" destOrd="0" presId="urn:microsoft.com/office/officeart/2008/layout/VerticalCurvedList#1"/>
    <dgm:cxn modelId="{DA0550F3-1056-4FF7-9139-0720BF977629}" type="presParOf" srcId="{567993AD-CA05-4FE1-AB82-E44671B2220E}" destId="{BF862BDD-429C-472C-8E6E-762BBC6A6326}" srcOrd="4" destOrd="0" presId="urn:microsoft.com/office/officeart/2008/layout/VerticalCurvedList#1"/>
    <dgm:cxn modelId="{9184B253-0090-4144-A54B-74273FB44131}" type="presParOf" srcId="{BF862BDD-429C-472C-8E6E-762BBC6A6326}" destId="{EEE0A836-E36D-41C8-982A-047B772A4974}" srcOrd="0" destOrd="0" presId="urn:microsoft.com/office/officeart/2008/layout/VerticalCurvedList#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20096E-909F-49F3-87BC-7CF8A1EB7D83}">
      <dsp:nvSpPr>
        <dsp:cNvPr id="0" name=""/>
        <dsp:cNvSpPr/>
      </dsp:nvSpPr>
      <dsp:spPr>
        <a:xfrm>
          <a:off x="-2555222" y="-396678"/>
          <a:ext cx="3068232" cy="3068232"/>
        </a:xfrm>
        <a:prstGeom prst="blockArc">
          <a:avLst>
            <a:gd name="adj1" fmla="val 18900000"/>
            <a:gd name="adj2" fmla="val 2700000"/>
            <a:gd name="adj3" fmla="val 704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727E6E-99F9-441B-8AD9-41555BD86E37}">
      <dsp:nvSpPr>
        <dsp:cNvPr id="0" name=""/>
        <dsp:cNvSpPr/>
      </dsp:nvSpPr>
      <dsp:spPr>
        <a:xfrm>
          <a:off x="430178" y="347981"/>
          <a:ext cx="3214309" cy="649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5847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ja-JP" sz="3200" b="1" kern="1200" dirty="0" err="1" smtClean="0"/>
            <a:t>Takrorlash</a:t>
          </a:r>
          <a:endParaRPr lang="en-US" sz="3200" b="1" kern="1200" dirty="0"/>
        </a:p>
      </dsp:txBody>
      <dsp:txXfrm>
        <a:off x="430178" y="347981"/>
        <a:ext cx="3214309" cy="649886"/>
      </dsp:txXfrm>
    </dsp:sp>
    <dsp:sp modelId="{CAA44B2F-8692-4C20-802B-831E18719BAE}">
      <dsp:nvSpPr>
        <dsp:cNvPr id="0" name=""/>
        <dsp:cNvSpPr/>
      </dsp:nvSpPr>
      <dsp:spPr>
        <a:xfrm>
          <a:off x="11999" y="243752"/>
          <a:ext cx="812357" cy="812357"/>
        </a:xfrm>
        <a:prstGeom prst="ellipse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2A53AC-1C9D-48CD-AE68-D0A47B871837}">
      <dsp:nvSpPr>
        <dsp:cNvPr id="0" name=""/>
        <dsp:cNvSpPr/>
      </dsp:nvSpPr>
      <dsp:spPr>
        <a:xfrm>
          <a:off x="418178" y="1127679"/>
          <a:ext cx="3214309" cy="9945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5847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ja-JP" sz="3200" b="1" kern="1200" dirty="0" err="1" smtClean="0"/>
            <a:t>So'zlarni</a:t>
          </a:r>
          <a:r>
            <a:rPr lang="en-US" altLang="ja-JP" sz="3200" b="1" kern="1200" dirty="0" smtClean="0"/>
            <a:t> </a:t>
          </a:r>
          <a:r>
            <a:rPr lang="en-US" altLang="ja-JP" sz="3200" b="1" kern="1200" dirty="0" err="1" smtClean="0"/>
            <a:t>to'g'ri</a:t>
          </a:r>
          <a:r>
            <a:rPr lang="en-US" altLang="ja-JP" sz="3200" b="1" kern="1200" dirty="0" smtClean="0"/>
            <a:t> </a:t>
          </a:r>
          <a:r>
            <a:rPr lang="en-US" altLang="ja-JP" sz="3200" b="1" kern="1200" dirty="0" err="1" smtClean="0"/>
            <a:t>talaffuz</a:t>
          </a:r>
          <a:r>
            <a:rPr lang="en-US" altLang="ja-JP" sz="3200" b="1" kern="1200" dirty="0" smtClean="0"/>
            <a:t> </a:t>
          </a:r>
          <a:r>
            <a:rPr lang="en-US" altLang="ja-JP" sz="3200" b="1" kern="1200" dirty="0" err="1" smtClean="0"/>
            <a:t>qilish</a:t>
          </a:r>
          <a:endParaRPr lang="en-US" sz="3200" b="1" kern="1200" dirty="0"/>
        </a:p>
      </dsp:txBody>
      <dsp:txXfrm>
        <a:off x="418178" y="1127679"/>
        <a:ext cx="3214309" cy="994527"/>
      </dsp:txXfrm>
    </dsp:sp>
    <dsp:sp modelId="{EEE0A836-E36D-41C8-982A-047B772A4974}">
      <dsp:nvSpPr>
        <dsp:cNvPr id="0" name=""/>
        <dsp:cNvSpPr/>
      </dsp:nvSpPr>
      <dsp:spPr>
        <a:xfrm>
          <a:off x="11999" y="1218764"/>
          <a:ext cx="812357" cy="81235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#1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srcNode" val="srcNode"/>
            <dgm:param type="dstNode" val="dstNode"/>
            <dgm:param type="endSty" val="noArr"/>
            <dgm:param type="connRout" val="curve"/>
            <dgm:param type="begPts" val="ctr"/>
            <dgm:param type="endPts" val="ct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8A300A-2A04-4861-8880-6C52272F1B90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12.jp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.xml"/><Relationship Id="rId12" Type="http://schemas.openxmlformats.org/officeDocument/2006/relationships/image" Target="../media/image1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11" Type="http://schemas.openxmlformats.org/officeDocument/2006/relationships/image" Target="../media/image16.png"/><Relationship Id="rId5" Type="http://schemas.openxmlformats.org/officeDocument/2006/relationships/diagramData" Target="../diagrams/data1.xml"/><Relationship Id="rId10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microsoft.com/office/2007/relationships/diagramDrawing" Target="../diagrams/drawing1.xml"/><Relationship Id="rId1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579" y="409767"/>
            <a:ext cx="1576803" cy="15517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rcRect l="8458"/>
          <a:stretch>
            <a:fillRect/>
          </a:stretch>
        </p:blipFill>
        <p:spPr>
          <a:xfrm>
            <a:off x="6406186" y="4270721"/>
            <a:ext cx="1345558" cy="19858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866186" y="4317355"/>
            <a:ext cx="1345559" cy="19392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6344" y="4669133"/>
            <a:ext cx="922856" cy="1210967"/>
          </a:xfrm>
          <a:prstGeom prst="rect">
            <a:avLst/>
          </a:prstGeom>
        </p:spPr>
      </p:pic>
      <p:sp>
        <p:nvSpPr>
          <p:cNvPr id="10" name="Rectangle: Rounded Corners 7"/>
          <p:cNvSpPr/>
          <p:nvPr/>
        </p:nvSpPr>
        <p:spPr>
          <a:xfrm>
            <a:off x="442641" y="389310"/>
            <a:ext cx="4407864" cy="783706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3800" b="1" dirty="0">
                <a:ea typeface="UD Digi Kyokasho N" pitchFamily="17" charset="-128"/>
              </a:rPr>
              <a:t>NIHONGO NO MICHI</a:t>
            </a:r>
            <a:endParaRPr lang="en-US" sz="3800" b="1" dirty="0">
              <a:ea typeface="UD Digi Kyokasho N" pitchFamily="17" charset="-128"/>
            </a:endParaRPr>
          </a:p>
        </p:txBody>
      </p:sp>
      <p:sp>
        <p:nvSpPr>
          <p:cNvPr id="2" name="Rectangle: Rounded Corners 8">
            <a:extLst>
              <a:ext uri="{FF2B5EF4-FFF2-40B4-BE49-F238E27FC236}">
                <a16:creationId xmlns:a16="http://schemas.microsoft.com/office/drawing/2014/main" id="{CF64E865-9957-13A5-0111-734016FF5709}"/>
              </a:ext>
            </a:extLst>
          </p:cNvPr>
          <p:cNvSpPr/>
          <p:nvPr/>
        </p:nvSpPr>
        <p:spPr>
          <a:xfrm>
            <a:off x="2699232" y="1683832"/>
            <a:ext cx="6277079" cy="2029440"/>
          </a:xfrm>
          <a:prstGeom prst="roundRect">
            <a:avLst/>
          </a:prstGeom>
          <a:ln w="7620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5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ALIFBO: </a:t>
            </a:r>
            <a:r>
              <a:rPr lang="en-US" altLang="ja-JP" sz="5000" b="1" dirty="0" smtClean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KATAKAN</a:t>
            </a:r>
            <a:r>
              <a:rPr lang="en-US" altLang="ja-JP" sz="5000" b="1" dirty="0" smtClean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</a:t>
            </a:r>
          </a:p>
          <a:p>
            <a:pPr algn="ctr"/>
            <a:r>
              <a:rPr lang="ja-JP" altLang="en-US" sz="4800" b="1" dirty="0">
                <a:solidFill>
                  <a:schemeClr val="accent5"/>
                </a:solidFill>
                <a:latin typeface="Calibri" panose="020F0502020204030204" pitchFamily="34" charset="0"/>
                <a:ea typeface="UD Digi Kyokasho N" panose="02020400000000000000" pitchFamily="17" charset="-128"/>
                <a:cs typeface="Calibri" panose="020F0502020204030204" pitchFamily="34" charset="0"/>
              </a:rPr>
              <a:t>そくおん</a:t>
            </a:r>
            <a:r>
              <a:rPr lang="en-US" altLang="ja-JP" sz="4800" b="1" dirty="0" smtClean="0">
                <a:solidFill>
                  <a:schemeClr val="accent5"/>
                </a:solidFill>
                <a:latin typeface="Calibri" panose="020F0502020204030204" pitchFamily="34" charset="0"/>
                <a:ea typeface="UD Digi Kyokasho N" panose="02020400000000000000" pitchFamily="17" charset="-128"/>
                <a:cs typeface="Calibri" panose="020F0502020204030204" pitchFamily="34" charset="0"/>
              </a:rPr>
              <a:t> </a:t>
            </a:r>
            <a:r>
              <a:rPr lang="ja-JP" altLang="en-US" sz="4800" b="1" dirty="0" smtClean="0">
                <a:solidFill>
                  <a:schemeClr val="accent5"/>
                </a:solidFill>
                <a:latin typeface="Calibri" panose="020F0502020204030204" pitchFamily="34" charset="0"/>
                <a:ea typeface="UD Digi Kyokasho N" panose="02020400000000000000" pitchFamily="17" charset="-128"/>
                <a:cs typeface="Calibri" panose="020F0502020204030204" pitchFamily="34" charset="0"/>
              </a:rPr>
              <a:t>（促音）</a:t>
            </a:r>
            <a:endParaRPr lang="en-US" altLang="ja-JP" sz="4800" b="1" dirty="0">
              <a:solidFill>
                <a:schemeClr val="accent5"/>
              </a:solidFill>
              <a:latin typeface="Calibri" panose="020F0502020204030204" pitchFamily="34" charset="0"/>
              <a:ea typeface="UD Digi Kyokasho N" panose="02020400000000000000" pitchFamily="17" charset="-128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197"/>
    </mc:Choice>
    <mc:Fallback xmlns="">
      <p:transition spd="slow" advTm="36197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"/>
            <a:ext cx="12192000" cy="684657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7525" y="409575"/>
            <a:ext cx="1111885" cy="1094740"/>
          </a:xfrm>
          <a:prstGeom prst="rect">
            <a:avLst/>
          </a:prstGeom>
        </p:spPr>
      </p:pic>
      <p:sp>
        <p:nvSpPr>
          <p:cNvPr id="6" name="Rectangle: Rounded Corners 7"/>
          <p:cNvSpPr/>
          <p:nvPr/>
        </p:nvSpPr>
        <p:spPr>
          <a:xfrm>
            <a:off x="1329690" y="339725"/>
            <a:ext cx="7969250" cy="763905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 dirty="0" smtClean="0">
                <a:latin typeface="+mn-ea"/>
                <a:ea typeface="UD Digi Kyokasho N" panose="02020400000000000000" pitchFamily="17" charset="-128"/>
                <a:cs typeface="+mn-ea"/>
              </a:rPr>
              <a:t>そくおん（促音）</a:t>
            </a:r>
            <a:r>
              <a:rPr lang="en-US" altLang="ja-JP" sz="4000" b="1" dirty="0" smtClean="0">
                <a:latin typeface="+mn-ea"/>
                <a:ea typeface="UD Digi Kyokasho N" panose="02020400000000000000" pitchFamily="17" charset="-128"/>
                <a:cs typeface="+mn-ea"/>
              </a:rPr>
              <a:t>― </a:t>
            </a:r>
            <a:r>
              <a:rPr lang="en-US" altLang="ja-JP" sz="4000" b="1" dirty="0" err="1" smtClean="0">
                <a:latin typeface="+mn-ea"/>
                <a:ea typeface="UD Digi Kyokasho N" panose="02020400000000000000" pitchFamily="17" charset="-128"/>
                <a:cs typeface="+mn-ea"/>
              </a:rPr>
              <a:t>nima</a:t>
            </a:r>
            <a:r>
              <a:rPr lang="en-US" altLang="ja-JP" sz="4000" b="1" dirty="0" smtClean="0">
                <a:latin typeface="+mn-ea"/>
                <a:ea typeface="UD Digi Kyokasho N" panose="02020400000000000000" pitchFamily="17" charset="-128"/>
                <a:cs typeface="+mn-ea"/>
              </a:rPr>
              <a:t>?</a:t>
            </a:r>
            <a:endParaRPr lang="en-US" sz="4000" b="1" dirty="0">
              <a:latin typeface="+mn-ea"/>
              <a:ea typeface="UD Digi Kyokasho N" panose="02020400000000000000" pitchFamily="17" charset="-128"/>
              <a:cs typeface="+mn-ea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7"/>
          <p:cNvSpPr/>
          <p:nvPr/>
        </p:nvSpPr>
        <p:spPr>
          <a:xfrm>
            <a:off x="1007317" y="1822415"/>
            <a:ext cx="7969251" cy="1612300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b="1" dirty="0">
                <a:latin typeface="+mn-ea"/>
                <a:ea typeface="UD Digi Kyokasho N" panose="02020400000000000000" pitchFamily="17" charset="-128"/>
                <a:cs typeface="+mn-ea"/>
              </a:rPr>
              <a:t>そくおん（促音）</a:t>
            </a:r>
            <a:r>
              <a:rPr lang="en-US" altLang="ja-JP" sz="3600" b="1" dirty="0" smtClean="0">
                <a:latin typeface="+mn-ea"/>
                <a:ea typeface="UD Digi Kyokasho N" panose="02020400000000000000" pitchFamily="17" charset="-128"/>
                <a:cs typeface="+mn-ea"/>
              </a:rPr>
              <a:t>― </a:t>
            </a:r>
            <a:r>
              <a:rPr lang="en-US" altLang="ja-JP" sz="3600" b="1" dirty="0" err="1" smtClean="0">
                <a:latin typeface="+mn-ea"/>
                <a:ea typeface="UD Digi Kyokasho N" panose="02020400000000000000" pitchFamily="17" charset="-128"/>
                <a:cs typeface="+mn-ea"/>
              </a:rPr>
              <a:t>bu</a:t>
            </a:r>
            <a:r>
              <a:rPr lang="en-US" altLang="ja-JP" sz="3600" b="1" dirty="0" smtClean="0">
                <a:latin typeface="+mn-ea"/>
                <a:ea typeface="UD Digi Kyokasho N" panose="02020400000000000000" pitchFamily="17" charset="-128"/>
                <a:cs typeface="+mn-ea"/>
              </a:rPr>
              <a:t> </a:t>
            </a:r>
            <a:r>
              <a:rPr lang="en-US" altLang="ja-JP" sz="3600" b="1" dirty="0" err="1" smtClean="0">
                <a:latin typeface="+mn-ea"/>
                <a:ea typeface="UD Digi Kyokasho N" panose="02020400000000000000" pitchFamily="17" charset="-128"/>
                <a:cs typeface="+mn-ea"/>
              </a:rPr>
              <a:t>hiraganada</a:t>
            </a:r>
            <a:r>
              <a:rPr lang="en-US" altLang="ja-JP" sz="3600" b="1" dirty="0" smtClean="0">
                <a:latin typeface="+mn-ea"/>
                <a:ea typeface="UD Digi Kyokasho N" panose="02020400000000000000" pitchFamily="17" charset="-128"/>
                <a:cs typeface="+mn-ea"/>
              </a:rPr>
              <a:t> ham, </a:t>
            </a:r>
            <a:r>
              <a:rPr lang="en-US" altLang="ja-JP" sz="3600" b="1" dirty="0" err="1" smtClean="0">
                <a:latin typeface="+mn-ea"/>
                <a:ea typeface="UD Digi Kyokasho N" panose="02020400000000000000" pitchFamily="17" charset="-128"/>
                <a:cs typeface="+mn-ea"/>
              </a:rPr>
              <a:t>katakanada</a:t>
            </a:r>
            <a:r>
              <a:rPr lang="en-US" altLang="ja-JP" sz="3600" b="1" dirty="0" smtClean="0">
                <a:latin typeface="+mn-ea"/>
                <a:ea typeface="UD Digi Kyokasho N" panose="02020400000000000000" pitchFamily="17" charset="-128"/>
                <a:cs typeface="+mn-ea"/>
              </a:rPr>
              <a:t> ham </a:t>
            </a:r>
          </a:p>
          <a:p>
            <a:pPr algn="ctr"/>
            <a:r>
              <a:rPr lang="en-US" altLang="ja-JP" sz="3600" b="1" dirty="0" err="1" smtClean="0">
                <a:latin typeface="+mn-ea"/>
                <a:ea typeface="UD Digi Kyokasho N" panose="02020400000000000000" pitchFamily="17" charset="-128"/>
                <a:cs typeface="+mn-ea"/>
              </a:rPr>
              <a:t>kichkina</a:t>
            </a:r>
            <a:r>
              <a:rPr lang="en-US" altLang="ja-JP" sz="3600" b="1" dirty="0" smtClean="0">
                <a:latin typeface="+mn-ea"/>
                <a:ea typeface="UD Digi Kyokasho N" panose="02020400000000000000" pitchFamily="17" charset="-128"/>
                <a:cs typeface="+mn-ea"/>
              </a:rPr>
              <a:t>  </a:t>
            </a:r>
            <a:r>
              <a:rPr lang="ja-JP" altLang="en-US" sz="3600" b="1" dirty="0" smtClean="0">
                <a:latin typeface="+mn-ea"/>
                <a:ea typeface="UD Digi Kyokasho N" panose="02020400000000000000" pitchFamily="17" charset="-128"/>
                <a:cs typeface="+mn-ea"/>
              </a:rPr>
              <a:t>ツ（つ）</a:t>
            </a:r>
            <a:r>
              <a:rPr lang="en-US" altLang="ja-JP" sz="3600" b="1" dirty="0" err="1" smtClean="0">
                <a:latin typeface="+mn-ea"/>
                <a:ea typeface="UD Digi Kyokasho N" panose="02020400000000000000" pitchFamily="17" charset="-128"/>
                <a:cs typeface="+mn-ea"/>
              </a:rPr>
              <a:t>harfi</a:t>
            </a:r>
            <a:endParaRPr lang="en-US" sz="3600" b="1" dirty="0">
              <a:latin typeface="+mn-ea"/>
              <a:ea typeface="UD Digi Kyokasho N" panose="02020400000000000000" pitchFamily="17" charset="-128"/>
              <a:cs typeface="+mn-ea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356" y="4158524"/>
            <a:ext cx="3583883" cy="174985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3960" y="4114824"/>
            <a:ext cx="3781655" cy="1749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8163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1" animBg="1"/>
      <p:bldP spid="19" grpId="2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"/>
            <a:ext cx="12192000" cy="684657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7525" y="409575"/>
            <a:ext cx="1111885" cy="1094740"/>
          </a:xfrm>
          <a:prstGeom prst="rect">
            <a:avLst/>
          </a:prstGeom>
        </p:spPr>
      </p:pic>
      <p:sp>
        <p:nvSpPr>
          <p:cNvPr id="6" name="Rectangle: Rounded Corners 7"/>
          <p:cNvSpPr/>
          <p:nvPr/>
        </p:nvSpPr>
        <p:spPr>
          <a:xfrm>
            <a:off x="1007318" y="392974"/>
            <a:ext cx="7969250" cy="763905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 dirty="0" smtClean="0">
                <a:latin typeface="+mn-ea"/>
                <a:ea typeface="UD Digi Kyokasho N" panose="02020400000000000000" pitchFamily="17" charset="-128"/>
                <a:cs typeface="+mn-ea"/>
              </a:rPr>
              <a:t>そくおん（促音</a:t>
            </a:r>
            <a:r>
              <a:rPr lang="en-US" altLang="ja-JP" sz="4000" b="1" dirty="0" smtClean="0">
                <a:latin typeface="+mn-ea"/>
                <a:ea typeface="UD Digi Kyokasho N" panose="02020400000000000000" pitchFamily="17" charset="-128"/>
                <a:cs typeface="+mn-ea"/>
              </a:rPr>
              <a:t>)</a:t>
            </a:r>
            <a:r>
              <a:rPr lang="en-US" altLang="ja-JP" sz="4000" b="1" dirty="0" err="1" smtClean="0">
                <a:latin typeface="+mn-ea"/>
                <a:ea typeface="UD Digi Kyokasho N" panose="02020400000000000000" pitchFamily="17" charset="-128"/>
                <a:cs typeface="+mn-ea"/>
              </a:rPr>
              <a:t>ning</a:t>
            </a:r>
            <a:r>
              <a:rPr lang="en-US" altLang="ja-JP" sz="4000" b="1" dirty="0" smtClean="0">
                <a:latin typeface="+mn-ea"/>
                <a:ea typeface="UD Digi Kyokasho N" panose="02020400000000000000" pitchFamily="17" charset="-128"/>
                <a:cs typeface="+mn-ea"/>
              </a:rPr>
              <a:t> </a:t>
            </a:r>
            <a:r>
              <a:rPr lang="en-US" altLang="ja-JP" sz="4000" b="1" dirty="0" err="1" smtClean="0">
                <a:latin typeface="+mn-ea"/>
                <a:ea typeface="UD Digi Kyokasho N" panose="02020400000000000000" pitchFamily="17" charset="-128"/>
                <a:cs typeface="+mn-ea"/>
              </a:rPr>
              <a:t>vazifalari</a:t>
            </a:r>
            <a:endParaRPr lang="en-US" sz="4000" b="1" dirty="0">
              <a:latin typeface="+mn-ea"/>
              <a:ea typeface="UD Digi Kyokasho N" panose="02020400000000000000" pitchFamily="17" charset="-128"/>
              <a:cs typeface="+mn-ea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7"/>
          <p:cNvSpPr/>
          <p:nvPr/>
        </p:nvSpPr>
        <p:spPr>
          <a:xfrm>
            <a:off x="637309" y="1919876"/>
            <a:ext cx="8911013" cy="1322087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 err="1" smtClean="0">
                <a:latin typeface="+mn-ea"/>
                <a:ea typeface="UD Digi Kyokasho N" panose="02020400000000000000" pitchFamily="17" charset="-128"/>
                <a:cs typeface="+mn-ea"/>
              </a:rPr>
              <a:t>O’zidan</a:t>
            </a:r>
            <a:r>
              <a:rPr lang="en-US" sz="3600" b="1" dirty="0" smtClean="0">
                <a:latin typeface="+mn-ea"/>
                <a:ea typeface="UD Digi Kyokasho N" panose="02020400000000000000" pitchFamily="17" charset="-128"/>
                <a:cs typeface="+mn-ea"/>
              </a:rPr>
              <a:t> </a:t>
            </a:r>
            <a:r>
              <a:rPr lang="en-US" sz="3600" b="1" dirty="0" err="1" smtClean="0">
                <a:latin typeface="+mn-ea"/>
                <a:ea typeface="UD Digi Kyokasho N" panose="02020400000000000000" pitchFamily="17" charset="-128"/>
                <a:cs typeface="+mn-ea"/>
              </a:rPr>
              <a:t>keyingi</a:t>
            </a:r>
            <a:r>
              <a:rPr lang="en-US" sz="3600" b="1" dirty="0" smtClean="0">
                <a:latin typeface="+mn-ea"/>
                <a:ea typeface="UD Digi Kyokasho N" panose="02020400000000000000" pitchFamily="17" charset="-128"/>
                <a:cs typeface="+mn-ea"/>
              </a:rPr>
              <a:t> </a:t>
            </a:r>
            <a:r>
              <a:rPr lang="en-US" sz="3600" b="1" dirty="0" err="1" smtClean="0">
                <a:latin typeface="+mn-ea"/>
                <a:ea typeface="UD Digi Kyokasho N" panose="02020400000000000000" pitchFamily="17" charset="-128"/>
                <a:cs typeface="+mn-ea"/>
              </a:rPr>
              <a:t>kelayotgan</a:t>
            </a:r>
            <a:r>
              <a:rPr lang="en-US" sz="3600" b="1" dirty="0" smtClean="0">
                <a:latin typeface="+mn-ea"/>
                <a:ea typeface="UD Digi Kyokasho N" panose="02020400000000000000" pitchFamily="17" charset="-128"/>
                <a:cs typeface="+mn-ea"/>
              </a:rPr>
              <a:t> </a:t>
            </a:r>
            <a:r>
              <a:rPr lang="en-US" sz="3600" b="1" dirty="0" err="1" smtClean="0">
                <a:latin typeface="+mn-ea"/>
                <a:ea typeface="UD Digi Kyokasho N" panose="02020400000000000000" pitchFamily="17" charset="-128"/>
                <a:cs typeface="+mn-ea"/>
              </a:rPr>
              <a:t>tovushni</a:t>
            </a:r>
            <a:r>
              <a:rPr lang="en-US" sz="3600" b="1" dirty="0" smtClean="0">
                <a:latin typeface="+mn-ea"/>
                <a:ea typeface="UD Digi Kyokasho N" panose="02020400000000000000" pitchFamily="17" charset="-128"/>
                <a:cs typeface="+mn-ea"/>
              </a:rPr>
              <a:t> </a:t>
            </a:r>
            <a:r>
              <a:rPr lang="en-US" sz="3600" b="1" dirty="0" err="1" smtClean="0">
                <a:latin typeface="+mn-ea"/>
                <a:ea typeface="UD Digi Kyokasho N" panose="02020400000000000000" pitchFamily="17" charset="-128"/>
                <a:cs typeface="+mn-ea"/>
              </a:rPr>
              <a:t>ikkilantirib</a:t>
            </a:r>
            <a:r>
              <a:rPr lang="en-US" sz="3600" b="1" dirty="0" smtClean="0">
                <a:latin typeface="+mn-ea"/>
                <a:ea typeface="UD Digi Kyokasho N" panose="02020400000000000000" pitchFamily="17" charset="-128"/>
                <a:cs typeface="+mn-ea"/>
              </a:rPr>
              <a:t> </a:t>
            </a:r>
            <a:r>
              <a:rPr lang="en-US" sz="3600" b="1" dirty="0" err="1" smtClean="0">
                <a:latin typeface="+mn-ea"/>
                <a:ea typeface="UD Digi Kyokasho N" panose="02020400000000000000" pitchFamily="17" charset="-128"/>
                <a:cs typeface="+mn-ea"/>
              </a:rPr>
              <a:t>talaffuz</a:t>
            </a:r>
            <a:r>
              <a:rPr lang="en-US" sz="3600" b="1" dirty="0" smtClean="0">
                <a:latin typeface="+mn-ea"/>
                <a:ea typeface="UD Digi Kyokasho N" panose="02020400000000000000" pitchFamily="17" charset="-128"/>
                <a:cs typeface="+mn-ea"/>
              </a:rPr>
              <a:t> </a:t>
            </a:r>
            <a:r>
              <a:rPr lang="en-US" sz="3600" b="1" dirty="0" err="1" smtClean="0">
                <a:latin typeface="+mn-ea"/>
                <a:ea typeface="UD Digi Kyokasho N" panose="02020400000000000000" pitchFamily="17" charset="-128"/>
                <a:cs typeface="+mn-ea"/>
              </a:rPr>
              <a:t>qilish</a:t>
            </a:r>
            <a:endParaRPr lang="en-US" sz="3600" b="1" dirty="0">
              <a:latin typeface="+mn-ea"/>
              <a:ea typeface="UD Digi Kyokasho N" panose="02020400000000000000" pitchFamily="17" charset="-128"/>
              <a:cs typeface="+mn-ea"/>
            </a:endParaRPr>
          </a:p>
        </p:txBody>
      </p:sp>
      <p:sp>
        <p:nvSpPr>
          <p:cNvPr id="9" name="TextBox 2"/>
          <p:cNvSpPr txBox="1"/>
          <p:nvPr/>
        </p:nvSpPr>
        <p:spPr>
          <a:xfrm>
            <a:off x="1007318" y="3552988"/>
            <a:ext cx="301639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6600" b="1" dirty="0"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UD デジタル 教科書体 N" pitchFamily="17" charset="-128"/>
                <a:cs typeface="Calibri" panose="020F0502020204030204" pitchFamily="34" charset="0"/>
              </a:rPr>
              <a:t>カップ</a:t>
            </a:r>
            <a:endParaRPr lang="ja-JP" altLang="en-US" sz="6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Calibri" panose="020F0502020204030204" pitchFamily="34" charset="0"/>
              <a:ea typeface="UD デジタル 教科書体 N" pitchFamily="17" charset="-128"/>
              <a:cs typeface="Calibri" panose="020F0502020204030204" pitchFamily="34" charset="0"/>
            </a:endParaRPr>
          </a:p>
        </p:txBody>
      </p:sp>
      <p:pic>
        <p:nvPicPr>
          <p:cNvPr id="1026" name="Picture 2" descr="かわいいフリー素材集 いらすとや: ペアカップのイラスト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2975" y="3552988"/>
            <a:ext cx="3163593" cy="2491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2"/>
          <p:cNvSpPr txBox="1"/>
          <p:nvPr/>
        </p:nvSpPr>
        <p:spPr>
          <a:xfrm>
            <a:off x="1007318" y="4651496"/>
            <a:ext cx="301639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600" b="1" dirty="0" err="1"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UD デジタル 教科書体 N" pitchFamily="17" charset="-128"/>
                <a:cs typeface="Calibri" panose="020F0502020204030204" pitchFamily="34" charset="0"/>
              </a:rPr>
              <a:t>Kappu</a:t>
            </a:r>
            <a:endParaRPr lang="ja-JP" altLang="en-US" sz="6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Calibri" panose="020F0502020204030204" pitchFamily="34" charset="0"/>
              <a:ea typeface="UD デジタル 教科書体 N" pitchFamily="17" charset="-128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171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9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95902F9-5613-0C46-D1B1-4D9AF4BEF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10216131" y="447238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: скругленные углы 4"/>
          <p:cNvSpPr/>
          <p:nvPr/>
        </p:nvSpPr>
        <p:spPr>
          <a:xfrm>
            <a:off x="5919901" y="2650937"/>
            <a:ext cx="3827484" cy="1325563"/>
          </a:xfrm>
          <a:prstGeom prst="roundRect">
            <a:avLst/>
          </a:prstGeom>
          <a:noFill/>
          <a:ln>
            <a:solidFill>
              <a:srgbClr val="F6C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8800" b="1" dirty="0">
                <a:solidFill>
                  <a:schemeClr val="tx1"/>
                </a:solidFill>
              </a:rPr>
              <a:t>マップ</a:t>
            </a:r>
            <a:endParaRPr lang="ru-RU" sz="8800" b="1" dirty="0">
              <a:solidFill>
                <a:schemeClr val="tx1"/>
              </a:solidFill>
            </a:endParaRPr>
          </a:p>
        </p:txBody>
      </p:sp>
      <p:sp>
        <p:nvSpPr>
          <p:cNvPr id="2" name="Rectangle: Rounded Corners 5">
            <a:extLst>
              <a:ext uri="{FF2B5EF4-FFF2-40B4-BE49-F238E27FC236}">
                <a16:creationId xmlns:a16="http://schemas.microsoft.com/office/drawing/2014/main" id="{A32E2B61-90E6-BE32-40F3-5A736D76E5BC}"/>
              </a:ext>
            </a:extLst>
          </p:cNvPr>
          <p:cNvSpPr/>
          <p:nvPr/>
        </p:nvSpPr>
        <p:spPr>
          <a:xfrm>
            <a:off x="305579" y="369614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MASHQ</a:t>
            </a:r>
          </a:p>
        </p:txBody>
      </p:sp>
      <p:pic>
        <p:nvPicPr>
          <p:cNvPr id="2050" name="Picture 2" descr="地図 | かわいいフリー素材集 いらすとや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346" y="1535799"/>
            <a:ext cx="4156720" cy="4079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791"/>
    </mc:Choice>
    <mc:Fallback xmlns="">
      <p:transition spd="slow" advTm="357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2A2ADA6-16CF-7F65-DB3E-21F8F6C6D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10216131" y="447238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: скругленные углы 4"/>
          <p:cNvSpPr/>
          <p:nvPr/>
        </p:nvSpPr>
        <p:spPr>
          <a:xfrm>
            <a:off x="5919901" y="2613993"/>
            <a:ext cx="3827484" cy="1325563"/>
          </a:xfrm>
          <a:prstGeom prst="roundRect">
            <a:avLst/>
          </a:prstGeom>
          <a:noFill/>
          <a:ln>
            <a:solidFill>
              <a:srgbClr val="F6C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8800" b="1" dirty="0">
                <a:solidFill>
                  <a:schemeClr val="tx1"/>
                </a:solidFill>
              </a:rPr>
              <a:t>バッグ</a:t>
            </a:r>
            <a:endParaRPr lang="ru-RU" sz="8800" b="1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5">
            <a:extLst>
              <a:ext uri="{FF2B5EF4-FFF2-40B4-BE49-F238E27FC236}">
                <a16:creationId xmlns:a16="http://schemas.microsoft.com/office/drawing/2014/main" id="{14890281-44F8-598D-0C12-C5BD6DE0E14E}"/>
              </a:ext>
            </a:extLst>
          </p:cNvPr>
          <p:cNvSpPr/>
          <p:nvPr/>
        </p:nvSpPr>
        <p:spPr>
          <a:xfrm>
            <a:off x="305579" y="369614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MASHQ</a:t>
            </a:r>
          </a:p>
        </p:txBody>
      </p:sp>
      <p:pic>
        <p:nvPicPr>
          <p:cNvPr id="3080" name="Picture 8" descr="スクールバッグ | フリーイラスト・クラシック（フリクラ）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82" y="1791854"/>
            <a:ext cx="3387726" cy="3435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791"/>
    </mc:Choice>
    <mc:Fallback xmlns="">
      <p:transition spd="slow" advTm="357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E61E86C-24BF-7672-FA36-0C1EBE2E6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10216131" y="447238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: скругленные углы 4"/>
          <p:cNvSpPr/>
          <p:nvPr/>
        </p:nvSpPr>
        <p:spPr>
          <a:xfrm>
            <a:off x="5039947" y="2844902"/>
            <a:ext cx="4959926" cy="1325563"/>
          </a:xfrm>
          <a:prstGeom prst="roundRect">
            <a:avLst/>
          </a:prstGeom>
          <a:noFill/>
          <a:ln>
            <a:solidFill>
              <a:srgbClr val="F6C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8800" b="1" dirty="0">
                <a:solidFill>
                  <a:schemeClr val="tx1"/>
                </a:solidFill>
              </a:rPr>
              <a:t>モナッコ</a:t>
            </a:r>
            <a:endParaRPr lang="ru-RU" sz="8800" b="1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8D4587B-88ED-9C9C-C13C-3F090763B5FF}"/>
              </a:ext>
            </a:extLst>
          </p:cNvPr>
          <p:cNvSpPr/>
          <p:nvPr/>
        </p:nvSpPr>
        <p:spPr>
          <a:xfrm>
            <a:off x="305579" y="369614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MASHQ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15" y="1993960"/>
            <a:ext cx="4333875" cy="28765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791"/>
    </mc:Choice>
    <mc:Fallback xmlns="">
      <p:transition spd="slow" advTm="357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78D5DD1-7D4B-8406-FC55-DE14713CA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10216131" y="447238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: скругленные углы 4"/>
          <p:cNvSpPr/>
          <p:nvPr/>
        </p:nvSpPr>
        <p:spPr>
          <a:xfrm>
            <a:off x="4618182" y="2613993"/>
            <a:ext cx="5129203" cy="1325563"/>
          </a:xfrm>
          <a:prstGeom prst="roundRect">
            <a:avLst/>
          </a:prstGeom>
          <a:noFill/>
          <a:ln>
            <a:solidFill>
              <a:srgbClr val="F6C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8800" b="1" dirty="0">
                <a:solidFill>
                  <a:schemeClr val="tx1"/>
                </a:solidFill>
              </a:rPr>
              <a:t>アッボス</a:t>
            </a:r>
            <a:endParaRPr lang="ru-RU" sz="8800" b="1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5">
            <a:extLst>
              <a:ext uri="{FF2B5EF4-FFF2-40B4-BE49-F238E27FC236}">
                <a16:creationId xmlns:a16="http://schemas.microsoft.com/office/drawing/2014/main" id="{9385D070-52DA-742A-634D-AA154BCBE066}"/>
              </a:ext>
            </a:extLst>
          </p:cNvPr>
          <p:cNvSpPr/>
          <p:nvPr/>
        </p:nvSpPr>
        <p:spPr>
          <a:xfrm>
            <a:off x="305579" y="369614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MASHQ</a:t>
            </a:r>
          </a:p>
        </p:txBody>
      </p:sp>
      <p:pic>
        <p:nvPicPr>
          <p:cNvPr id="4098" name="Picture 2" descr="いろいろな斜めから見た立つ人のイラスト（男性） | かわいいフリー素材集 いらすとや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581" y="1535799"/>
            <a:ext cx="3315855" cy="3913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791"/>
    </mc:Choice>
    <mc:Fallback xmlns="">
      <p:transition spd="slow" advTm="357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274B760-94B8-8099-2632-301DD3F5C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10216131" y="447238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: скругленные углы 4"/>
          <p:cNvSpPr/>
          <p:nvPr/>
        </p:nvSpPr>
        <p:spPr>
          <a:xfrm>
            <a:off x="5919901" y="2613993"/>
            <a:ext cx="3827484" cy="1325563"/>
          </a:xfrm>
          <a:prstGeom prst="roundRect">
            <a:avLst/>
          </a:prstGeom>
          <a:noFill/>
          <a:ln>
            <a:solidFill>
              <a:srgbClr val="F6C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8800" b="1" dirty="0">
                <a:solidFill>
                  <a:schemeClr val="tx1"/>
                </a:solidFill>
              </a:rPr>
              <a:t>セット</a:t>
            </a:r>
            <a:endParaRPr lang="ru-RU" sz="8800" b="1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CED1B91-4A48-E368-288F-8196CE67C8F3}"/>
              </a:ext>
            </a:extLst>
          </p:cNvPr>
          <p:cNvSpPr/>
          <p:nvPr/>
        </p:nvSpPr>
        <p:spPr>
          <a:xfrm>
            <a:off x="305579" y="369614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MASHQ</a:t>
            </a:r>
          </a:p>
        </p:txBody>
      </p:sp>
      <p:pic>
        <p:nvPicPr>
          <p:cNvPr id="5122" name="Picture 2" descr="朝食セットのイラスト「パン・スクランブルエッグ・ウインナー・サラダ・スープ・コーヒー」 | かわいいフリー素材集 いらすとや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664" y="1647091"/>
            <a:ext cx="4231955" cy="3570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791"/>
    </mc:Choice>
    <mc:Fallback xmlns="">
      <p:transition spd="slow" advTm="357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228D389-5A91-F77E-0E68-BAABE12B1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707"/>
            <a:ext cx="12192000" cy="686446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579" y="409767"/>
            <a:ext cx="1576803" cy="1551755"/>
          </a:xfrm>
          <a:prstGeom prst="rect">
            <a:avLst/>
          </a:prstGeom>
        </p:spPr>
      </p:pic>
      <p:sp>
        <p:nvSpPr>
          <p:cNvPr id="6" name="Rectangle: Rounded Corners 7"/>
          <p:cNvSpPr/>
          <p:nvPr/>
        </p:nvSpPr>
        <p:spPr>
          <a:xfrm>
            <a:off x="2903442" y="376211"/>
            <a:ext cx="4807911" cy="756576"/>
          </a:xfrm>
          <a:prstGeom prst="roundRect">
            <a:avLst/>
          </a:prstGeom>
          <a:solidFill>
            <a:srgbClr val="DAE3F3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UMUMLASHTIRAMIZ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rcRect l="8458"/>
          <a:stretch>
            <a:fillRect/>
          </a:stretch>
        </p:blipFill>
        <p:spPr>
          <a:xfrm>
            <a:off x="9959256" y="3429000"/>
            <a:ext cx="1827652" cy="26528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18" name="Diagram 18"/>
          <p:cNvGraphicFramePr/>
          <p:nvPr>
            <p:extLst>
              <p:ext uri="{D42A27DB-BD31-4B8C-83A1-F6EECF244321}">
                <p14:modId xmlns:p14="http://schemas.microsoft.com/office/powerpoint/2010/main" val="464297116"/>
              </p:ext>
            </p:extLst>
          </p:nvPr>
        </p:nvGraphicFramePr>
        <p:xfrm>
          <a:off x="6096000" y="3724410"/>
          <a:ext cx="3644488" cy="2274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3" name="Rectangle: Rounded Corners 8">
            <a:extLst>
              <a:ext uri="{FF2B5EF4-FFF2-40B4-BE49-F238E27FC236}">
                <a16:creationId xmlns:a16="http://schemas.microsoft.com/office/drawing/2014/main" id="{B46A87BA-7EA9-9F3C-A27F-AFDDF256FE5D}"/>
              </a:ext>
            </a:extLst>
          </p:cNvPr>
          <p:cNvSpPr/>
          <p:nvPr/>
        </p:nvSpPr>
        <p:spPr>
          <a:xfrm>
            <a:off x="496941" y="1344985"/>
            <a:ext cx="5080899" cy="1671831"/>
          </a:xfrm>
          <a:prstGeom prst="roundRect">
            <a:avLst/>
          </a:prstGeom>
          <a:ln w="7620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3600" b="1" dirty="0" smtClean="0">
                <a:latin typeface="Calibri" panose="020F0502020204030204" pitchFamily="34" charset="0"/>
                <a:ea typeface="UD Digi Kyokasho N" panose="02020400000000000000" pitchFamily="17" charset="-128"/>
                <a:cs typeface="Calibri" panose="020F0502020204030204" pitchFamily="34" charset="0"/>
              </a:rPr>
              <a:t>ALIFBO</a:t>
            </a:r>
            <a:r>
              <a:rPr lang="en-US" altLang="ja-JP" sz="3600" b="1" dirty="0">
                <a:latin typeface="Calibri" panose="020F0502020204030204" pitchFamily="34" charset="0"/>
                <a:ea typeface="UD Digi Kyokasho N" panose="02020400000000000000" pitchFamily="17" charset="-128"/>
                <a:cs typeface="Calibri" panose="020F0502020204030204" pitchFamily="34" charset="0"/>
              </a:rPr>
              <a:t>: KATAKANA</a:t>
            </a:r>
          </a:p>
          <a:p>
            <a:pPr algn="ctr"/>
            <a:r>
              <a:rPr lang="ja-JP" altLang="en-US" sz="3600" b="1" dirty="0">
                <a:solidFill>
                  <a:schemeClr val="accent5"/>
                </a:solidFill>
                <a:latin typeface="Calibri" panose="020F0502020204030204" pitchFamily="34" charset="0"/>
                <a:ea typeface="UD Digi Kyokasho N" panose="02020400000000000000" pitchFamily="17" charset="-128"/>
                <a:cs typeface="Calibri" panose="020F0502020204030204" pitchFamily="34" charset="0"/>
              </a:rPr>
              <a:t>そくおん</a:t>
            </a:r>
            <a:r>
              <a:rPr lang="en-US" altLang="ja-JP" sz="3600" b="1" dirty="0">
                <a:solidFill>
                  <a:schemeClr val="accent5"/>
                </a:solidFill>
                <a:latin typeface="Calibri" panose="020F0502020204030204" pitchFamily="34" charset="0"/>
                <a:ea typeface="UD Digi Kyokasho N" panose="02020400000000000000" pitchFamily="17" charset="-128"/>
                <a:cs typeface="Calibri" panose="020F0502020204030204" pitchFamily="34" charset="0"/>
              </a:rPr>
              <a:t> </a:t>
            </a:r>
            <a:r>
              <a:rPr lang="ja-JP" altLang="en-US" sz="3600" b="1" dirty="0">
                <a:solidFill>
                  <a:schemeClr val="accent5"/>
                </a:solidFill>
                <a:latin typeface="Calibri" panose="020F0502020204030204" pitchFamily="34" charset="0"/>
                <a:ea typeface="UD Digi Kyokasho N" panose="02020400000000000000" pitchFamily="17" charset="-128"/>
                <a:cs typeface="Calibri" panose="020F0502020204030204" pitchFamily="34" charset="0"/>
              </a:rPr>
              <a:t>（促音</a:t>
            </a:r>
            <a:r>
              <a:rPr lang="ja-JP" altLang="en-US" sz="3600" b="1" dirty="0" smtClean="0">
                <a:solidFill>
                  <a:schemeClr val="accent5"/>
                </a:solidFill>
                <a:latin typeface="Calibri" panose="020F0502020204030204" pitchFamily="34" charset="0"/>
                <a:ea typeface="UD Digi Kyokasho N" panose="02020400000000000000" pitchFamily="17" charset="-128"/>
                <a:cs typeface="Calibri" panose="020F0502020204030204" pitchFamily="34" charset="0"/>
              </a:rPr>
              <a:t>）</a:t>
            </a:r>
            <a:endParaRPr lang="en-US" altLang="ja-JP" sz="3600" b="1" dirty="0">
              <a:solidFill>
                <a:schemeClr val="accent5"/>
              </a:solidFill>
              <a:latin typeface="Calibri" panose="020F0502020204030204" pitchFamily="34" charset="0"/>
              <a:ea typeface="UD Digi Kyokasho N" panose="02020400000000000000" pitchFamily="17" charset="-128"/>
              <a:cs typeface="Calibri" panose="020F0502020204030204" pitchFamily="34" charset="0"/>
            </a:endParaRPr>
          </a:p>
        </p:txBody>
      </p:sp>
      <p:pic>
        <p:nvPicPr>
          <p:cNvPr id="14" name="Picture 2" descr="朝食セットのイラスト「パン・スクランブルエッグ・ウインナー・サラダ・スープ・コーヒー」 | かわいいフリー素材集 いらすとや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3008" y="1450581"/>
            <a:ext cx="2159998" cy="1956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いろいろな斜めから見た立つ人のイラスト（男性） | かわいいフリー素材集 いらすとや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7814" y="1326425"/>
            <a:ext cx="1872674" cy="2397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280" y="3087831"/>
            <a:ext cx="2413627" cy="1435040"/>
          </a:xfrm>
          <a:prstGeom prst="rect">
            <a:avLst/>
          </a:prstGeom>
        </p:spPr>
      </p:pic>
      <p:pic>
        <p:nvPicPr>
          <p:cNvPr id="19" name="Picture 8" descr="スクールバッグ | フリーイラスト・クラシック（フリクラ）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327" y="4493172"/>
            <a:ext cx="2398982" cy="1588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地図 | かわいいフリー素材集 いらすとや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9136" y="3140972"/>
            <a:ext cx="1858036" cy="2853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626"/>
    </mc:Choice>
    <mc:Fallback xmlns="">
      <p:transition spd="slow" advTm="53626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94"/>
            <a:ext cx="12192000" cy="684580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544" y="409767"/>
            <a:ext cx="1780838" cy="1752549"/>
          </a:xfrm>
          <a:prstGeom prst="rect">
            <a:avLst/>
          </a:prstGeom>
        </p:spPr>
      </p:pic>
      <p:sp>
        <p:nvSpPr>
          <p:cNvPr id="6" name="Rectangle: Rounded Corners 7"/>
          <p:cNvSpPr/>
          <p:nvPr/>
        </p:nvSpPr>
        <p:spPr>
          <a:xfrm>
            <a:off x="3210319" y="1449849"/>
            <a:ext cx="5254906" cy="2060113"/>
          </a:xfrm>
          <a:prstGeom prst="roundRect">
            <a:avLst/>
          </a:prstGeom>
          <a:ln w="7620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4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NIHONGO NO MICHI</a:t>
            </a:r>
          </a:p>
          <a:p>
            <a:pPr algn="ctr"/>
            <a:r>
              <a:rPr lang="ja-JP" altLang="en-US" sz="4400" b="1" dirty="0">
                <a:latin typeface="UD Digi Kyokasho N" pitchFamily="17" charset="-128"/>
                <a:ea typeface="UD Digi Kyokasho N" pitchFamily="17" charset="-128"/>
                <a:cs typeface="Calibri" pitchFamily="34" charset="0"/>
              </a:rPr>
              <a:t>日本語の道</a:t>
            </a:r>
            <a:endParaRPr lang="en-US" sz="4400" b="1" dirty="0">
              <a:latin typeface="UD Digi Kyokasho N" pitchFamily="17" charset="-128"/>
              <a:ea typeface="UD Digi Kyokasho N" pitchFamily="17" charset="-128"/>
              <a:cs typeface="Calibr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rcRect l="8458"/>
          <a:stretch>
            <a:fillRect/>
          </a:stretch>
        </p:blipFill>
        <p:spPr>
          <a:xfrm>
            <a:off x="6465263" y="4224087"/>
            <a:ext cx="1345558" cy="19858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899221" y="4270721"/>
            <a:ext cx="1345559" cy="19392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6344" y="4669133"/>
            <a:ext cx="922856" cy="12109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197"/>
    </mc:Choice>
    <mc:Fallback xmlns="">
      <p:transition spd="slow" advTm="36197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6|2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6|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6|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6|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6|2.9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114</Words>
  <Application>Microsoft Office PowerPoint</Application>
  <PresentationFormat>Широкоэкранный</PresentationFormat>
  <Paragraphs>27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UD Digi Kyokasho N</vt:lpstr>
      <vt:lpstr>UD デジタル 教科書体 N</vt:lpstr>
      <vt:lpstr>游ゴシック</vt:lpstr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shaxboz2027@gmail.com</dc:creator>
  <cp:lastModifiedBy>hp</cp:lastModifiedBy>
  <cp:revision>36</cp:revision>
  <dcterms:created xsi:type="dcterms:W3CDTF">1900-01-01T00:00:00Z</dcterms:created>
  <dcterms:modified xsi:type="dcterms:W3CDTF">2026-02-18T06:37:37Z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8CF76075DFA93276654A93694C97E6B4_33</vt:lpwstr>
  </property>
  <property fmtid="{D5CDD505-2E9C-101B-9397-08002B2CF9AE}" pid="3" name="KSOProductBuildVer">
    <vt:lpwstr>2052-11.37.30</vt:lpwstr>
  </property>
</Properties>
</file>