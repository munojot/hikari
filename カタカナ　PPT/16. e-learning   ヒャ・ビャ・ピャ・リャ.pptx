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drawing4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layout4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diagrams/quickStyle4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3"/>
    <p:sldId id="265" r:id="rId4"/>
    <p:sldId id="278" r:id="rId5"/>
    <p:sldId id="281" r:id="rId7"/>
    <p:sldId id="279" r:id="rId8"/>
    <p:sldId id="282" r:id="rId9"/>
    <p:sldId id="280" r:id="rId10"/>
    <p:sldId id="284" r:id="rId11"/>
    <p:sldId id="277" r:id="rId12"/>
    <p:sldId id="283" r:id="rId13"/>
    <p:sldId id="286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9482"/>
    <a:srgbClr val="FFFF66"/>
    <a:srgbClr val="FF9966"/>
    <a:srgbClr val="70AD47"/>
    <a:srgbClr val="F6C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>
        <p:scale>
          <a:sx n="57" d="100"/>
          <a:sy n="57" d="100"/>
        </p:scale>
        <p:origin x="1218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EA9F3CA-2769-4AFA-94EB-287201B9F2C3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ru-RU"/>
        </a:p>
      </dgm:t>
    </dgm:pt>
    <dgm:pt modelId="{5037A2AE-E2D8-43A9-A173-A4EFC55D5126}">
      <dgm:prSet phldrT="[Текст]" phldr="1"/>
      <dgm:spPr/>
      <dgm:t>
        <a:bodyPr/>
        <a:lstStyle/>
        <a:p>
          <a:endParaRPr lang="ru-RU"/>
        </a:p>
      </dgm:t>
    </dgm:pt>
    <dgm:pt modelId="{2EC5FF4E-C791-4EF2-9646-30BC00320BAB}" cxnId="{46D65CF8-BFBF-4F5B-94DB-A236E7EDD4A1}" type="parTrans">
      <dgm:prSet/>
      <dgm:spPr/>
      <dgm:t>
        <a:bodyPr/>
        <a:lstStyle/>
        <a:p>
          <a:endParaRPr lang="ru-RU"/>
        </a:p>
      </dgm:t>
    </dgm:pt>
    <dgm:pt modelId="{09E67D74-5AF3-4A35-A8D8-589373171C3C}" cxnId="{46D65CF8-BFBF-4F5B-94DB-A236E7EDD4A1}" type="sibTrans">
      <dgm:prSet/>
      <dgm:spPr/>
      <dgm:t>
        <a:bodyPr/>
        <a:lstStyle/>
        <a:p>
          <a:endParaRPr lang="ru-RU"/>
        </a:p>
      </dgm:t>
    </dgm:pt>
    <dgm:pt modelId="{DA26B7A0-DDDA-4AE9-B154-2312908A21F4}">
      <dgm:prSet phldrT="[Текст]" phldr="1"/>
      <dgm:spPr/>
      <dgm:t>
        <a:bodyPr/>
        <a:lstStyle/>
        <a:p>
          <a:endParaRPr lang="ru-RU"/>
        </a:p>
      </dgm:t>
    </dgm:pt>
    <dgm:pt modelId="{920F9D17-8BB3-40FC-8063-A02A7335DB64}" cxnId="{6227C500-95A8-419E-9B11-F204D8644E27}" type="parTrans">
      <dgm:prSet/>
      <dgm:spPr/>
      <dgm:t>
        <a:bodyPr/>
        <a:lstStyle/>
        <a:p>
          <a:endParaRPr lang="ru-RU"/>
        </a:p>
      </dgm:t>
    </dgm:pt>
    <dgm:pt modelId="{89129D73-EFE3-4249-A7D6-E7F251F7FDBD}" cxnId="{6227C500-95A8-419E-9B11-F204D8644E27}" type="sibTrans">
      <dgm:prSet/>
      <dgm:spPr/>
      <dgm:t>
        <a:bodyPr/>
        <a:lstStyle/>
        <a:p>
          <a:endParaRPr lang="ru-RU"/>
        </a:p>
      </dgm:t>
    </dgm:pt>
    <dgm:pt modelId="{82045F8E-7B49-4C3F-9C34-3B4A75A0895B}">
      <dgm:prSet phldrT="[Текст]" phldr="1"/>
      <dgm:spPr/>
      <dgm:t>
        <a:bodyPr/>
        <a:lstStyle/>
        <a:p>
          <a:endParaRPr lang="ru-RU"/>
        </a:p>
      </dgm:t>
    </dgm:pt>
    <dgm:pt modelId="{8EA9F104-BA3D-4B34-8C4C-225A67502001}" cxnId="{D021D65C-8A52-4D03-BEDA-0080E8654474}" type="parTrans">
      <dgm:prSet/>
      <dgm:spPr/>
      <dgm:t>
        <a:bodyPr/>
        <a:lstStyle/>
        <a:p>
          <a:endParaRPr lang="ru-RU"/>
        </a:p>
      </dgm:t>
    </dgm:pt>
    <dgm:pt modelId="{4995D1B3-8431-4174-AE06-31AFFCABAA59}" cxnId="{D021D65C-8A52-4D03-BEDA-0080E8654474}" type="sibTrans">
      <dgm:prSet/>
      <dgm:spPr/>
      <dgm:t>
        <a:bodyPr/>
        <a:lstStyle/>
        <a:p>
          <a:endParaRPr lang="ru-RU"/>
        </a:p>
      </dgm:t>
    </dgm:pt>
    <dgm:pt modelId="{CC914FA3-1A11-44F7-8F56-9CED9DBD2856}" type="pres">
      <dgm:prSet presAssocID="{1EA9F3CA-2769-4AFA-94EB-287201B9F2C3}" presName="linear" presStyleCnt="0">
        <dgm:presLayoutVars>
          <dgm:dir/>
          <dgm:animLvl val="lvl"/>
          <dgm:resizeHandles val="exact"/>
        </dgm:presLayoutVars>
      </dgm:prSet>
      <dgm:spPr/>
    </dgm:pt>
    <dgm:pt modelId="{3464CC5B-A93A-4BA5-9ACF-B6E41E37FC8C}" type="pres">
      <dgm:prSet presAssocID="{5037A2AE-E2D8-43A9-A173-A4EFC55D5126}" presName="parentLin" presStyleCnt="0"/>
      <dgm:spPr/>
    </dgm:pt>
    <dgm:pt modelId="{18241D02-CA49-43F0-BCA2-28090FD813DA}" type="pres">
      <dgm:prSet presAssocID="{5037A2AE-E2D8-43A9-A173-A4EFC55D5126}" presName="parentLeftMargin" presStyleLbl="node1" presStyleIdx="0" presStyleCnt="3"/>
      <dgm:spPr/>
    </dgm:pt>
    <dgm:pt modelId="{ED715189-FFC5-4A9D-844A-C5D7CECCC1F7}" type="pres">
      <dgm:prSet presAssocID="{5037A2AE-E2D8-43A9-A173-A4EFC55D512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9075B03-AA80-4CFC-B8BA-25FD9CD862F1}" type="pres">
      <dgm:prSet presAssocID="{5037A2AE-E2D8-43A9-A173-A4EFC55D5126}" presName="negativeSpace" presStyleCnt="0"/>
      <dgm:spPr/>
    </dgm:pt>
    <dgm:pt modelId="{9C2CAF39-3E3F-4773-BB42-DF0631F2779D}" type="pres">
      <dgm:prSet presAssocID="{5037A2AE-E2D8-43A9-A173-A4EFC55D5126}" presName="childText" presStyleLbl="conFgAcc1" presStyleIdx="0" presStyleCnt="3">
        <dgm:presLayoutVars>
          <dgm:bulletEnabled val="1"/>
        </dgm:presLayoutVars>
      </dgm:prSet>
      <dgm:spPr/>
    </dgm:pt>
    <dgm:pt modelId="{88F18172-B8FE-40AE-A05B-18C20735A8D3}" type="pres">
      <dgm:prSet presAssocID="{09E67D74-5AF3-4A35-A8D8-589373171C3C}" presName="spaceBetweenRectangles" presStyleCnt="0"/>
      <dgm:spPr/>
    </dgm:pt>
    <dgm:pt modelId="{A1895881-E0D2-4A83-8948-91D3003B9F62}" type="pres">
      <dgm:prSet presAssocID="{DA26B7A0-DDDA-4AE9-B154-2312908A21F4}" presName="parentLin" presStyleCnt="0"/>
      <dgm:spPr/>
    </dgm:pt>
    <dgm:pt modelId="{C9B15F00-44E9-4B41-9ED1-B5730B7449B3}" type="pres">
      <dgm:prSet presAssocID="{DA26B7A0-DDDA-4AE9-B154-2312908A21F4}" presName="parentLeftMargin" presStyleLbl="node1" presStyleIdx="0" presStyleCnt="3"/>
      <dgm:spPr/>
    </dgm:pt>
    <dgm:pt modelId="{5842CC0C-2640-4026-8FFF-34A37A35D9D2}" type="pres">
      <dgm:prSet presAssocID="{DA26B7A0-DDDA-4AE9-B154-2312908A21F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1E10EAD-BFA2-4DB8-AF00-32F9B9610466}" type="pres">
      <dgm:prSet presAssocID="{DA26B7A0-DDDA-4AE9-B154-2312908A21F4}" presName="negativeSpace" presStyleCnt="0"/>
      <dgm:spPr/>
    </dgm:pt>
    <dgm:pt modelId="{382B28C7-6C81-4202-A2DF-7AD2DEF069E7}" type="pres">
      <dgm:prSet presAssocID="{DA26B7A0-DDDA-4AE9-B154-2312908A21F4}" presName="childText" presStyleLbl="conFgAcc1" presStyleIdx="1" presStyleCnt="3">
        <dgm:presLayoutVars>
          <dgm:bulletEnabled val="1"/>
        </dgm:presLayoutVars>
      </dgm:prSet>
      <dgm:spPr/>
    </dgm:pt>
    <dgm:pt modelId="{71420350-8FB8-4978-BBCA-79DE85BF616A}" type="pres">
      <dgm:prSet presAssocID="{89129D73-EFE3-4249-A7D6-E7F251F7FDBD}" presName="spaceBetweenRectangles" presStyleCnt="0"/>
      <dgm:spPr/>
    </dgm:pt>
    <dgm:pt modelId="{202BD818-9BD1-482A-B6AB-F2076AA17C56}" type="pres">
      <dgm:prSet presAssocID="{82045F8E-7B49-4C3F-9C34-3B4A75A0895B}" presName="parentLin" presStyleCnt="0"/>
      <dgm:spPr/>
    </dgm:pt>
    <dgm:pt modelId="{A24B50FB-FE54-4FFA-B4BC-A6E766369AC3}" type="pres">
      <dgm:prSet presAssocID="{82045F8E-7B49-4C3F-9C34-3B4A75A0895B}" presName="parentLeftMargin" presStyleLbl="node1" presStyleIdx="1" presStyleCnt="3"/>
      <dgm:spPr/>
    </dgm:pt>
    <dgm:pt modelId="{0A5C6528-5ECF-46AF-A0ED-6D8EE22CC2A4}" type="pres">
      <dgm:prSet presAssocID="{82045F8E-7B49-4C3F-9C34-3B4A75A0895B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8D979E40-6E6A-4462-B542-0A3152F07A68}" type="pres">
      <dgm:prSet presAssocID="{82045F8E-7B49-4C3F-9C34-3B4A75A0895B}" presName="negativeSpace" presStyleCnt="0"/>
      <dgm:spPr/>
    </dgm:pt>
    <dgm:pt modelId="{2A726C37-0BFA-42F9-9C9E-E99B2341DAAF}" type="pres">
      <dgm:prSet presAssocID="{82045F8E-7B49-4C3F-9C34-3B4A75A0895B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6227C500-95A8-419E-9B11-F204D8644E27}" srcId="{1EA9F3CA-2769-4AFA-94EB-287201B9F2C3}" destId="{DA26B7A0-DDDA-4AE9-B154-2312908A21F4}" srcOrd="1" destOrd="0" parTransId="{920F9D17-8BB3-40FC-8063-A02A7335DB64}" sibTransId="{89129D73-EFE3-4249-A7D6-E7F251F7FDBD}"/>
    <dgm:cxn modelId="{D021D65C-8A52-4D03-BEDA-0080E8654474}" srcId="{1EA9F3CA-2769-4AFA-94EB-287201B9F2C3}" destId="{82045F8E-7B49-4C3F-9C34-3B4A75A0895B}" srcOrd="2" destOrd="0" parTransId="{8EA9F104-BA3D-4B34-8C4C-225A67502001}" sibTransId="{4995D1B3-8431-4174-AE06-31AFFCABAA59}"/>
    <dgm:cxn modelId="{7544325D-FFD7-4D3C-9FCC-F60F3AC63E4B}" type="presOf" srcId="{5037A2AE-E2D8-43A9-A173-A4EFC55D5126}" destId="{ED715189-FFC5-4A9D-844A-C5D7CECCC1F7}" srcOrd="1" destOrd="0" presId="urn:microsoft.com/office/officeart/2005/8/layout/list1"/>
    <dgm:cxn modelId="{4F02D266-ED6F-488B-9A17-55DAAD6E4413}" type="presOf" srcId="{DA26B7A0-DDDA-4AE9-B154-2312908A21F4}" destId="{5842CC0C-2640-4026-8FFF-34A37A35D9D2}" srcOrd="1" destOrd="0" presId="urn:microsoft.com/office/officeart/2005/8/layout/list1"/>
    <dgm:cxn modelId="{52F9F250-08E1-462E-8142-00A6A4C56D1E}" type="presOf" srcId="{82045F8E-7B49-4C3F-9C34-3B4A75A0895B}" destId="{0A5C6528-5ECF-46AF-A0ED-6D8EE22CC2A4}" srcOrd="1" destOrd="0" presId="urn:microsoft.com/office/officeart/2005/8/layout/list1"/>
    <dgm:cxn modelId="{25BC858B-EE40-491D-B027-9D51CABD16A1}" type="presOf" srcId="{1EA9F3CA-2769-4AFA-94EB-287201B9F2C3}" destId="{CC914FA3-1A11-44F7-8F56-9CED9DBD2856}" srcOrd="0" destOrd="0" presId="urn:microsoft.com/office/officeart/2005/8/layout/list1"/>
    <dgm:cxn modelId="{CF738C8D-E7A8-49B6-AE4E-D1463CDE6995}" type="presOf" srcId="{5037A2AE-E2D8-43A9-A173-A4EFC55D5126}" destId="{18241D02-CA49-43F0-BCA2-28090FD813DA}" srcOrd="0" destOrd="0" presId="urn:microsoft.com/office/officeart/2005/8/layout/list1"/>
    <dgm:cxn modelId="{6A0820B5-7451-4E4A-9D70-2A5F71EB42B8}" type="presOf" srcId="{DA26B7A0-DDDA-4AE9-B154-2312908A21F4}" destId="{C9B15F00-44E9-4B41-9ED1-B5730B7449B3}" srcOrd="0" destOrd="0" presId="urn:microsoft.com/office/officeart/2005/8/layout/list1"/>
    <dgm:cxn modelId="{BC667EDD-651C-414C-A685-4119971ED0A1}" type="presOf" srcId="{82045F8E-7B49-4C3F-9C34-3B4A75A0895B}" destId="{A24B50FB-FE54-4FFA-B4BC-A6E766369AC3}" srcOrd="0" destOrd="0" presId="urn:microsoft.com/office/officeart/2005/8/layout/list1"/>
    <dgm:cxn modelId="{46D65CF8-BFBF-4F5B-94DB-A236E7EDD4A1}" srcId="{1EA9F3CA-2769-4AFA-94EB-287201B9F2C3}" destId="{5037A2AE-E2D8-43A9-A173-A4EFC55D5126}" srcOrd="0" destOrd="0" parTransId="{2EC5FF4E-C791-4EF2-9646-30BC00320BAB}" sibTransId="{09E67D74-5AF3-4A35-A8D8-589373171C3C}"/>
    <dgm:cxn modelId="{6D3A314C-0223-4FB0-8F84-B7143452EB0C}" type="presParOf" srcId="{CC914FA3-1A11-44F7-8F56-9CED9DBD2856}" destId="{3464CC5B-A93A-4BA5-9ACF-B6E41E37FC8C}" srcOrd="0" destOrd="0" presId="urn:microsoft.com/office/officeart/2005/8/layout/list1"/>
    <dgm:cxn modelId="{E5ECC63A-8C42-43C8-9871-AC6EA678E213}" type="presParOf" srcId="{3464CC5B-A93A-4BA5-9ACF-B6E41E37FC8C}" destId="{18241D02-CA49-43F0-BCA2-28090FD813DA}" srcOrd="0" destOrd="0" presId="urn:microsoft.com/office/officeart/2005/8/layout/list1"/>
    <dgm:cxn modelId="{4AFDEB6A-F902-4520-AFF7-4CB06299C7E7}" type="presParOf" srcId="{3464CC5B-A93A-4BA5-9ACF-B6E41E37FC8C}" destId="{ED715189-FFC5-4A9D-844A-C5D7CECCC1F7}" srcOrd="1" destOrd="0" presId="urn:microsoft.com/office/officeart/2005/8/layout/list1"/>
    <dgm:cxn modelId="{33056C38-9185-4396-A893-ADBA51168C26}" type="presParOf" srcId="{CC914FA3-1A11-44F7-8F56-9CED9DBD2856}" destId="{F9075B03-AA80-4CFC-B8BA-25FD9CD862F1}" srcOrd="1" destOrd="0" presId="urn:microsoft.com/office/officeart/2005/8/layout/list1"/>
    <dgm:cxn modelId="{5880F821-5273-485C-AE40-A028C7BD2060}" type="presParOf" srcId="{CC914FA3-1A11-44F7-8F56-9CED9DBD2856}" destId="{9C2CAF39-3E3F-4773-BB42-DF0631F2779D}" srcOrd="2" destOrd="0" presId="urn:microsoft.com/office/officeart/2005/8/layout/list1"/>
    <dgm:cxn modelId="{AAD1C1AA-89B1-4538-8594-6A12B4BFECBD}" type="presParOf" srcId="{CC914FA3-1A11-44F7-8F56-9CED9DBD2856}" destId="{88F18172-B8FE-40AE-A05B-18C20735A8D3}" srcOrd="3" destOrd="0" presId="urn:microsoft.com/office/officeart/2005/8/layout/list1"/>
    <dgm:cxn modelId="{7CE507B2-08A0-4BBD-9587-95B086E254A3}" type="presParOf" srcId="{CC914FA3-1A11-44F7-8F56-9CED9DBD2856}" destId="{A1895881-E0D2-4A83-8948-91D3003B9F62}" srcOrd="4" destOrd="0" presId="urn:microsoft.com/office/officeart/2005/8/layout/list1"/>
    <dgm:cxn modelId="{6F8758F7-7855-48A2-8C3F-D1E29EDF0713}" type="presParOf" srcId="{A1895881-E0D2-4A83-8948-91D3003B9F62}" destId="{C9B15F00-44E9-4B41-9ED1-B5730B7449B3}" srcOrd="0" destOrd="0" presId="urn:microsoft.com/office/officeart/2005/8/layout/list1"/>
    <dgm:cxn modelId="{27420123-7D73-4E7F-878C-337E1F321529}" type="presParOf" srcId="{A1895881-E0D2-4A83-8948-91D3003B9F62}" destId="{5842CC0C-2640-4026-8FFF-34A37A35D9D2}" srcOrd="1" destOrd="0" presId="urn:microsoft.com/office/officeart/2005/8/layout/list1"/>
    <dgm:cxn modelId="{C6C43FE4-A294-40EB-95B7-E0621BE073D7}" type="presParOf" srcId="{CC914FA3-1A11-44F7-8F56-9CED9DBD2856}" destId="{D1E10EAD-BFA2-4DB8-AF00-32F9B9610466}" srcOrd="5" destOrd="0" presId="urn:microsoft.com/office/officeart/2005/8/layout/list1"/>
    <dgm:cxn modelId="{6D80595B-FEEB-4196-8B9F-AD567830AF1D}" type="presParOf" srcId="{CC914FA3-1A11-44F7-8F56-9CED9DBD2856}" destId="{382B28C7-6C81-4202-A2DF-7AD2DEF069E7}" srcOrd="6" destOrd="0" presId="urn:microsoft.com/office/officeart/2005/8/layout/list1"/>
    <dgm:cxn modelId="{39B626AA-E656-44D3-B74E-3E60F1DA9941}" type="presParOf" srcId="{CC914FA3-1A11-44F7-8F56-9CED9DBD2856}" destId="{71420350-8FB8-4978-BBCA-79DE85BF616A}" srcOrd="7" destOrd="0" presId="urn:microsoft.com/office/officeart/2005/8/layout/list1"/>
    <dgm:cxn modelId="{11D8B5C5-800B-4E61-BB5B-7AFE0057E68A}" type="presParOf" srcId="{CC914FA3-1A11-44F7-8F56-9CED9DBD2856}" destId="{202BD818-9BD1-482A-B6AB-F2076AA17C56}" srcOrd="8" destOrd="0" presId="urn:microsoft.com/office/officeart/2005/8/layout/list1"/>
    <dgm:cxn modelId="{6EA45172-AD43-44E8-BF24-FDEED0ACE355}" type="presParOf" srcId="{202BD818-9BD1-482A-B6AB-F2076AA17C56}" destId="{A24B50FB-FE54-4FFA-B4BC-A6E766369AC3}" srcOrd="0" destOrd="0" presId="urn:microsoft.com/office/officeart/2005/8/layout/list1"/>
    <dgm:cxn modelId="{4A20E814-3490-4AC1-9C11-299506B74949}" type="presParOf" srcId="{202BD818-9BD1-482A-B6AB-F2076AA17C56}" destId="{0A5C6528-5ECF-46AF-A0ED-6D8EE22CC2A4}" srcOrd="1" destOrd="0" presId="urn:microsoft.com/office/officeart/2005/8/layout/list1"/>
    <dgm:cxn modelId="{4170CC49-1971-4F23-AC7A-DC4F30E0C5EC}" type="presParOf" srcId="{CC914FA3-1A11-44F7-8F56-9CED9DBD2856}" destId="{8D979E40-6E6A-4462-B542-0A3152F07A68}" srcOrd="9" destOrd="0" presId="urn:microsoft.com/office/officeart/2005/8/layout/list1"/>
    <dgm:cxn modelId="{4AE5F698-B82E-44DA-86F3-5FD32FA2FE93}" type="presParOf" srcId="{CC914FA3-1A11-44F7-8F56-9CED9DBD2856}" destId="{2A726C37-0BFA-42F9-9C9E-E99B2341DAAF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EA9F3CA-2769-4AFA-94EB-287201B9F2C3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ru-RU"/>
        </a:p>
      </dgm:t>
    </dgm:pt>
    <dgm:pt modelId="{5037A2AE-E2D8-43A9-A173-A4EFC55D5126}">
      <dgm:prSet phldrT="[Текст]" phldr="1"/>
      <dgm:spPr/>
      <dgm:t>
        <a:bodyPr/>
        <a:lstStyle/>
        <a:p>
          <a:endParaRPr lang="ru-RU"/>
        </a:p>
      </dgm:t>
    </dgm:pt>
    <dgm:pt modelId="{2EC5FF4E-C791-4EF2-9646-30BC00320BAB}" cxnId="{46D65CF8-BFBF-4F5B-94DB-A236E7EDD4A1}" type="parTrans">
      <dgm:prSet/>
      <dgm:spPr/>
      <dgm:t>
        <a:bodyPr/>
        <a:lstStyle/>
        <a:p>
          <a:endParaRPr lang="ru-RU"/>
        </a:p>
      </dgm:t>
    </dgm:pt>
    <dgm:pt modelId="{09E67D74-5AF3-4A35-A8D8-589373171C3C}" cxnId="{46D65CF8-BFBF-4F5B-94DB-A236E7EDD4A1}" type="sibTrans">
      <dgm:prSet/>
      <dgm:spPr/>
      <dgm:t>
        <a:bodyPr/>
        <a:lstStyle/>
        <a:p>
          <a:endParaRPr lang="ru-RU"/>
        </a:p>
      </dgm:t>
    </dgm:pt>
    <dgm:pt modelId="{DA26B7A0-DDDA-4AE9-B154-2312908A21F4}">
      <dgm:prSet phldrT="[Текст]" phldr="1"/>
      <dgm:spPr/>
      <dgm:t>
        <a:bodyPr/>
        <a:lstStyle/>
        <a:p>
          <a:endParaRPr lang="ru-RU"/>
        </a:p>
      </dgm:t>
    </dgm:pt>
    <dgm:pt modelId="{920F9D17-8BB3-40FC-8063-A02A7335DB64}" cxnId="{6227C500-95A8-419E-9B11-F204D8644E27}" type="parTrans">
      <dgm:prSet/>
      <dgm:spPr/>
      <dgm:t>
        <a:bodyPr/>
        <a:lstStyle/>
        <a:p>
          <a:endParaRPr lang="ru-RU"/>
        </a:p>
      </dgm:t>
    </dgm:pt>
    <dgm:pt modelId="{89129D73-EFE3-4249-A7D6-E7F251F7FDBD}" cxnId="{6227C500-95A8-419E-9B11-F204D8644E27}" type="sibTrans">
      <dgm:prSet/>
      <dgm:spPr/>
      <dgm:t>
        <a:bodyPr/>
        <a:lstStyle/>
        <a:p>
          <a:endParaRPr lang="ru-RU"/>
        </a:p>
      </dgm:t>
    </dgm:pt>
    <dgm:pt modelId="{82045F8E-7B49-4C3F-9C34-3B4A75A0895B}">
      <dgm:prSet phldrT="[Текст]" phldr="1"/>
      <dgm:spPr/>
      <dgm:t>
        <a:bodyPr/>
        <a:lstStyle/>
        <a:p>
          <a:endParaRPr lang="ru-RU"/>
        </a:p>
      </dgm:t>
    </dgm:pt>
    <dgm:pt modelId="{8EA9F104-BA3D-4B34-8C4C-225A67502001}" cxnId="{D021D65C-8A52-4D03-BEDA-0080E8654474}" type="parTrans">
      <dgm:prSet/>
      <dgm:spPr/>
      <dgm:t>
        <a:bodyPr/>
        <a:lstStyle/>
        <a:p>
          <a:endParaRPr lang="ru-RU"/>
        </a:p>
      </dgm:t>
    </dgm:pt>
    <dgm:pt modelId="{4995D1B3-8431-4174-AE06-31AFFCABAA59}" cxnId="{D021D65C-8A52-4D03-BEDA-0080E8654474}" type="sibTrans">
      <dgm:prSet/>
      <dgm:spPr/>
      <dgm:t>
        <a:bodyPr/>
        <a:lstStyle/>
        <a:p>
          <a:endParaRPr lang="ru-RU"/>
        </a:p>
      </dgm:t>
    </dgm:pt>
    <dgm:pt modelId="{CC914FA3-1A11-44F7-8F56-9CED9DBD2856}" type="pres">
      <dgm:prSet presAssocID="{1EA9F3CA-2769-4AFA-94EB-287201B9F2C3}" presName="linear" presStyleCnt="0">
        <dgm:presLayoutVars>
          <dgm:dir/>
          <dgm:animLvl val="lvl"/>
          <dgm:resizeHandles val="exact"/>
        </dgm:presLayoutVars>
      </dgm:prSet>
      <dgm:spPr/>
    </dgm:pt>
    <dgm:pt modelId="{3464CC5B-A93A-4BA5-9ACF-B6E41E37FC8C}" type="pres">
      <dgm:prSet presAssocID="{5037A2AE-E2D8-43A9-A173-A4EFC55D5126}" presName="parentLin" presStyleCnt="0"/>
      <dgm:spPr/>
    </dgm:pt>
    <dgm:pt modelId="{18241D02-CA49-43F0-BCA2-28090FD813DA}" type="pres">
      <dgm:prSet presAssocID="{5037A2AE-E2D8-43A9-A173-A4EFC55D5126}" presName="parentLeftMargin" presStyleLbl="node1" presStyleIdx="0" presStyleCnt="3"/>
      <dgm:spPr/>
    </dgm:pt>
    <dgm:pt modelId="{ED715189-FFC5-4A9D-844A-C5D7CECCC1F7}" type="pres">
      <dgm:prSet presAssocID="{5037A2AE-E2D8-43A9-A173-A4EFC55D512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9075B03-AA80-4CFC-B8BA-25FD9CD862F1}" type="pres">
      <dgm:prSet presAssocID="{5037A2AE-E2D8-43A9-A173-A4EFC55D5126}" presName="negativeSpace" presStyleCnt="0"/>
      <dgm:spPr/>
    </dgm:pt>
    <dgm:pt modelId="{9C2CAF39-3E3F-4773-BB42-DF0631F2779D}" type="pres">
      <dgm:prSet presAssocID="{5037A2AE-E2D8-43A9-A173-A4EFC55D5126}" presName="childText" presStyleLbl="conFgAcc1" presStyleIdx="0" presStyleCnt="3">
        <dgm:presLayoutVars>
          <dgm:bulletEnabled val="1"/>
        </dgm:presLayoutVars>
      </dgm:prSet>
      <dgm:spPr/>
    </dgm:pt>
    <dgm:pt modelId="{88F18172-B8FE-40AE-A05B-18C20735A8D3}" type="pres">
      <dgm:prSet presAssocID="{09E67D74-5AF3-4A35-A8D8-589373171C3C}" presName="spaceBetweenRectangles" presStyleCnt="0"/>
      <dgm:spPr/>
    </dgm:pt>
    <dgm:pt modelId="{A1895881-E0D2-4A83-8948-91D3003B9F62}" type="pres">
      <dgm:prSet presAssocID="{DA26B7A0-DDDA-4AE9-B154-2312908A21F4}" presName="parentLin" presStyleCnt="0"/>
      <dgm:spPr/>
    </dgm:pt>
    <dgm:pt modelId="{C9B15F00-44E9-4B41-9ED1-B5730B7449B3}" type="pres">
      <dgm:prSet presAssocID="{DA26B7A0-DDDA-4AE9-B154-2312908A21F4}" presName="parentLeftMargin" presStyleLbl="node1" presStyleIdx="0" presStyleCnt="3"/>
      <dgm:spPr/>
    </dgm:pt>
    <dgm:pt modelId="{5842CC0C-2640-4026-8FFF-34A37A35D9D2}" type="pres">
      <dgm:prSet presAssocID="{DA26B7A0-DDDA-4AE9-B154-2312908A21F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1E10EAD-BFA2-4DB8-AF00-32F9B9610466}" type="pres">
      <dgm:prSet presAssocID="{DA26B7A0-DDDA-4AE9-B154-2312908A21F4}" presName="negativeSpace" presStyleCnt="0"/>
      <dgm:spPr/>
    </dgm:pt>
    <dgm:pt modelId="{382B28C7-6C81-4202-A2DF-7AD2DEF069E7}" type="pres">
      <dgm:prSet presAssocID="{DA26B7A0-DDDA-4AE9-B154-2312908A21F4}" presName="childText" presStyleLbl="conFgAcc1" presStyleIdx="1" presStyleCnt="3">
        <dgm:presLayoutVars>
          <dgm:bulletEnabled val="1"/>
        </dgm:presLayoutVars>
      </dgm:prSet>
      <dgm:spPr/>
    </dgm:pt>
    <dgm:pt modelId="{71420350-8FB8-4978-BBCA-79DE85BF616A}" type="pres">
      <dgm:prSet presAssocID="{89129D73-EFE3-4249-A7D6-E7F251F7FDBD}" presName="spaceBetweenRectangles" presStyleCnt="0"/>
      <dgm:spPr/>
    </dgm:pt>
    <dgm:pt modelId="{202BD818-9BD1-482A-B6AB-F2076AA17C56}" type="pres">
      <dgm:prSet presAssocID="{82045F8E-7B49-4C3F-9C34-3B4A75A0895B}" presName="parentLin" presStyleCnt="0"/>
      <dgm:spPr/>
    </dgm:pt>
    <dgm:pt modelId="{A24B50FB-FE54-4FFA-B4BC-A6E766369AC3}" type="pres">
      <dgm:prSet presAssocID="{82045F8E-7B49-4C3F-9C34-3B4A75A0895B}" presName="parentLeftMargin" presStyleLbl="node1" presStyleIdx="1" presStyleCnt="3"/>
      <dgm:spPr/>
    </dgm:pt>
    <dgm:pt modelId="{0A5C6528-5ECF-46AF-A0ED-6D8EE22CC2A4}" type="pres">
      <dgm:prSet presAssocID="{82045F8E-7B49-4C3F-9C34-3B4A75A0895B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8D979E40-6E6A-4462-B542-0A3152F07A68}" type="pres">
      <dgm:prSet presAssocID="{82045F8E-7B49-4C3F-9C34-3B4A75A0895B}" presName="negativeSpace" presStyleCnt="0"/>
      <dgm:spPr/>
    </dgm:pt>
    <dgm:pt modelId="{2A726C37-0BFA-42F9-9C9E-E99B2341DAAF}" type="pres">
      <dgm:prSet presAssocID="{82045F8E-7B49-4C3F-9C34-3B4A75A0895B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6227C500-95A8-419E-9B11-F204D8644E27}" srcId="{1EA9F3CA-2769-4AFA-94EB-287201B9F2C3}" destId="{DA26B7A0-DDDA-4AE9-B154-2312908A21F4}" srcOrd="1" destOrd="0" parTransId="{920F9D17-8BB3-40FC-8063-A02A7335DB64}" sibTransId="{89129D73-EFE3-4249-A7D6-E7F251F7FDBD}"/>
    <dgm:cxn modelId="{D021D65C-8A52-4D03-BEDA-0080E8654474}" srcId="{1EA9F3CA-2769-4AFA-94EB-287201B9F2C3}" destId="{82045F8E-7B49-4C3F-9C34-3B4A75A0895B}" srcOrd="2" destOrd="0" parTransId="{8EA9F104-BA3D-4B34-8C4C-225A67502001}" sibTransId="{4995D1B3-8431-4174-AE06-31AFFCABAA59}"/>
    <dgm:cxn modelId="{7544325D-FFD7-4D3C-9FCC-F60F3AC63E4B}" type="presOf" srcId="{5037A2AE-E2D8-43A9-A173-A4EFC55D5126}" destId="{ED715189-FFC5-4A9D-844A-C5D7CECCC1F7}" srcOrd="1" destOrd="0" presId="urn:microsoft.com/office/officeart/2005/8/layout/list1"/>
    <dgm:cxn modelId="{4F02D266-ED6F-488B-9A17-55DAAD6E4413}" type="presOf" srcId="{DA26B7A0-DDDA-4AE9-B154-2312908A21F4}" destId="{5842CC0C-2640-4026-8FFF-34A37A35D9D2}" srcOrd="1" destOrd="0" presId="urn:microsoft.com/office/officeart/2005/8/layout/list1"/>
    <dgm:cxn modelId="{52F9F250-08E1-462E-8142-00A6A4C56D1E}" type="presOf" srcId="{82045F8E-7B49-4C3F-9C34-3B4A75A0895B}" destId="{0A5C6528-5ECF-46AF-A0ED-6D8EE22CC2A4}" srcOrd="1" destOrd="0" presId="urn:microsoft.com/office/officeart/2005/8/layout/list1"/>
    <dgm:cxn modelId="{25BC858B-EE40-491D-B027-9D51CABD16A1}" type="presOf" srcId="{1EA9F3CA-2769-4AFA-94EB-287201B9F2C3}" destId="{CC914FA3-1A11-44F7-8F56-9CED9DBD2856}" srcOrd="0" destOrd="0" presId="urn:microsoft.com/office/officeart/2005/8/layout/list1"/>
    <dgm:cxn modelId="{CF738C8D-E7A8-49B6-AE4E-D1463CDE6995}" type="presOf" srcId="{5037A2AE-E2D8-43A9-A173-A4EFC55D5126}" destId="{18241D02-CA49-43F0-BCA2-28090FD813DA}" srcOrd="0" destOrd="0" presId="urn:microsoft.com/office/officeart/2005/8/layout/list1"/>
    <dgm:cxn modelId="{6A0820B5-7451-4E4A-9D70-2A5F71EB42B8}" type="presOf" srcId="{DA26B7A0-DDDA-4AE9-B154-2312908A21F4}" destId="{C9B15F00-44E9-4B41-9ED1-B5730B7449B3}" srcOrd="0" destOrd="0" presId="urn:microsoft.com/office/officeart/2005/8/layout/list1"/>
    <dgm:cxn modelId="{BC667EDD-651C-414C-A685-4119971ED0A1}" type="presOf" srcId="{82045F8E-7B49-4C3F-9C34-3B4A75A0895B}" destId="{A24B50FB-FE54-4FFA-B4BC-A6E766369AC3}" srcOrd="0" destOrd="0" presId="urn:microsoft.com/office/officeart/2005/8/layout/list1"/>
    <dgm:cxn modelId="{46D65CF8-BFBF-4F5B-94DB-A236E7EDD4A1}" srcId="{1EA9F3CA-2769-4AFA-94EB-287201B9F2C3}" destId="{5037A2AE-E2D8-43A9-A173-A4EFC55D5126}" srcOrd="0" destOrd="0" parTransId="{2EC5FF4E-C791-4EF2-9646-30BC00320BAB}" sibTransId="{09E67D74-5AF3-4A35-A8D8-589373171C3C}"/>
    <dgm:cxn modelId="{6D3A314C-0223-4FB0-8F84-B7143452EB0C}" type="presParOf" srcId="{CC914FA3-1A11-44F7-8F56-9CED9DBD2856}" destId="{3464CC5B-A93A-4BA5-9ACF-B6E41E37FC8C}" srcOrd="0" destOrd="0" presId="urn:microsoft.com/office/officeart/2005/8/layout/list1"/>
    <dgm:cxn modelId="{E5ECC63A-8C42-43C8-9871-AC6EA678E213}" type="presParOf" srcId="{3464CC5B-A93A-4BA5-9ACF-B6E41E37FC8C}" destId="{18241D02-CA49-43F0-BCA2-28090FD813DA}" srcOrd="0" destOrd="0" presId="urn:microsoft.com/office/officeart/2005/8/layout/list1"/>
    <dgm:cxn modelId="{4AFDEB6A-F902-4520-AFF7-4CB06299C7E7}" type="presParOf" srcId="{3464CC5B-A93A-4BA5-9ACF-B6E41E37FC8C}" destId="{ED715189-FFC5-4A9D-844A-C5D7CECCC1F7}" srcOrd="1" destOrd="0" presId="urn:microsoft.com/office/officeart/2005/8/layout/list1"/>
    <dgm:cxn modelId="{33056C38-9185-4396-A893-ADBA51168C26}" type="presParOf" srcId="{CC914FA3-1A11-44F7-8F56-9CED9DBD2856}" destId="{F9075B03-AA80-4CFC-B8BA-25FD9CD862F1}" srcOrd="1" destOrd="0" presId="urn:microsoft.com/office/officeart/2005/8/layout/list1"/>
    <dgm:cxn modelId="{5880F821-5273-485C-AE40-A028C7BD2060}" type="presParOf" srcId="{CC914FA3-1A11-44F7-8F56-9CED9DBD2856}" destId="{9C2CAF39-3E3F-4773-BB42-DF0631F2779D}" srcOrd="2" destOrd="0" presId="urn:microsoft.com/office/officeart/2005/8/layout/list1"/>
    <dgm:cxn modelId="{AAD1C1AA-89B1-4538-8594-6A12B4BFECBD}" type="presParOf" srcId="{CC914FA3-1A11-44F7-8F56-9CED9DBD2856}" destId="{88F18172-B8FE-40AE-A05B-18C20735A8D3}" srcOrd="3" destOrd="0" presId="urn:microsoft.com/office/officeart/2005/8/layout/list1"/>
    <dgm:cxn modelId="{7CE507B2-08A0-4BBD-9587-95B086E254A3}" type="presParOf" srcId="{CC914FA3-1A11-44F7-8F56-9CED9DBD2856}" destId="{A1895881-E0D2-4A83-8948-91D3003B9F62}" srcOrd="4" destOrd="0" presId="urn:microsoft.com/office/officeart/2005/8/layout/list1"/>
    <dgm:cxn modelId="{6F8758F7-7855-48A2-8C3F-D1E29EDF0713}" type="presParOf" srcId="{A1895881-E0D2-4A83-8948-91D3003B9F62}" destId="{C9B15F00-44E9-4B41-9ED1-B5730B7449B3}" srcOrd="0" destOrd="0" presId="urn:microsoft.com/office/officeart/2005/8/layout/list1"/>
    <dgm:cxn modelId="{27420123-7D73-4E7F-878C-337E1F321529}" type="presParOf" srcId="{A1895881-E0D2-4A83-8948-91D3003B9F62}" destId="{5842CC0C-2640-4026-8FFF-34A37A35D9D2}" srcOrd="1" destOrd="0" presId="urn:microsoft.com/office/officeart/2005/8/layout/list1"/>
    <dgm:cxn modelId="{C6C43FE4-A294-40EB-95B7-E0621BE073D7}" type="presParOf" srcId="{CC914FA3-1A11-44F7-8F56-9CED9DBD2856}" destId="{D1E10EAD-BFA2-4DB8-AF00-32F9B9610466}" srcOrd="5" destOrd="0" presId="urn:microsoft.com/office/officeart/2005/8/layout/list1"/>
    <dgm:cxn modelId="{6D80595B-FEEB-4196-8B9F-AD567830AF1D}" type="presParOf" srcId="{CC914FA3-1A11-44F7-8F56-9CED9DBD2856}" destId="{382B28C7-6C81-4202-A2DF-7AD2DEF069E7}" srcOrd="6" destOrd="0" presId="urn:microsoft.com/office/officeart/2005/8/layout/list1"/>
    <dgm:cxn modelId="{39B626AA-E656-44D3-B74E-3E60F1DA9941}" type="presParOf" srcId="{CC914FA3-1A11-44F7-8F56-9CED9DBD2856}" destId="{71420350-8FB8-4978-BBCA-79DE85BF616A}" srcOrd="7" destOrd="0" presId="urn:microsoft.com/office/officeart/2005/8/layout/list1"/>
    <dgm:cxn modelId="{11D8B5C5-800B-4E61-BB5B-7AFE0057E68A}" type="presParOf" srcId="{CC914FA3-1A11-44F7-8F56-9CED9DBD2856}" destId="{202BD818-9BD1-482A-B6AB-F2076AA17C56}" srcOrd="8" destOrd="0" presId="urn:microsoft.com/office/officeart/2005/8/layout/list1"/>
    <dgm:cxn modelId="{6EA45172-AD43-44E8-BF24-FDEED0ACE355}" type="presParOf" srcId="{202BD818-9BD1-482A-B6AB-F2076AA17C56}" destId="{A24B50FB-FE54-4FFA-B4BC-A6E766369AC3}" srcOrd="0" destOrd="0" presId="urn:microsoft.com/office/officeart/2005/8/layout/list1"/>
    <dgm:cxn modelId="{4A20E814-3490-4AC1-9C11-299506B74949}" type="presParOf" srcId="{202BD818-9BD1-482A-B6AB-F2076AA17C56}" destId="{0A5C6528-5ECF-46AF-A0ED-6D8EE22CC2A4}" srcOrd="1" destOrd="0" presId="urn:microsoft.com/office/officeart/2005/8/layout/list1"/>
    <dgm:cxn modelId="{4170CC49-1971-4F23-AC7A-DC4F30E0C5EC}" type="presParOf" srcId="{CC914FA3-1A11-44F7-8F56-9CED9DBD2856}" destId="{8D979E40-6E6A-4462-B542-0A3152F07A68}" srcOrd="9" destOrd="0" presId="urn:microsoft.com/office/officeart/2005/8/layout/list1"/>
    <dgm:cxn modelId="{4AE5F698-B82E-44DA-86F3-5FD32FA2FE93}" type="presParOf" srcId="{CC914FA3-1A11-44F7-8F56-9CED9DBD2856}" destId="{2A726C37-0BFA-42F9-9C9E-E99B2341DAAF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EA9F3CA-2769-4AFA-94EB-287201B9F2C3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ru-RU"/>
        </a:p>
      </dgm:t>
    </dgm:pt>
    <dgm:pt modelId="{5037A2AE-E2D8-43A9-A173-A4EFC55D5126}">
      <dgm:prSet phldrT="[Текст]" phldr="1"/>
      <dgm:spPr/>
      <dgm:t>
        <a:bodyPr/>
        <a:lstStyle/>
        <a:p>
          <a:endParaRPr lang="ru-RU"/>
        </a:p>
      </dgm:t>
    </dgm:pt>
    <dgm:pt modelId="{2EC5FF4E-C791-4EF2-9646-30BC00320BAB}" cxnId="{46D65CF8-BFBF-4F5B-94DB-A236E7EDD4A1}" type="parTrans">
      <dgm:prSet/>
      <dgm:spPr/>
      <dgm:t>
        <a:bodyPr/>
        <a:lstStyle/>
        <a:p>
          <a:endParaRPr lang="ru-RU"/>
        </a:p>
      </dgm:t>
    </dgm:pt>
    <dgm:pt modelId="{09E67D74-5AF3-4A35-A8D8-589373171C3C}" cxnId="{46D65CF8-BFBF-4F5B-94DB-A236E7EDD4A1}" type="sibTrans">
      <dgm:prSet/>
      <dgm:spPr/>
      <dgm:t>
        <a:bodyPr/>
        <a:lstStyle/>
        <a:p>
          <a:endParaRPr lang="ru-RU"/>
        </a:p>
      </dgm:t>
    </dgm:pt>
    <dgm:pt modelId="{DA26B7A0-DDDA-4AE9-B154-2312908A21F4}">
      <dgm:prSet phldrT="[Текст]" phldr="1"/>
      <dgm:spPr/>
      <dgm:t>
        <a:bodyPr/>
        <a:lstStyle/>
        <a:p>
          <a:endParaRPr lang="ru-RU"/>
        </a:p>
      </dgm:t>
    </dgm:pt>
    <dgm:pt modelId="{920F9D17-8BB3-40FC-8063-A02A7335DB64}" cxnId="{6227C500-95A8-419E-9B11-F204D8644E27}" type="parTrans">
      <dgm:prSet/>
      <dgm:spPr/>
      <dgm:t>
        <a:bodyPr/>
        <a:lstStyle/>
        <a:p>
          <a:endParaRPr lang="ru-RU"/>
        </a:p>
      </dgm:t>
    </dgm:pt>
    <dgm:pt modelId="{89129D73-EFE3-4249-A7D6-E7F251F7FDBD}" cxnId="{6227C500-95A8-419E-9B11-F204D8644E27}" type="sibTrans">
      <dgm:prSet/>
      <dgm:spPr/>
      <dgm:t>
        <a:bodyPr/>
        <a:lstStyle/>
        <a:p>
          <a:endParaRPr lang="ru-RU"/>
        </a:p>
      </dgm:t>
    </dgm:pt>
    <dgm:pt modelId="{82045F8E-7B49-4C3F-9C34-3B4A75A0895B}">
      <dgm:prSet phldrT="[Текст]" phldr="1"/>
      <dgm:spPr/>
      <dgm:t>
        <a:bodyPr/>
        <a:lstStyle/>
        <a:p>
          <a:endParaRPr lang="ru-RU"/>
        </a:p>
      </dgm:t>
    </dgm:pt>
    <dgm:pt modelId="{8EA9F104-BA3D-4B34-8C4C-225A67502001}" cxnId="{D021D65C-8A52-4D03-BEDA-0080E8654474}" type="parTrans">
      <dgm:prSet/>
      <dgm:spPr/>
      <dgm:t>
        <a:bodyPr/>
        <a:lstStyle/>
        <a:p>
          <a:endParaRPr lang="ru-RU"/>
        </a:p>
      </dgm:t>
    </dgm:pt>
    <dgm:pt modelId="{4995D1B3-8431-4174-AE06-31AFFCABAA59}" cxnId="{D021D65C-8A52-4D03-BEDA-0080E8654474}" type="sibTrans">
      <dgm:prSet/>
      <dgm:spPr/>
      <dgm:t>
        <a:bodyPr/>
        <a:lstStyle/>
        <a:p>
          <a:endParaRPr lang="ru-RU"/>
        </a:p>
      </dgm:t>
    </dgm:pt>
    <dgm:pt modelId="{CC914FA3-1A11-44F7-8F56-9CED9DBD2856}" type="pres">
      <dgm:prSet presAssocID="{1EA9F3CA-2769-4AFA-94EB-287201B9F2C3}" presName="linear" presStyleCnt="0">
        <dgm:presLayoutVars>
          <dgm:dir/>
          <dgm:animLvl val="lvl"/>
          <dgm:resizeHandles val="exact"/>
        </dgm:presLayoutVars>
      </dgm:prSet>
      <dgm:spPr/>
    </dgm:pt>
    <dgm:pt modelId="{3464CC5B-A93A-4BA5-9ACF-B6E41E37FC8C}" type="pres">
      <dgm:prSet presAssocID="{5037A2AE-E2D8-43A9-A173-A4EFC55D5126}" presName="parentLin" presStyleCnt="0"/>
      <dgm:spPr/>
    </dgm:pt>
    <dgm:pt modelId="{18241D02-CA49-43F0-BCA2-28090FD813DA}" type="pres">
      <dgm:prSet presAssocID="{5037A2AE-E2D8-43A9-A173-A4EFC55D5126}" presName="parentLeftMargin" presStyleLbl="node1" presStyleIdx="0" presStyleCnt="3"/>
      <dgm:spPr/>
    </dgm:pt>
    <dgm:pt modelId="{ED715189-FFC5-4A9D-844A-C5D7CECCC1F7}" type="pres">
      <dgm:prSet presAssocID="{5037A2AE-E2D8-43A9-A173-A4EFC55D512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9075B03-AA80-4CFC-B8BA-25FD9CD862F1}" type="pres">
      <dgm:prSet presAssocID="{5037A2AE-E2D8-43A9-A173-A4EFC55D5126}" presName="negativeSpace" presStyleCnt="0"/>
      <dgm:spPr/>
    </dgm:pt>
    <dgm:pt modelId="{9C2CAF39-3E3F-4773-BB42-DF0631F2779D}" type="pres">
      <dgm:prSet presAssocID="{5037A2AE-E2D8-43A9-A173-A4EFC55D5126}" presName="childText" presStyleLbl="conFgAcc1" presStyleIdx="0" presStyleCnt="3">
        <dgm:presLayoutVars>
          <dgm:bulletEnabled val="1"/>
        </dgm:presLayoutVars>
      </dgm:prSet>
      <dgm:spPr/>
    </dgm:pt>
    <dgm:pt modelId="{88F18172-B8FE-40AE-A05B-18C20735A8D3}" type="pres">
      <dgm:prSet presAssocID="{09E67D74-5AF3-4A35-A8D8-589373171C3C}" presName="spaceBetweenRectangles" presStyleCnt="0"/>
      <dgm:spPr/>
    </dgm:pt>
    <dgm:pt modelId="{A1895881-E0D2-4A83-8948-91D3003B9F62}" type="pres">
      <dgm:prSet presAssocID="{DA26B7A0-DDDA-4AE9-B154-2312908A21F4}" presName="parentLin" presStyleCnt="0"/>
      <dgm:spPr/>
    </dgm:pt>
    <dgm:pt modelId="{C9B15F00-44E9-4B41-9ED1-B5730B7449B3}" type="pres">
      <dgm:prSet presAssocID="{DA26B7A0-DDDA-4AE9-B154-2312908A21F4}" presName="parentLeftMargin" presStyleLbl="node1" presStyleIdx="0" presStyleCnt="3"/>
      <dgm:spPr/>
    </dgm:pt>
    <dgm:pt modelId="{5842CC0C-2640-4026-8FFF-34A37A35D9D2}" type="pres">
      <dgm:prSet presAssocID="{DA26B7A0-DDDA-4AE9-B154-2312908A21F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1E10EAD-BFA2-4DB8-AF00-32F9B9610466}" type="pres">
      <dgm:prSet presAssocID="{DA26B7A0-DDDA-4AE9-B154-2312908A21F4}" presName="negativeSpace" presStyleCnt="0"/>
      <dgm:spPr/>
    </dgm:pt>
    <dgm:pt modelId="{382B28C7-6C81-4202-A2DF-7AD2DEF069E7}" type="pres">
      <dgm:prSet presAssocID="{DA26B7A0-DDDA-4AE9-B154-2312908A21F4}" presName="childText" presStyleLbl="conFgAcc1" presStyleIdx="1" presStyleCnt="3">
        <dgm:presLayoutVars>
          <dgm:bulletEnabled val="1"/>
        </dgm:presLayoutVars>
      </dgm:prSet>
      <dgm:spPr/>
    </dgm:pt>
    <dgm:pt modelId="{71420350-8FB8-4978-BBCA-79DE85BF616A}" type="pres">
      <dgm:prSet presAssocID="{89129D73-EFE3-4249-A7D6-E7F251F7FDBD}" presName="spaceBetweenRectangles" presStyleCnt="0"/>
      <dgm:spPr/>
    </dgm:pt>
    <dgm:pt modelId="{202BD818-9BD1-482A-B6AB-F2076AA17C56}" type="pres">
      <dgm:prSet presAssocID="{82045F8E-7B49-4C3F-9C34-3B4A75A0895B}" presName="parentLin" presStyleCnt="0"/>
      <dgm:spPr/>
    </dgm:pt>
    <dgm:pt modelId="{A24B50FB-FE54-4FFA-B4BC-A6E766369AC3}" type="pres">
      <dgm:prSet presAssocID="{82045F8E-7B49-4C3F-9C34-3B4A75A0895B}" presName="parentLeftMargin" presStyleLbl="node1" presStyleIdx="1" presStyleCnt="3"/>
      <dgm:spPr/>
    </dgm:pt>
    <dgm:pt modelId="{0A5C6528-5ECF-46AF-A0ED-6D8EE22CC2A4}" type="pres">
      <dgm:prSet presAssocID="{82045F8E-7B49-4C3F-9C34-3B4A75A0895B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8D979E40-6E6A-4462-B542-0A3152F07A68}" type="pres">
      <dgm:prSet presAssocID="{82045F8E-7B49-4C3F-9C34-3B4A75A0895B}" presName="negativeSpace" presStyleCnt="0"/>
      <dgm:spPr/>
    </dgm:pt>
    <dgm:pt modelId="{2A726C37-0BFA-42F9-9C9E-E99B2341DAAF}" type="pres">
      <dgm:prSet presAssocID="{82045F8E-7B49-4C3F-9C34-3B4A75A0895B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6227C500-95A8-419E-9B11-F204D8644E27}" srcId="{1EA9F3CA-2769-4AFA-94EB-287201B9F2C3}" destId="{DA26B7A0-DDDA-4AE9-B154-2312908A21F4}" srcOrd="1" destOrd="0" parTransId="{920F9D17-8BB3-40FC-8063-A02A7335DB64}" sibTransId="{89129D73-EFE3-4249-A7D6-E7F251F7FDBD}"/>
    <dgm:cxn modelId="{D021D65C-8A52-4D03-BEDA-0080E8654474}" srcId="{1EA9F3CA-2769-4AFA-94EB-287201B9F2C3}" destId="{82045F8E-7B49-4C3F-9C34-3B4A75A0895B}" srcOrd="2" destOrd="0" parTransId="{8EA9F104-BA3D-4B34-8C4C-225A67502001}" sibTransId="{4995D1B3-8431-4174-AE06-31AFFCABAA59}"/>
    <dgm:cxn modelId="{7544325D-FFD7-4D3C-9FCC-F60F3AC63E4B}" type="presOf" srcId="{5037A2AE-E2D8-43A9-A173-A4EFC55D5126}" destId="{ED715189-FFC5-4A9D-844A-C5D7CECCC1F7}" srcOrd="1" destOrd="0" presId="urn:microsoft.com/office/officeart/2005/8/layout/list1"/>
    <dgm:cxn modelId="{4F02D266-ED6F-488B-9A17-55DAAD6E4413}" type="presOf" srcId="{DA26B7A0-DDDA-4AE9-B154-2312908A21F4}" destId="{5842CC0C-2640-4026-8FFF-34A37A35D9D2}" srcOrd="1" destOrd="0" presId="urn:microsoft.com/office/officeart/2005/8/layout/list1"/>
    <dgm:cxn modelId="{52F9F250-08E1-462E-8142-00A6A4C56D1E}" type="presOf" srcId="{82045F8E-7B49-4C3F-9C34-3B4A75A0895B}" destId="{0A5C6528-5ECF-46AF-A0ED-6D8EE22CC2A4}" srcOrd="1" destOrd="0" presId="urn:microsoft.com/office/officeart/2005/8/layout/list1"/>
    <dgm:cxn modelId="{25BC858B-EE40-491D-B027-9D51CABD16A1}" type="presOf" srcId="{1EA9F3CA-2769-4AFA-94EB-287201B9F2C3}" destId="{CC914FA3-1A11-44F7-8F56-9CED9DBD2856}" srcOrd="0" destOrd="0" presId="urn:microsoft.com/office/officeart/2005/8/layout/list1"/>
    <dgm:cxn modelId="{CF738C8D-E7A8-49B6-AE4E-D1463CDE6995}" type="presOf" srcId="{5037A2AE-E2D8-43A9-A173-A4EFC55D5126}" destId="{18241D02-CA49-43F0-BCA2-28090FD813DA}" srcOrd="0" destOrd="0" presId="urn:microsoft.com/office/officeart/2005/8/layout/list1"/>
    <dgm:cxn modelId="{6A0820B5-7451-4E4A-9D70-2A5F71EB42B8}" type="presOf" srcId="{DA26B7A0-DDDA-4AE9-B154-2312908A21F4}" destId="{C9B15F00-44E9-4B41-9ED1-B5730B7449B3}" srcOrd="0" destOrd="0" presId="urn:microsoft.com/office/officeart/2005/8/layout/list1"/>
    <dgm:cxn modelId="{BC667EDD-651C-414C-A685-4119971ED0A1}" type="presOf" srcId="{82045F8E-7B49-4C3F-9C34-3B4A75A0895B}" destId="{A24B50FB-FE54-4FFA-B4BC-A6E766369AC3}" srcOrd="0" destOrd="0" presId="urn:microsoft.com/office/officeart/2005/8/layout/list1"/>
    <dgm:cxn modelId="{46D65CF8-BFBF-4F5B-94DB-A236E7EDD4A1}" srcId="{1EA9F3CA-2769-4AFA-94EB-287201B9F2C3}" destId="{5037A2AE-E2D8-43A9-A173-A4EFC55D5126}" srcOrd="0" destOrd="0" parTransId="{2EC5FF4E-C791-4EF2-9646-30BC00320BAB}" sibTransId="{09E67D74-5AF3-4A35-A8D8-589373171C3C}"/>
    <dgm:cxn modelId="{6D3A314C-0223-4FB0-8F84-B7143452EB0C}" type="presParOf" srcId="{CC914FA3-1A11-44F7-8F56-9CED9DBD2856}" destId="{3464CC5B-A93A-4BA5-9ACF-B6E41E37FC8C}" srcOrd="0" destOrd="0" presId="urn:microsoft.com/office/officeart/2005/8/layout/list1"/>
    <dgm:cxn modelId="{E5ECC63A-8C42-43C8-9871-AC6EA678E213}" type="presParOf" srcId="{3464CC5B-A93A-4BA5-9ACF-B6E41E37FC8C}" destId="{18241D02-CA49-43F0-BCA2-28090FD813DA}" srcOrd="0" destOrd="0" presId="urn:microsoft.com/office/officeart/2005/8/layout/list1"/>
    <dgm:cxn modelId="{4AFDEB6A-F902-4520-AFF7-4CB06299C7E7}" type="presParOf" srcId="{3464CC5B-A93A-4BA5-9ACF-B6E41E37FC8C}" destId="{ED715189-FFC5-4A9D-844A-C5D7CECCC1F7}" srcOrd="1" destOrd="0" presId="urn:microsoft.com/office/officeart/2005/8/layout/list1"/>
    <dgm:cxn modelId="{33056C38-9185-4396-A893-ADBA51168C26}" type="presParOf" srcId="{CC914FA3-1A11-44F7-8F56-9CED9DBD2856}" destId="{F9075B03-AA80-4CFC-B8BA-25FD9CD862F1}" srcOrd="1" destOrd="0" presId="urn:microsoft.com/office/officeart/2005/8/layout/list1"/>
    <dgm:cxn modelId="{5880F821-5273-485C-AE40-A028C7BD2060}" type="presParOf" srcId="{CC914FA3-1A11-44F7-8F56-9CED9DBD2856}" destId="{9C2CAF39-3E3F-4773-BB42-DF0631F2779D}" srcOrd="2" destOrd="0" presId="urn:microsoft.com/office/officeart/2005/8/layout/list1"/>
    <dgm:cxn modelId="{AAD1C1AA-89B1-4538-8594-6A12B4BFECBD}" type="presParOf" srcId="{CC914FA3-1A11-44F7-8F56-9CED9DBD2856}" destId="{88F18172-B8FE-40AE-A05B-18C20735A8D3}" srcOrd="3" destOrd="0" presId="urn:microsoft.com/office/officeart/2005/8/layout/list1"/>
    <dgm:cxn modelId="{7CE507B2-08A0-4BBD-9587-95B086E254A3}" type="presParOf" srcId="{CC914FA3-1A11-44F7-8F56-9CED9DBD2856}" destId="{A1895881-E0D2-4A83-8948-91D3003B9F62}" srcOrd="4" destOrd="0" presId="urn:microsoft.com/office/officeart/2005/8/layout/list1"/>
    <dgm:cxn modelId="{6F8758F7-7855-48A2-8C3F-D1E29EDF0713}" type="presParOf" srcId="{A1895881-E0D2-4A83-8948-91D3003B9F62}" destId="{C9B15F00-44E9-4B41-9ED1-B5730B7449B3}" srcOrd="0" destOrd="0" presId="urn:microsoft.com/office/officeart/2005/8/layout/list1"/>
    <dgm:cxn modelId="{27420123-7D73-4E7F-878C-337E1F321529}" type="presParOf" srcId="{A1895881-E0D2-4A83-8948-91D3003B9F62}" destId="{5842CC0C-2640-4026-8FFF-34A37A35D9D2}" srcOrd="1" destOrd="0" presId="urn:microsoft.com/office/officeart/2005/8/layout/list1"/>
    <dgm:cxn modelId="{C6C43FE4-A294-40EB-95B7-E0621BE073D7}" type="presParOf" srcId="{CC914FA3-1A11-44F7-8F56-9CED9DBD2856}" destId="{D1E10EAD-BFA2-4DB8-AF00-32F9B9610466}" srcOrd="5" destOrd="0" presId="urn:microsoft.com/office/officeart/2005/8/layout/list1"/>
    <dgm:cxn modelId="{6D80595B-FEEB-4196-8B9F-AD567830AF1D}" type="presParOf" srcId="{CC914FA3-1A11-44F7-8F56-9CED9DBD2856}" destId="{382B28C7-6C81-4202-A2DF-7AD2DEF069E7}" srcOrd="6" destOrd="0" presId="urn:microsoft.com/office/officeart/2005/8/layout/list1"/>
    <dgm:cxn modelId="{39B626AA-E656-44D3-B74E-3E60F1DA9941}" type="presParOf" srcId="{CC914FA3-1A11-44F7-8F56-9CED9DBD2856}" destId="{71420350-8FB8-4978-BBCA-79DE85BF616A}" srcOrd="7" destOrd="0" presId="urn:microsoft.com/office/officeart/2005/8/layout/list1"/>
    <dgm:cxn modelId="{11D8B5C5-800B-4E61-BB5B-7AFE0057E68A}" type="presParOf" srcId="{CC914FA3-1A11-44F7-8F56-9CED9DBD2856}" destId="{202BD818-9BD1-482A-B6AB-F2076AA17C56}" srcOrd="8" destOrd="0" presId="urn:microsoft.com/office/officeart/2005/8/layout/list1"/>
    <dgm:cxn modelId="{6EA45172-AD43-44E8-BF24-FDEED0ACE355}" type="presParOf" srcId="{202BD818-9BD1-482A-B6AB-F2076AA17C56}" destId="{A24B50FB-FE54-4FFA-B4BC-A6E766369AC3}" srcOrd="0" destOrd="0" presId="urn:microsoft.com/office/officeart/2005/8/layout/list1"/>
    <dgm:cxn modelId="{4A20E814-3490-4AC1-9C11-299506B74949}" type="presParOf" srcId="{202BD818-9BD1-482A-B6AB-F2076AA17C56}" destId="{0A5C6528-5ECF-46AF-A0ED-6D8EE22CC2A4}" srcOrd="1" destOrd="0" presId="urn:microsoft.com/office/officeart/2005/8/layout/list1"/>
    <dgm:cxn modelId="{4170CC49-1971-4F23-AC7A-DC4F30E0C5EC}" type="presParOf" srcId="{CC914FA3-1A11-44F7-8F56-9CED9DBD2856}" destId="{8D979E40-6E6A-4462-B542-0A3152F07A68}" srcOrd="9" destOrd="0" presId="urn:microsoft.com/office/officeart/2005/8/layout/list1"/>
    <dgm:cxn modelId="{4AE5F698-B82E-44DA-86F3-5FD32FA2FE93}" type="presParOf" srcId="{CC914FA3-1A11-44F7-8F56-9CED9DBD2856}" destId="{2A726C37-0BFA-42F9-9C9E-E99B2341DAAF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EA9F3CA-2769-4AFA-94EB-287201B9F2C3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ru-RU"/>
        </a:p>
      </dgm:t>
    </dgm:pt>
    <dgm:pt modelId="{5037A2AE-E2D8-43A9-A173-A4EFC55D5126}">
      <dgm:prSet phldrT="[Текст]" phldr="1"/>
      <dgm:spPr/>
      <dgm:t>
        <a:bodyPr/>
        <a:lstStyle/>
        <a:p>
          <a:endParaRPr lang="ru-RU"/>
        </a:p>
      </dgm:t>
    </dgm:pt>
    <dgm:pt modelId="{2EC5FF4E-C791-4EF2-9646-30BC00320BAB}" cxnId="{46D65CF8-BFBF-4F5B-94DB-A236E7EDD4A1}" type="parTrans">
      <dgm:prSet/>
      <dgm:spPr/>
      <dgm:t>
        <a:bodyPr/>
        <a:lstStyle/>
        <a:p>
          <a:endParaRPr lang="ru-RU"/>
        </a:p>
      </dgm:t>
    </dgm:pt>
    <dgm:pt modelId="{09E67D74-5AF3-4A35-A8D8-589373171C3C}" cxnId="{46D65CF8-BFBF-4F5B-94DB-A236E7EDD4A1}" type="sibTrans">
      <dgm:prSet/>
      <dgm:spPr/>
      <dgm:t>
        <a:bodyPr/>
        <a:lstStyle/>
        <a:p>
          <a:endParaRPr lang="ru-RU"/>
        </a:p>
      </dgm:t>
    </dgm:pt>
    <dgm:pt modelId="{DA26B7A0-DDDA-4AE9-B154-2312908A21F4}">
      <dgm:prSet phldrT="[Текст]" phldr="1"/>
      <dgm:spPr/>
      <dgm:t>
        <a:bodyPr/>
        <a:lstStyle/>
        <a:p>
          <a:endParaRPr lang="ru-RU"/>
        </a:p>
      </dgm:t>
    </dgm:pt>
    <dgm:pt modelId="{920F9D17-8BB3-40FC-8063-A02A7335DB64}" cxnId="{6227C500-95A8-419E-9B11-F204D8644E27}" type="parTrans">
      <dgm:prSet/>
      <dgm:spPr/>
      <dgm:t>
        <a:bodyPr/>
        <a:lstStyle/>
        <a:p>
          <a:endParaRPr lang="ru-RU"/>
        </a:p>
      </dgm:t>
    </dgm:pt>
    <dgm:pt modelId="{89129D73-EFE3-4249-A7D6-E7F251F7FDBD}" cxnId="{6227C500-95A8-419E-9B11-F204D8644E27}" type="sibTrans">
      <dgm:prSet/>
      <dgm:spPr/>
      <dgm:t>
        <a:bodyPr/>
        <a:lstStyle/>
        <a:p>
          <a:endParaRPr lang="ru-RU"/>
        </a:p>
      </dgm:t>
    </dgm:pt>
    <dgm:pt modelId="{82045F8E-7B49-4C3F-9C34-3B4A75A0895B}">
      <dgm:prSet phldrT="[Текст]" phldr="1"/>
      <dgm:spPr/>
      <dgm:t>
        <a:bodyPr/>
        <a:lstStyle/>
        <a:p>
          <a:endParaRPr lang="ru-RU"/>
        </a:p>
      </dgm:t>
    </dgm:pt>
    <dgm:pt modelId="{8EA9F104-BA3D-4B34-8C4C-225A67502001}" cxnId="{D021D65C-8A52-4D03-BEDA-0080E8654474}" type="parTrans">
      <dgm:prSet/>
      <dgm:spPr/>
      <dgm:t>
        <a:bodyPr/>
        <a:lstStyle/>
        <a:p>
          <a:endParaRPr lang="ru-RU"/>
        </a:p>
      </dgm:t>
    </dgm:pt>
    <dgm:pt modelId="{4995D1B3-8431-4174-AE06-31AFFCABAA59}" cxnId="{D021D65C-8A52-4D03-BEDA-0080E8654474}" type="sibTrans">
      <dgm:prSet/>
      <dgm:spPr/>
      <dgm:t>
        <a:bodyPr/>
        <a:lstStyle/>
        <a:p>
          <a:endParaRPr lang="ru-RU"/>
        </a:p>
      </dgm:t>
    </dgm:pt>
    <dgm:pt modelId="{CC914FA3-1A11-44F7-8F56-9CED9DBD2856}" type="pres">
      <dgm:prSet presAssocID="{1EA9F3CA-2769-4AFA-94EB-287201B9F2C3}" presName="linear" presStyleCnt="0">
        <dgm:presLayoutVars>
          <dgm:dir/>
          <dgm:animLvl val="lvl"/>
          <dgm:resizeHandles val="exact"/>
        </dgm:presLayoutVars>
      </dgm:prSet>
      <dgm:spPr/>
    </dgm:pt>
    <dgm:pt modelId="{3464CC5B-A93A-4BA5-9ACF-B6E41E37FC8C}" type="pres">
      <dgm:prSet presAssocID="{5037A2AE-E2D8-43A9-A173-A4EFC55D5126}" presName="parentLin" presStyleCnt="0"/>
      <dgm:spPr/>
    </dgm:pt>
    <dgm:pt modelId="{18241D02-CA49-43F0-BCA2-28090FD813DA}" type="pres">
      <dgm:prSet presAssocID="{5037A2AE-E2D8-43A9-A173-A4EFC55D5126}" presName="parentLeftMargin" presStyleLbl="node1" presStyleIdx="0" presStyleCnt="3"/>
      <dgm:spPr/>
    </dgm:pt>
    <dgm:pt modelId="{ED715189-FFC5-4A9D-844A-C5D7CECCC1F7}" type="pres">
      <dgm:prSet presAssocID="{5037A2AE-E2D8-43A9-A173-A4EFC55D512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9075B03-AA80-4CFC-B8BA-25FD9CD862F1}" type="pres">
      <dgm:prSet presAssocID="{5037A2AE-E2D8-43A9-A173-A4EFC55D5126}" presName="negativeSpace" presStyleCnt="0"/>
      <dgm:spPr/>
    </dgm:pt>
    <dgm:pt modelId="{9C2CAF39-3E3F-4773-BB42-DF0631F2779D}" type="pres">
      <dgm:prSet presAssocID="{5037A2AE-E2D8-43A9-A173-A4EFC55D5126}" presName="childText" presStyleLbl="conFgAcc1" presStyleIdx="0" presStyleCnt="3">
        <dgm:presLayoutVars>
          <dgm:bulletEnabled val="1"/>
        </dgm:presLayoutVars>
      </dgm:prSet>
      <dgm:spPr/>
    </dgm:pt>
    <dgm:pt modelId="{88F18172-B8FE-40AE-A05B-18C20735A8D3}" type="pres">
      <dgm:prSet presAssocID="{09E67D74-5AF3-4A35-A8D8-589373171C3C}" presName="spaceBetweenRectangles" presStyleCnt="0"/>
      <dgm:spPr/>
    </dgm:pt>
    <dgm:pt modelId="{A1895881-E0D2-4A83-8948-91D3003B9F62}" type="pres">
      <dgm:prSet presAssocID="{DA26B7A0-DDDA-4AE9-B154-2312908A21F4}" presName="parentLin" presStyleCnt="0"/>
      <dgm:spPr/>
    </dgm:pt>
    <dgm:pt modelId="{C9B15F00-44E9-4B41-9ED1-B5730B7449B3}" type="pres">
      <dgm:prSet presAssocID="{DA26B7A0-DDDA-4AE9-B154-2312908A21F4}" presName="parentLeftMargin" presStyleLbl="node1" presStyleIdx="0" presStyleCnt="3"/>
      <dgm:spPr/>
    </dgm:pt>
    <dgm:pt modelId="{5842CC0C-2640-4026-8FFF-34A37A35D9D2}" type="pres">
      <dgm:prSet presAssocID="{DA26B7A0-DDDA-4AE9-B154-2312908A21F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1E10EAD-BFA2-4DB8-AF00-32F9B9610466}" type="pres">
      <dgm:prSet presAssocID="{DA26B7A0-DDDA-4AE9-B154-2312908A21F4}" presName="negativeSpace" presStyleCnt="0"/>
      <dgm:spPr/>
    </dgm:pt>
    <dgm:pt modelId="{382B28C7-6C81-4202-A2DF-7AD2DEF069E7}" type="pres">
      <dgm:prSet presAssocID="{DA26B7A0-DDDA-4AE9-B154-2312908A21F4}" presName="childText" presStyleLbl="conFgAcc1" presStyleIdx="1" presStyleCnt="3">
        <dgm:presLayoutVars>
          <dgm:bulletEnabled val="1"/>
        </dgm:presLayoutVars>
      </dgm:prSet>
      <dgm:spPr/>
    </dgm:pt>
    <dgm:pt modelId="{71420350-8FB8-4978-BBCA-79DE85BF616A}" type="pres">
      <dgm:prSet presAssocID="{89129D73-EFE3-4249-A7D6-E7F251F7FDBD}" presName="spaceBetweenRectangles" presStyleCnt="0"/>
      <dgm:spPr/>
    </dgm:pt>
    <dgm:pt modelId="{202BD818-9BD1-482A-B6AB-F2076AA17C56}" type="pres">
      <dgm:prSet presAssocID="{82045F8E-7B49-4C3F-9C34-3B4A75A0895B}" presName="parentLin" presStyleCnt="0"/>
      <dgm:spPr/>
    </dgm:pt>
    <dgm:pt modelId="{A24B50FB-FE54-4FFA-B4BC-A6E766369AC3}" type="pres">
      <dgm:prSet presAssocID="{82045F8E-7B49-4C3F-9C34-3B4A75A0895B}" presName="parentLeftMargin" presStyleLbl="node1" presStyleIdx="1" presStyleCnt="3"/>
      <dgm:spPr/>
    </dgm:pt>
    <dgm:pt modelId="{0A5C6528-5ECF-46AF-A0ED-6D8EE22CC2A4}" type="pres">
      <dgm:prSet presAssocID="{82045F8E-7B49-4C3F-9C34-3B4A75A0895B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8D979E40-6E6A-4462-B542-0A3152F07A68}" type="pres">
      <dgm:prSet presAssocID="{82045F8E-7B49-4C3F-9C34-3B4A75A0895B}" presName="negativeSpace" presStyleCnt="0"/>
      <dgm:spPr/>
    </dgm:pt>
    <dgm:pt modelId="{2A726C37-0BFA-42F9-9C9E-E99B2341DAAF}" type="pres">
      <dgm:prSet presAssocID="{82045F8E-7B49-4C3F-9C34-3B4A75A0895B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6227C500-95A8-419E-9B11-F204D8644E27}" srcId="{1EA9F3CA-2769-4AFA-94EB-287201B9F2C3}" destId="{DA26B7A0-DDDA-4AE9-B154-2312908A21F4}" srcOrd="1" destOrd="0" parTransId="{920F9D17-8BB3-40FC-8063-A02A7335DB64}" sibTransId="{89129D73-EFE3-4249-A7D6-E7F251F7FDBD}"/>
    <dgm:cxn modelId="{D021D65C-8A52-4D03-BEDA-0080E8654474}" srcId="{1EA9F3CA-2769-4AFA-94EB-287201B9F2C3}" destId="{82045F8E-7B49-4C3F-9C34-3B4A75A0895B}" srcOrd="2" destOrd="0" parTransId="{8EA9F104-BA3D-4B34-8C4C-225A67502001}" sibTransId="{4995D1B3-8431-4174-AE06-31AFFCABAA59}"/>
    <dgm:cxn modelId="{7544325D-FFD7-4D3C-9FCC-F60F3AC63E4B}" type="presOf" srcId="{5037A2AE-E2D8-43A9-A173-A4EFC55D5126}" destId="{ED715189-FFC5-4A9D-844A-C5D7CECCC1F7}" srcOrd="1" destOrd="0" presId="urn:microsoft.com/office/officeart/2005/8/layout/list1"/>
    <dgm:cxn modelId="{4F02D266-ED6F-488B-9A17-55DAAD6E4413}" type="presOf" srcId="{DA26B7A0-DDDA-4AE9-B154-2312908A21F4}" destId="{5842CC0C-2640-4026-8FFF-34A37A35D9D2}" srcOrd="1" destOrd="0" presId="urn:microsoft.com/office/officeart/2005/8/layout/list1"/>
    <dgm:cxn modelId="{52F9F250-08E1-462E-8142-00A6A4C56D1E}" type="presOf" srcId="{82045F8E-7B49-4C3F-9C34-3B4A75A0895B}" destId="{0A5C6528-5ECF-46AF-A0ED-6D8EE22CC2A4}" srcOrd="1" destOrd="0" presId="urn:microsoft.com/office/officeart/2005/8/layout/list1"/>
    <dgm:cxn modelId="{25BC858B-EE40-491D-B027-9D51CABD16A1}" type="presOf" srcId="{1EA9F3CA-2769-4AFA-94EB-287201B9F2C3}" destId="{CC914FA3-1A11-44F7-8F56-9CED9DBD2856}" srcOrd="0" destOrd="0" presId="urn:microsoft.com/office/officeart/2005/8/layout/list1"/>
    <dgm:cxn modelId="{CF738C8D-E7A8-49B6-AE4E-D1463CDE6995}" type="presOf" srcId="{5037A2AE-E2D8-43A9-A173-A4EFC55D5126}" destId="{18241D02-CA49-43F0-BCA2-28090FD813DA}" srcOrd="0" destOrd="0" presId="urn:microsoft.com/office/officeart/2005/8/layout/list1"/>
    <dgm:cxn modelId="{6A0820B5-7451-4E4A-9D70-2A5F71EB42B8}" type="presOf" srcId="{DA26B7A0-DDDA-4AE9-B154-2312908A21F4}" destId="{C9B15F00-44E9-4B41-9ED1-B5730B7449B3}" srcOrd="0" destOrd="0" presId="urn:microsoft.com/office/officeart/2005/8/layout/list1"/>
    <dgm:cxn modelId="{BC667EDD-651C-414C-A685-4119971ED0A1}" type="presOf" srcId="{82045F8E-7B49-4C3F-9C34-3B4A75A0895B}" destId="{A24B50FB-FE54-4FFA-B4BC-A6E766369AC3}" srcOrd="0" destOrd="0" presId="urn:microsoft.com/office/officeart/2005/8/layout/list1"/>
    <dgm:cxn modelId="{46D65CF8-BFBF-4F5B-94DB-A236E7EDD4A1}" srcId="{1EA9F3CA-2769-4AFA-94EB-287201B9F2C3}" destId="{5037A2AE-E2D8-43A9-A173-A4EFC55D5126}" srcOrd="0" destOrd="0" parTransId="{2EC5FF4E-C791-4EF2-9646-30BC00320BAB}" sibTransId="{09E67D74-5AF3-4A35-A8D8-589373171C3C}"/>
    <dgm:cxn modelId="{6D3A314C-0223-4FB0-8F84-B7143452EB0C}" type="presParOf" srcId="{CC914FA3-1A11-44F7-8F56-9CED9DBD2856}" destId="{3464CC5B-A93A-4BA5-9ACF-B6E41E37FC8C}" srcOrd="0" destOrd="0" presId="urn:microsoft.com/office/officeart/2005/8/layout/list1"/>
    <dgm:cxn modelId="{E5ECC63A-8C42-43C8-9871-AC6EA678E213}" type="presParOf" srcId="{3464CC5B-A93A-4BA5-9ACF-B6E41E37FC8C}" destId="{18241D02-CA49-43F0-BCA2-28090FD813DA}" srcOrd="0" destOrd="0" presId="urn:microsoft.com/office/officeart/2005/8/layout/list1"/>
    <dgm:cxn modelId="{4AFDEB6A-F902-4520-AFF7-4CB06299C7E7}" type="presParOf" srcId="{3464CC5B-A93A-4BA5-9ACF-B6E41E37FC8C}" destId="{ED715189-FFC5-4A9D-844A-C5D7CECCC1F7}" srcOrd="1" destOrd="0" presId="urn:microsoft.com/office/officeart/2005/8/layout/list1"/>
    <dgm:cxn modelId="{33056C38-9185-4396-A893-ADBA51168C26}" type="presParOf" srcId="{CC914FA3-1A11-44F7-8F56-9CED9DBD2856}" destId="{F9075B03-AA80-4CFC-B8BA-25FD9CD862F1}" srcOrd="1" destOrd="0" presId="urn:microsoft.com/office/officeart/2005/8/layout/list1"/>
    <dgm:cxn modelId="{5880F821-5273-485C-AE40-A028C7BD2060}" type="presParOf" srcId="{CC914FA3-1A11-44F7-8F56-9CED9DBD2856}" destId="{9C2CAF39-3E3F-4773-BB42-DF0631F2779D}" srcOrd="2" destOrd="0" presId="urn:microsoft.com/office/officeart/2005/8/layout/list1"/>
    <dgm:cxn modelId="{AAD1C1AA-89B1-4538-8594-6A12B4BFECBD}" type="presParOf" srcId="{CC914FA3-1A11-44F7-8F56-9CED9DBD2856}" destId="{88F18172-B8FE-40AE-A05B-18C20735A8D3}" srcOrd="3" destOrd="0" presId="urn:microsoft.com/office/officeart/2005/8/layout/list1"/>
    <dgm:cxn modelId="{7CE507B2-08A0-4BBD-9587-95B086E254A3}" type="presParOf" srcId="{CC914FA3-1A11-44F7-8F56-9CED9DBD2856}" destId="{A1895881-E0D2-4A83-8948-91D3003B9F62}" srcOrd="4" destOrd="0" presId="urn:microsoft.com/office/officeart/2005/8/layout/list1"/>
    <dgm:cxn modelId="{6F8758F7-7855-48A2-8C3F-D1E29EDF0713}" type="presParOf" srcId="{A1895881-E0D2-4A83-8948-91D3003B9F62}" destId="{C9B15F00-44E9-4B41-9ED1-B5730B7449B3}" srcOrd="0" destOrd="0" presId="urn:microsoft.com/office/officeart/2005/8/layout/list1"/>
    <dgm:cxn modelId="{27420123-7D73-4E7F-878C-337E1F321529}" type="presParOf" srcId="{A1895881-E0D2-4A83-8948-91D3003B9F62}" destId="{5842CC0C-2640-4026-8FFF-34A37A35D9D2}" srcOrd="1" destOrd="0" presId="urn:microsoft.com/office/officeart/2005/8/layout/list1"/>
    <dgm:cxn modelId="{C6C43FE4-A294-40EB-95B7-E0621BE073D7}" type="presParOf" srcId="{CC914FA3-1A11-44F7-8F56-9CED9DBD2856}" destId="{D1E10EAD-BFA2-4DB8-AF00-32F9B9610466}" srcOrd="5" destOrd="0" presId="urn:microsoft.com/office/officeart/2005/8/layout/list1"/>
    <dgm:cxn modelId="{6D80595B-FEEB-4196-8B9F-AD567830AF1D}" type="presParOf" srcId="{CC914FA3-1A11-44F7-8F56-9CED9DBD2856}" destId="{382B28C7-6C81-4202-A2DF-7AD2DEF069E7}" srcOrd="6" destOrd="0" presId="urn:microsoft.com/office/officeart/2005/8/layout/list1"/>
    <dgm:cxn modelId="{39B626AA-E656-44D3-B74E-3E60F1DA9941}" type="presParOf" srcId="{CC914FA3-1A11-44F7-8F56-9CED9DBD2856}" destId="{71420350-8FB8-4978-BBCA-79DE85BF616A}" srcOrd="7" destOrd="0" presId="urn:microsoft.com/office/officeart/2005/8/layout/list1"/>
    <dgm:cxn modelId="{11D8B5C5-800B-4E61-BB5B-7AFE0057E68A}" type="presParOf" srcId="{CC914FA3-1A11-44F7-8F56-9CED9DBD2856}" destId="{202BD818-9BD1-482A-B6AB-F2076AA17C56}" srcOrd="8" destOrd="0" presId="urn:microsoft.com/office/officeart/2005/8/layout/list1"/>
    <dgm:cxn modelId="{6EA45172-AD43-44E8-BF24-FDEED0ACE355}" type="presParOf" srcId="{202BD818-9BD1-482A-B6AB-F2076AA17C56}" destId="{A24B50FB-FE54-4FFA-B4BC-A6E766369AC3}" srcOrd="0" destOrd="0" presId="urn:microsoft.com/office/officeart/2005/8/layout/list1"/>
    <dgm:cxn modelId="{4A20E814-3490-4AC1-9C11-299506B74949}" type="presParOf" srcId="{202BD818-9BD1-482A-B6AB-F2076AA17C56}" destId="{0A5C6528-5ECF-46AF-A0ED-6D8EE22CC2A4}" srcOrd="1" destOrd="0" presId="urn:microsoft.com/office/officeart/2005/8/layout/list1"/>
    <dgm:cxn modelId="{4170CC49-1971-4F23-AC7A-DC4F30E0C5EC}" type="presParOf" srcId="{CC914FA3-1A11-44F7-8F56-9CED9DBD2856}" destId="{8D979E40-6E6A-4462-B542-0A3152F07A68}" srcOrd="9" destOrd="0" presId="urn:microsoft.com/office/officeart/2005/8/layout/list1"/>
    <dgm:cxn modelId="{4AE5F698-B82E-44DA-86F3-5FD32FA2FE93}" type="presParOf" srcId="{CC914FA3-1A11-44F7-8F56-9CED9DBD2856}" destId="{2A726C37-0BFA-42F9-9C9E-E99B2341DAAF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0515600" cy="4351338"/>
        <a:chOff x="0" y="0"/>
        <a:chExt cx="10515600" cy="4351338"/>
      </a:xfrm>
    </dsp:grpSpPr>
    <dsp:sp modelId="{9C2CAF39-3E3F-4773-BB42-DF0631F2779D}">
      <dsp:nvSpPr>
        <dsp:cNvPr id="5" name="Rectangles 4"/>
        <dsp:cNvSpPr/>
      </dsp:nvSpPr>
      <dsp:spPr bwMode="white">
        <a:xfrm>
          <a:off x="0" y="506529"/>
          <a:ext cx="10515600" cy="831600"/>
        </a:xfrm>
        <a:prstGeom prst="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816127" tIns="687324" rIns="816127" bIns="234696" anchor="t"/>
        <a:lstStyle>
          <a:lvl1pPr algn="l">
            <a:defRPr sz="3300"/>
          </a:lvl1pPr>
          <a:lvl2pPr marL="285750" indent="-285750" algn="l">
            <a:defRPr sz="3300"/>
          </a:lvl2pPr>
          <a:lvl3pPr marL="571500" indent="-285750" algn="l">
            <a:defRPr sz="3300"/>
          </a:lvl3pPr>
          <a:lvl4pPr marL="857250" indent="-285750" algn="l">
            <a:defRPr sz="3300"/>
          </a:lvl4pPr>
          <a:lvl5pPr marL="1143000" indent="-285750" algn="l">
            <a:defRPr sz="3300"/>
          </a:lvl5pPr>
          <a:lvl6pPr marL="1428750" indent="-285750" algn="l">
            <a:defRPr sz="3300"/>
          </a:lvl6pPr>
          <a:lvl7pPr marL="1714500" indent="-285750" algn="l">
            <a:defRPr sz="3300"/>
          </a:lvl7pPr>
          <a:lvl8pPr marL="2000250" indent="-285750" algn="l">
            <a:defRPr sz="3300"/>
          </a:lvl8pPr>
          <a:lvl9pPr marL="2286000" indent="-285750" algn="l">
            <a:defRPr sz="3300"/>
          </a:lvl9pPr>
        </a:lstStyle>
        <a:p>
          <a:endParaRPr>
            <a:solidFill>
              <a:schemeClr val="dk1"/>
            </a:solidFill>
          </a:endParaRPr>
        </a:p>
      </dsp:txBody>
      <dsp:txXfrm>
        <a:off x="0" y="506529"/>
        <a:ext cx="10515600" cy="831600"/>
      </dsp:txXfrm>
    </dsp:sp>
    <dsp:sp modelId="{ED715189-FFC5-4A9D-844A-C5D7CECCC1F7}">
      <dsp:nvSpPr>
        <dsp:cNvPr id="4" name="Rounded Rectangle 3"/>
        <dsp:cNvSpPr/>
      </dsp:nvSpPr>
      <dsp:spPr bwMode="white">
        <a:xfrm>
          <a:off x="525780" y="19449"/>
          <a:ext cx="7360920" cy="97416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278225" tIns="0" rIns="278225" bIns="0" anchor="ctr"/>
        <a:lstStyle>
          <a:lvl1pPr algn="l">
            <a:defRPr sz="3300"/>
          </a:lvl1pPr>
          <a:lvl2pPr marL="228600" indent="-228600" algn="l">
            <a:defRPr sz="2500"/>
          </a:lvl2pPr>
          <a:lvl3pPr marL="457200" indent="-228600" algn="l">
            <a:defRPr sz="2500"/>
          </a:lvl3pPr>
          <a:lvl4pPr marL="685800" indent="-228600" algn="l">
            <a:defRPr sz="2500"/>
          </a:lvl4pPr>
          <a:lvl5pPr marL="914400" indent="-228600" algn="l">
            <a:defRPr sz="2500"/>
          </a:lvl5pPr>
          <a:lvl6pPr marL="1143000" indent="-228600" algn="l">
            <a:defRPr sz="2500"/>
          </a:lvl6pPr>
          <a:lvl7pPr marL="1371600" indent="-228600" algn="l">
            <a:defRPr sz="2500"/>
          </a:lvl7pPr>
          <a:lvl8pPr marL="1600200" indent="-228600" algn="l">
            <a:defRPr sz="2500"/>
          </a:lvl8pPr>
          <a:lvl9pPr marL="1828800" indent="-228600" algn="l">
            <a:defRPr sz="2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ru-RU"/>
        </a:p>
      </dsp:txBody>
      <dsp:txXfrm>
        <a:off x="525780" y="19449"/>
        <a:ext cx="7360920" cy="974160"/>
      </dsp:txXfrm>
    </dsp:sp>
    <dsp:sp modelId="{382B28C7-6C81-4202-A2DF-7AD2DEF069E7}">
      <dsp:nvSpPr>
        <dsp:cNvPr id="8" name="Rectangles 7"/>
        <dsp:cNvSpPr/>
      </dsp:nvSpPr>
      <dsp:spPr bwMode="white">
        <a:xfrm>
          <a:off x="0" y="2003409"/>
          <a:ext cx="10515600" cy="831600"/>
        </a:xfrm>
        <a:prstGeom prst="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816127" tIns="687324" rIns="816127" bIns="234696" anchor="t"/>
        <a:lstStyle>
          <a:lvl1pPr algn="l">
            <a:defRPr sz="3300"/>
          </a:lvl1pPr>
          <a:lvl2pPr marL="285750" indent="-285750" algn="l">
            <a:defRPr sz="3300"/>
          </a:lvl2pPr>
          <a:lvl3pPr marL="571500" indent="-285750" algn="l">
            <a:defRPr sz="3300"/>
          </a:lvl3pPr>
          <a:lvl4pPr marL="857250" indent="-285750" algn="l">
            <a:defRPr sz="3300"/>
          </a:lvl4pPr>
          <a:lvl5pPr marL="1143000" indent="-285750" algn="l">
            <a:defRPr sz="3300"/>
          </a:lvl5pPr>
          <a:lvl6pPr marL="1428750" indent="-285750" algn="l">
            <a:defRPr sz="3300"/>
          </a:lvl6pPr>
          <a:lvl7pPr marL="1714500" indent="-285750" algn="l">
            <a:defRPr sz="3300"/>
          </a:lvl7pPr>
          <a:lvl8pPr marL="2000250" indent="-285750" algn="l">
            <a:defRPr sz="3300"/>
          </a:lvl8pPr>
          <a:lvl9pPr marL="2286000" indent="-285750" algn="l">
            <a:defRPr sz="3300"/>
          </a:lvl9pPr>
        </a:lstStyle>
        <a:p>
          <a:endParaRPr>
            <a:solidFill>
              <a:schemeClr val="dk1"/>
            </a:solidFill>
          </a:endParaRPr>
        </a:p>
      </dsp:txBody>
      <dsp:txXfrm>
        <a:off x="0" y="2003409"/>
        <a:ext cx="10515600" cy="831600"/>
      </dsp:txXfrm>
    </dsp:sp>
    <dsp:sp modelId="{5842CC0C-2640-4026-8FFF-34A37A35D9D2}">
      <dsp:nvSpPr>
        <dsp:cNvPr id="7" name="Rounded Rectangle 6"/>
        <dsp:cNvSpPr/>
      </dsp:nvSpPr>
      <dsp:spPr bwMode="white">
        <a:xfrm>
          <a:off x="525780" y="1516329"/>
          <a:ext cx="7360920" cy="97416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278225" tIns="0" rIns="278225" bIns="0" anchor="ctr"/>
        <a:lstStyle>
          <a:lvl1pPr algn="l">
            <a:defRPr sz="3300"/>
          </a:lvl1pPr>
          <a:lvl2pPr marL="228600" indent="-228600" algn="l">
            <a:defRPr sz="2500"/>
          </a:lvl2pPr>
          <a:lvl3pPr marL="457200" indent="-228600" algn="l">
            <a:defRPr sz="2500"/>
          </a:lvl3pPr>
          <a:lvl4pPr marL="685800" indent="-228600" algn="l">
            <a:defRPr sz="2500"/>
          </a:lvl4pPr>
          <a:lvl5pPr marL="914400" indent="-228600" algn="l">
            <a:defRPr sz="2500"/>
          </a:lvl5pPr>
          <a:lvl6pPr marL="1143000" indent="-228600" algn="l">
            <a:defRPr sz="2500"/>
          </a:lvl6pPr>
          <a:lvl7pPr marL="1371600" indent="-228600" algn="l">
            <a:defRPr sz="2500"/>
          </a:lvl7pPr>
          <a:lvl8pPr marL="1600200" indent="-228600" algn="l">
            <a:defRPr sz="2500"/>
          </a:lvl8pPr>
          <a:lvl9pPr marL="1828800" indent="-228600" algn="l">
            <a:defRPr sz="2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ru-RU"/>
        </a:p>
      </dsp:txBody>
      <dsp:txXfrm>
        <a:off x="525780" y="1516329"/>
        <a:ext cx="7360920" cy="974160"/>
      </dsp:txXfrm>
    </dsp:sp>
    <dsp:sp modelId="{2A726C37-0BFA-42F9-9C9E-E99B2341DAAF}">
      <dsp:nvSpPr>
        <dsp:cNvPr id="11" name="Rectangles 10"/>
        <dsp:cNvSpPr/>
      </dsp:nvSpPr>
      <dsp:spPr bwMode="white">
        <a:xfrm>
          <a:off x="0" y="3500289"/>
          <a:ext cx="10515600" cy="831600"/>
        </a:xfrm>
        <a:prstGeom prst="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816127" tIns="687324" rIns="816127" bIns="234696" anchor="t"/>
        <a:lstStyle>
          <a:lvl1pPr algn="l">
            <a:defRPr sz="3300"/>
          </a:lvl1pPr>
          <a:lvl2pPr marL="285750" indent="-285750" algn="l">
            <a:defRPr sz="3300"/>
          </a:lvl2pPr>
          <a:lvl3pPr marL="571500" indent="-285750" algn="l">
            <a:defRPr sz="3300"/>
          </a:lvl3pPr>
          <a:lvl4pPr marL="857250" indent="-285750" algn="l">
            <a:defRPr sz="3300"/>
          </a:lvl4pPr>
          <a:lvl5pPr marL="1143000" indent="-285750" algn="l">
            <a:defRPr sz="3300"/>
          </a:lvl5pPr>
          <a:lvl6pPr marL="1428750" indent="-285750" algn="l">
            <a:defRPr sz="3300"/>
          </a:lvl6pPr>
          <a:lvl7pPr marL="1714500" indent="-285750" algn="l">
            <a:defRPr sz="3300"/>
          </a:lvl7pPr>
          <a:lvl8pPr marL="2000250" indent="-285750" algn="l">
            <a:defRPr sz="3300"/>
          </a:lvl8pPr>
          <a:lvl9pPr marL="2286000" indent="-285750" algn="l">
            <a:defRPr sz="3300"/>
          </a:lvl9pPr>
        </a:lstStyle>
        <a:p>
          <a:endParaRPr>
            <a:solidFill>
              <a:schemeClr val="dk1"/>
            </a:solidFill>
          </a:endParaRPr>
        </a:p>
      </dsp:txBody>
      <dsp:txXfrm>
        <a:off x="0" y="3500289"/>
        <a:ext cx="10515600" cy="831600"/>
      </dsp:txXfrm>
    </dsp:sp>
    <dsp:sp modelId="{0A5C6528-5ECF-46AF-A0ED-6D8EE22CC2A4}">
      <dsp:nvSpPr>
        <dsp:cNvPr id="10" name="Rounded Rectangle 9"/>
        <dsp:cNvSpPr/>
      </dsp:nvSpPr>
      <dsp:spPr bwMode="white">
        <a:xfrm>
          <a:off x="525780" y="3013209"/>
          <a:ext cx="7360920" cy="97416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278225" tIns="0" rIns="278225" bIns="0" anchor="ctr"/>
        <a:lstStyle>
          <a:lvl1pPr algn="l">
            <a:defRPr sz="3300"/>
          </a:lvl1pPr>
          <a:lvl2pPr marL="228600" indent="-228600" algn="l">
            <a:defRPr sz="2500"/>
          </a:lvl2pPr>
          <a:lvl3pPr marL="457200" indent="-228600" algn="l">
            <a:defRPr sz="2500"/>
          </a:lvl3pPr>
          <a:lvl4pPr marL="685800" indent="-228600" algn="l">
            <a:defRPr sz="2500"/>
          </a:lvl4pPr>
          <a:lvl5pPr marL="914400" indent="-228600" algn="l">
            <a:defRPr sz="2500"/>
          </a:lvl5pPr>
          <a:lvl6pPr marL="1143000" indent="-228600" algn="l">
            <a:defRPr sz="2500"/>
          </a:lvl6pPr>
          <a:lvl7pPr marL="1371600" indent="-228600" algn="l">
            <a:defRPr sz="2500"/>
          </a:lvl7pPr>
          <a:lvl8pPr marL="1600200" indent="-228600" algn="l">
            <a:defRPr sz="2500"/>
          </a:lvl8pPr>
          <a:lvl9pPr marL="1828800" indent="-228600" algn="l">
            <a:defRPr sz="2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ru-RU"/>
        </a:p>
      </dsp:txBody>
      <dsp:txXfrm>
        <a:off x="525780" y="3013209"/>
        <a:ext cx="7360920" cy="974160"/>
      </dsp:txXfrm>
    </dsp:sp>
    <dsp:sp modelId="{18241D02-CA49-43F0-BCA2-28090FD813DA}">
      <dsp:nvSpPr>
        <dsp:cNvPr id="3" name="Rectangles 2" hidden="1"/>
        <dsp:cNvSpPr/>
      </dsp:nvSpPr>
      <dsp:spPr>
        <a:xfrm>
          <a:off x="0" y="19449"/>
          <a:ext cx="525780" cy="974160"/>
        </a:xfrm>
        <a:prstGeom prst="rect">
          <a:avLst/>
        </a:prstGeom>
      </dsp:spPr>
      <dsp:txXfrm>
        <a:off x="0" y="19449"/>
        <a:ext cx="525780" cy="974160"/>
      </dsp:txXfrm>
    </dsp:sp>
    <dsp:sp modelId="{C9B15F00-44E9-4B41-9ED1-B5730B7449B3}">
      <dsp:nvSpPr>
        <dsp:cNvPr id="6" name="Rectangles 5" hidden="1"/>
        <dsp:cNvSpPr/>
      </dsp:nvSpPr>
      <dsp:spPr>
        <a:xfrm>
          <a:off x="0" y="1516329"/>
          <a:ext cx="525780" cy="974160"/>
        </a:xfrm>
        <a:prstGeom prst="rect">
          <a:avLst/>
        </a:prstGeom>
      </dsp:spPr>
      <dsp:txXfrm>
        <a:off x="0" y="1516329"/>
        <a:ext cx="525780" cy="974160"/>
      </dsp:txXfrm>
    </dsp:sp>
    <dsp:sp modelId="{A24B50FB-FE54-4FFA-B4BC-A6E766369AC3}">
      <dsp:nvSpPr>
        <dsp:cNvPr id="9" name="Rectangles 8" hidden="1"/>
        <dsp:cNvSpPr/>
      </dsp:nvSpPr>
      <dsp:spPr>
        <a:xfrm>
          <a:off x="0" y="3013209"/>
          <a:ext cx="525780" cy="974160"/>
        </a:xfrm>
        <a:prstGeom prst="rect">
          <a:avLst/>
        </a:prstGeom>
      </dsp:spPr>
      <dsp:txXfrm>
        <a:off x="0" y="3013209"/>
        <a:ext cx="525780" cy="9741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0515600" cy="4351338"/>
        <a:chOff x="0" y="0"/>
        <a:chExt cx="10515600" cy="4351338"/>
      </a:xfrm>
    </dsp:grpSpPr>
    <dsp:sp modelId="{9C2CAF39-3E3F-4773-BB42-DF0631F2779D}">
      <dsp:nvSpPr>
        <dsp:cNvPr id="5" name="Rectangles 4"/>
        <dsp:cNvSpPr/>
      </dsp:nvSpPr>
      <dsp:spPr bwMode="white">
        <a:xfrm>
          <a:off x="0" y="506529"/>
          <a:ext cx="10515600" cy="831600"/>
        </a:xfrm>
        <a:prstGeom prst="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816127" tIns="687324" rIns="816127" bIns="234696" anchor="t"/>
        <a:lstStyle>
          <a:lvl1pPr algn="l">
            <a:defRPr sz="3300"/>
          </a:lvl1pPr>
          <a:lvl2pPr marL="285750" indent="-285750" algn="l">
            <a:defRPr sz="3300"/>
          </a:lvl2pPr>
          <a:lvl3pPr marL="571500" indent="-285750" algn="l">
            <a:defRPr sz="3300"/>
          </a:lvl3pPr>
          <a:lvl4pPr marL="857250" indent="-285750" algn="l">
            <a:defRPr sz="3300"/>
          </a:lvl4pPr>
          <a:lvl5pPr marL="1143000" indent="-285750" algn="l">
            <a:defRPr sz="3300"/>
          </a:lvl5pPr>
          <a:lvl6pPr marL="1428750" indent="-285750" algn="l">
            <a:defRPr sz="3300"/>
          </a:lvl6pPr>
          <a:lvl7pPr marL="1714500" indent="-285750" algn="l">
            <a:defRPr sz="3300"/>
          </a:lvl7pPr>
          <a:lvl8pPr marL="2000250" indent="-285750" algn="l">
            <a:defRPr sz="3300"/>
          </a:lvl8pPr>
          <a:lvl9pPr marL="2286000" indent="-285750" algn="l">
            <a:defRPr sz="3300"/>
          </a:lvl9pPr>
        </a:lstStyle>
        <a:p>
          <a:endParaRPr>
            <a:solidFill>
              <a:schemeClr val="dk1"/>
            </a:solidFill>
          </a:endParaRPr>
        </a:p>
      </dsp:txBody>
      <dsp:txXfrm>
        <a:off x="0" y="506529"/>
        <a:ext cx="10515600" cy="831600"/>
      </dsp:txXfrm>
    </dsp:sp>
    <dsp:sp modelId="{ED715189-FFC5-4A9D-844A-C5D7CECCC1F7}">
      <dsp:nvSpPr>
        <dsp:cNvPr id="4" name="Rounded Rectangle 3"/>
        <dsp:cNvSpPr/>
      </dsp:nvSpPr>
      <dsp:spPr bwMode="white">
        <a:xfrm>
          <a:off x="525780" y="19449"/>
          <a:ext cx="7360920" cy="97416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278225" tIns="0" rIns="278225" bIns="0" anchor="ctr"/>
        <a:lstStyle>
          <a:lvl1pPr algn="l">
            <a:defRPr sz="3300"/>
          </a:lvl1pPr>
          <a:lvl2pPr marL="228600" indent="-228600" algn="l">
            <a:defRPr sz="2500"/>
          </a:lvl2pPr>
          <a:lvl3pPr marL="457200" indent="-228600" algn="l">
            <a:defRPr sz="2500"/>
          </a:lvl3pPr>
          <a:lvl4pPr marL="685800" indent="-228600" algn="l">
            <a:defRPr sz="2500"/>
          </a:lvl4pPr>
          <a:lvl5pPr marL="914400" indent="-228600" algn="l">
            <a:defRPr sz="2500"/>
          </a:lvl5pPr>
          <a:lvl6pPr marL="1143000" indent="-228600" algn="l">
            <a:defRPr sz="2500"/>
          </a:lvl6pPr>
          <a:lvl7pPr marL="1371600" indent="-228600" algn="l">
            <a:defRPr sz="2500"/>
          </a:lvl7pPr>
          <a:lvl8pPr marL="1600200" indent="-228600" algn="l">
            <a:defRPr sz="2500"/>
          </a:lvl8pPr>
          <a:lvl9pPr marL="1828800" indent="-228600" algn="l">
            <a:defRPr sz="2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ru-RU"/>
        </a:p>
      </dsp:txBody>
      <dsp:txXfrm>
        <a:off x="525780" y="19449"/>
        <a:ext cx="7360920" cy="974160"/>
      </dsp:txXfrm>
    </dsp:sp>
    <dsp:sp modelId="{382B28C7-6C81-4202-A2DF-7AD2DEF069E7}">
      <dsp:nvSpPr>
        <dsp:cNvPr id="8" name="Rectangles 7"/>
        <dsp:cNvSpPr/>
      </dsp:nvSpPr>
      <dsp:spPr bwMode="white">
        <a:xfrm>
          <a:off x="0" y="2003409"/>
          <a:ext cx="10515600" cy="831600"/>
        </a:xfrm>
        <a:prstGeom prst="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816127" tIns="687324" rIns="816127" bIns="234696" anchor="t"/>
        <a:lstStyle>
          <a:lvl1pPr algn="l">
            <a:defRPr sz="3300"/>
          </a:lvl1pPr>
          <a:lvl2pPr marL="285750" indent="-285750" algn="l">
            <a:defRPr sz="3300"/>
          </a:lvl2pPr>
          <a:lvl3pPr marL="571500" indent="-285750" algn="l">
            <a:defRPr sz="3300"/>
          </a:lvl3pPr>
          <a:lvl4pPr marL="857250" indent="-285750" algn="l">
            <a:defRPr sz="3300"/>
          </a:lvl4pPr>
          <a:lvl5pPr marL="1143000" indent="-285750" algn="l">
            <a:defRPr sz="3300"/>
          </a:lvl5pPr>
          <a:lvl6pPr marL="1428750" indent="-285750" algn="l">
            <a:defRPr sz="3300"/>
          </a:lvl6pPr>
          <a:lvl7pPr marL="1714500" indent="-285750" algn="l">
            <a:defRPr sz="3300"/>
          </a:lvl7pPr>
          <a:lvl8pPr marL="2000250" indent="-285750" algn="l">
            <a:defRPr sz="3300"/>
          </a:lvl8pPr>
          <a:lvl9pPr marL="2286000" indent="-285750" algn="l">
            <a:defRPr sz="3300"/>
          </a:lvl9pPr>
        </a:lstStyle>
        <a:p>
          <a:endParaRPr>
            <a:solidFill>
              <a:schemeClr val="dk1"/>
            </a:solidFill>
          </a:endParaRPr>
        </a:p>
      </dsp:txBody>
      <dsp:txXfrm>
        <a:off x="0" y="2003409"/>
        <a:ext cx="10515600" cy="831600"/>
      </dsp:txXfrm>
    </dsp:sp>
    <dsp:sp modelId="{5842CC0C-2640-4026-8FFF-34A37A35D9D2}">
      <dsp:nvSpPr>
        <dsp:cNvPr id="7" name="Rounded Rectangle 6"/>
        <dsp:cNvSpPr/>
      </dsp:nvSpPr>
      <dsp:spPr bwMode="white">
        <a:xfrm>
          <a:off x="525780" y="1516329"/>
          <a:ext cx="7360920" cy="97416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278225" tIns="0" rIns="278225" bIns="0" anchor="ctr"/>
        <a:lstStyle>
          <a:lvl1pPr algn="l">
            <a:defRPr sz="3300"/>
          </a:lvl1pPr>
          <a:lvl2pPr marL="228600" indent="-228600" algn="l">
            <a:defRPr sz="2500"/>
          </a:lvl2pPr>
          <a:lvl3pPr marL="457200" indent="-228600" algn="l">
            <a:defRPr sz="2500"/>
          </a:lvl3pPr>
          <a:lvl4pPr marL="685800" indent="-228600" algn="l">
            <a:defRPr sz="2500"/>
          </a:lvl4pPr>
          <a:lvl5pPr marL="914400" indent="-228600" algn="l">
            <a:defRPr sz="2500"/>
          </a:lvl5pPr>
          <a:lvl6pPr marL="1143000" indent="-228600" algn="l">
            <a:defRPr sz="2500"/>
          </a:lvl6pPr>
          <a:lvl7pPr marL="1371600" indent="-228600" algn="l">
            <a:defRPr sz="2500"/>
          </a:lvl7pPr>
          <a:lvl8pPr marL="1600200" indent="-228600" algn="l">
            <a:defRPr sz="2500"/>
          </a:lvl8pPr>
          <a:lvl9pPr marL="1828800" indent="-228600" algn="l">
            <a:defRPr sz="2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ru-RU"/>
        </a:p>
      </dsp:txBody>
      <dsp:txXfrm>
        <a:off x="525780" y="1516329"/>
        <a:ext cx="7360920" cy="974160"/>
      </dsp:txXfrm>
    </dsp:sp>
    <dsp:sp modelId="{2A726C37-0BFA-42F9-9C9E-E99B2341DAAF}">
      <dsp:nvSpPr>
        <dsp:cNvPr id="11" name="Rectangles 10"/>
        <dsp:cNvSpPr/>
      </dsp:nvSpPr>
      <dsp:spPr bwMode="white">
        <a:xfrm>
          <a:off x="0" y="3500289"/>
          <a:ext cx="10515600" cy="831600"/>
        </a:xfrm>
        <a:prstGeom prst="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816127" tIns="687324" rIns="816127" bIns="234696" anchor="t"/>
        <a:lstStyle>
          <a:lvl1pPr algn="l">
            <a:defRPr sz="3300"/>
          </a:lvl1pPr>
          <a:lvl2pPr marL="285750" indent="-285750" algn="l">
            <a:defRPr sz="3300"/>
          </a:lvl2pPr>
          <a:lvl3pPr marL="571500" indent="-285750" algn="l">
            <a:defRPr sz="3300"/>
          </a:lvl3pPr>
          <a:lvl4pPr marL="857250" indent="-285750" algn="l">
            <a:defRPr sz="3300"/>
          </a:lvl4pPr>
          <a:lvl5pPr marL="1143000" indent="-285750" algn="l">
            <a:defRPr sz="3300"/>
          </a:lvl5pPr>
          <a:lvl6pPr marL="1428750" indent="-285750" algn="l">
            <a:defRPr sz="3300"/>
          </a:lvl6pPr>
          <a:lvl7pPr marL="1714500" indent="-285750" algn="l">
            <a:defRPr sz="3300"/>
          </a:lvl7pPr>
          <a:lvl8pPr marL="2000250" indent="-285750" algn="l">
            <a:defRPr sz="3300"/>
          </a:lvl8pPr>
          <a:lvl9pPr marL="2286000" indent="-285750" algn="l">
            <a:defRPr sz="3300"/>
          </a:lvl9pPr>
        </a:lstStyle>
        <a:p>
          <a:endParaRPr>
            <a:solidFill>
              <a:schemeClr val="dk1"/>
            </a:solidFill>
          </a:endParaRPr>
        </a:p>
      </dsp:txBody>
      <dsp:txXfrm>
        <a:off x="0" y="3500289"/>
        <a:ext cx="10515600" cy="831600"/>
      </dsp:txXfrm>
    </dsp:sp>
    <dsp:sp modelId="{0A5C6528-5ECF-46AF-A0ED-6D8EE22CC2A4}">
      <dsp:nvSpPr>
        <dsp:cNvPr id="10" name="Rounded Rectangle 9"/>
        <dsp:cNvSpPr/>
      </dsp:nvSpPr>
      <dsp:spPr bwMode="white">
        <a:xfrm>
          <a:off x="525780" y="3013209"/>
          <a:ext cx="7360920" cy="97416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278225" tIns="0" rIns="278225" bIns="0" anchor="ctr"/>
        <a:lstStyle>
          <a:lvl1pPr algn="l">
            <a:defRPr sz="3300"/>
          </a:lvl1pPr>
          <a:lvl2pPr marL="228600" indent="-228600" algn="l">
            <a:defRPr sz="2500"/>
          </a:lvl2pPr>
          <a:lvl3pPr marL="457200" indent="-228600" algn="l">
            <a:defRPr sz="2500"/>
          </a:lvl3pPr>
          <a:lvl4pPr marL="685800" indent="-228600" algn="l">
            <a:defRPr sz="2500"/>
          </a:lvl4pPr>
          <a:lvl5pPr marL="914400" indent="-228600" algn="l">
            <a:defRPr sz="2500"/>
          </a:lvl5pPr>
          <a:lvl6pPr marL="1143000" indent="-228600" algn="l">
            <a:defRPr sz="2500"/>
          </a:lvl6pPr>
          <a:lvl7pPr marL="1371600" indent="-228600" algn="l">
            <a:defRPr sz="2500"/>
          </a:lvl7pPr>
          <a:lvl8pPr marL="1600200" indent="-228600" algn="l">
            <a:defRPr sz="2500"/>
          </a:lvl8pPr>
          <a:lvl9pPr marL="1828800" indent="-228600" algn="l">
            <a:defRPr sz="2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ru-RU"/>
        </a:p>
      </dsp:txBody>
      <dsp:txXfrm>
        <a:off x="525780" y="3013209"/>
        <a:ext cx="7360920" cy="974160"/>
      </dsp:txXfrm>
    </dsp:sp>
    <dsp:sp modelId="{18241D02-CA49-43F0-BCA2-28090FD813DA}">
      <dsp:nvSpPr>
        <dsp:cNvPr id="3" name="Rectangles 2" hidden="1"/>
        <dsp:cNvSpPr/>
      </dsp:nvSpPr>
      <dsp:spPr>
        <a:xfrm>
          <a:off x="0" y="19449"/>
          <a:ext cx="525780" cy="974160"/>
        </a:xfrm>
        <a:prstGeom prst="rect">
          <a:avLst/>
        </a:prstGeom>
      </dsp:spPr>
      <dsp:txXfrm>
        <a:off x="0" y="19449"/>
        <a:ext cx="525780" cy="974160"/>
      </dsp:txXfrm>
    </dsp:sp>
    <dsp:sp modelId="{C9B15F00-44E9-4B41-9ED1-B5730B7449B3}">
      <dsp:nvSpPr>
        <dsp:cNvPr id="6" name="Rectangles 5" hidden="1"/>
        <dsp:cNvSpPr/>
      </dsp:nvSpPr>
      <dsp:spPr>
        <a:xfrm>
          <a:off x="0" y="1516329"/>
          <a:ext cx="525780" cy="974160"/>
        </a:xfrm>
        <a:prstGeom prst="rect">
          <a:avLst/>
        </a:prstGeom>
      </dsp:spPr>
      <dsp:txXfrm>
        <a:off x="0" y="1516329"/>
        <a:ext cx="525780" cy="974160"/>
      </dsp:txXfrm>
    </dsp:sp>
    <dsp:sp modelId="{A24B50FB-FE54-4FFA-B4BC-A6E766369AC3}">
      <dsp:nvSpPr>
        <dsp:cNvPr id="9" name="Rectangles 8" hidden="1"/>
        <dsp:cNvSpPr/>
      </dsp:nvSpPr>
      <dsp:spPr>
        <a:xfrm>
          <a:off x="0" y="3013209"/>
          <a:ext cx="525780" cy="974160"/>
        </a:xfrm>
        <a:prstGeom prst="rect">
          <a:avLst/>
        </a:prstGeom>
      </dsp:spPr>
      <dsp:txXfrm>
        <a:off x="0" y="3013209"/>
        <a:ext cx="525780" cy="9741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0515600" cy="4351338"/>
        <a:chOff x="0" y="0"/>
        <a:chExt cx="10515600" cy="4351338"/>
      </a:xfrm>
    </dsp:grpSpPr>
    <dsp:sp modelId="{9C2CAF39-3E3F-4773-BB42-DF0631F2779D}">
      <dsp:nvSpPr>
        <dsp:cNvPr id="5" name="Rectangles 4"/>
        <dsp:cNvSpPr/>
      </dsp:nvSpPr>
      <dsp:spPr bwMode="white">
        <a:xfrm>
          <a:off x="0" y="506529"/>
          <a:ext cx="10515600" cy="831600"/>
        </a:xfrm>
        <a:prstGeom prst="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816127" tIns="687324" rIns="816127" bIns="234696" anchor="t"/>
        <a:lstStyle>
          <a:lvl1pPr algn="l">
            <a:defRPr sz="3300"/>
          </a:lvl1pPr>
          <a:lvl2pPr marL="285750" indent="-285750" algn="l">
            <a:defRPr sz="3300"/>
          </a:lvl2pPr>
          <a:lvl3pPr marL="571500" indent="-285750" algn="l">
            <a:defRPr sz="3300"/>
          </a:lvl3pPr>
          <a:lvl4pPr marL="857250" indent="-285750" algn="l">
            <a:defRPr sz="3300"/>
          </a:lvl4pPr>
          <a:lvl5pPr marL="1143000" indent="-285750" algn="l">
            <a:defRPr sz="3300"/>
          </a:lvl5pPr>
          <a:lvl6pPr marL="1428750" indent="-285750" algn="l">
            <a:defRPr sz="3300"/>
          </a:lvl6pPr>
          <a:lvl7pPr marL="1714500" indent="-285750" algn="l">
            <a:defRPr sz="3300"/>
          </a:lvl7pPr>
          <a:lvl8pPr marL="2000250" indent="-285750" algn="l">
            <a:defRPr sz="3300"/>
          </a:lvl8pPr>
          <a:lvl9pPr marL="2286000" indent="-285750" algn="l">
            <a:defRPr sz="3300"/>
          </a:lvl9pPr>
        </a:lstStyle>
        <a:p>
          <a:endParaRPr>
            <a:solidFill>
              <a:schemeClr val="dk1"/>
            </a:solidFill>
          </a:endParaRPr>
        </a:p>
      </dsp:txBody>
      <dsp:txXfrm>
        <a:off x="0" y="506529"/>
        <a:ext cx="10515600" cy="831600"/>
      </dsp:txXfrm>
    </dsp:sp>
    <dsp:sp modelId="{ED715189-FFC5-4A9D-844A-C5D7CECCC1F7}">
      <dsp:nvSpPr>
        <dsp:cNvPr id="4" name="Rounded Rectangle 3"/>
        <dsp:cNvSpPr/>
      </dsp:nvSpPr>
      <dsp:spPr bwMode="white">
        <a:xfrm>
          <a:off x="525780" y="19449"/>
          <a:ext cx="7360920" cy="97416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278225" tIns="0" rIns="278225" bIns="0" anchor="ctr"/>
        <a:lstStyle>
          <a:lvl1pPr algn="l">
            <a:defRPr sz="3300"/>
          </a:lvl1pPr>
          <a:lvl2pPr marL="228600" indent="-228600" algn="l">
            <a:defRPr sz="2500"/>
          </a:lvl2pPr>
          <a:lvl3pPr marL="457200" indent="-228600" algn="l">
            <a:defRPr sz="2500"/>
          </a:lvl3pPr>
          <a:lvl4pPr marL="685800" indent="-228600" algn="l">
            <a:defRPr sz="2500"/>
          </a:lvl4pPr>
          <a:lvl5pPr marL="914400" indent="-228600" algn="l">
            <a:defRPr sz="2500"/>
          </a:lvl5pPr>
          <a:lvl6pPr marL="1143000" indent="-228600" algn="l">
            <a:defRPr sz="2500"/>
          </a:lvl6pPr>
          <a:lvl7pPr marL="1371600" indent="-228600" algn="l">
            <a:defRPr sz="2500"/>
          </a:lvl7pPr>
          <a:lvl8pPr marL="1600200" indent="-228600" algn="l">
            <a:defRPr sz="2500"/>
          </a:lvl8pPr>
          <a:lvl9pPr marL="1828800" indent="-228600" algn="l">
            <a:defRPr sz="2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ru-RU"/>
        </a:p>
      </dsp:txBody>
      <dsp:txXfrm>
        <a:off x="525780" y="19449"/>
        <a:ext cx="7360920" cy="974160"/>
      </dsp:txXfrm>
    </dsp:sp>
    <dsp:sp modelId="{382B28C7-6C81-4202-A2DF-7AD2DEF069E7}">
      <dsp:nvSpPr>
        <dsp:cNvPr id="8" name="Rectangles 7"/>
        <dsp:cNvSpPr/>
      </dsp:nvSpPr>
      <dsp:spPr bwMode="white">
        <a:xfrm>
          <a:off x="0" y="2003409"/>
          <a:ext cx="10515600" cy="831600"/>
        </a:xfrm>
        <a:prstGeom prst="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816127" tIns="687324" rIns="816127" bIns="234696" anchor="t"/>
        <a:lstStyle>
          <a:lvl1pPr algn="l">
            <a:defRPr sz="3300"/>
          </a:lvl1pPr>
          <a:lvl2pPr marL="285750" indent="-285750" algn="l">
            <a:defRPr sz="3300"/>
          </a:lvl2pPr>
          <a:lvl3pPr marL="571500" indent="-285750" algn="l">
            <a:defRPr sz="3300"/>
          </a:lvl3pPr>
          <a:lvl4pPr marL="857250" indent="-285750" algn="l">
            <a:defRPr sz="3300"/>
          </a:lvl4pPr>
          <a:lvl5pPr marL="1143000" indent="-285750" algn="l">
            <a:defRPr sz="3300"/>
          </a:lvl5pPr>
          <a:lvl6pPr marL="1428750" indent="-285750" algn="l">
            <a:defRPr sz="3300"/>
          </a:lvl6pPr>
          <a:lvl7pPr marL="1714500" indent="-285750" algn="l">
            <a:defRPr sz="3300"/>
          </a:lvl7pPr>
          <a:lvl8pPr marL="2000250" indent="-285750" algn="l">
            <a:defRPr sz="3300"/>
          </a:lvl8pPr>
          <a:lvl9pPr marL="2286000" indent="-285750" algn="l">
            <a:defRPr sz="3300"/>
          </a:lvl9pPr>
        </a:lstStyle>
        <a:p>
          <a:endParaRPr>
            <a:solidFill>
              <a:schemeClr val="dk1"/>
            </a:solidFill>
          </a:endParaRPr>
        </a:p>
      </dsp:txBody>
      <dsp:txXfrm>
        <a:off x="0" y="2003409"/>
        <a:ext cx="10515600" cy="831600"/>
      </dsp:txXfrm>
    </dsp:sp>
    <dsp:sp modelId="{5842CC0C-2640-4026-8FFF-34A37A35D9D2}">
      <dsp:nvSpPr>
        <dsp:cNvPr id="7" name="Rounded Rectangle 6"/>
        <dsp:cNvSpPr/>
      </dsp:nvSpPr>
      <dsp:spPr bwMode="white">
        <a:xfrm>
          <a:off x="525780" y="1516329"/>
          <a:ext cx="7360920" cy="97416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278225" tIns="0" rIns="278225" bIns="0" anchor="ctr"/>
        <a:lstStyle>
          <a:lvl1pPr algn="l">
            <a:defRPr sz="3300"/>
          </a:lvl1pPr>
          <a:lvl2pPr marL="228600" indent="-228600" algn="l">
            <a:defRPr sz="2500"/>
          </a:lvl2pPr>
          <a:lvl3pPr marL="457200" indent="-228600" algn="l">
            <a:defRPr sz="2500"/>
          </a:lvl3pPr>
          <a:lvl4pPr marL="685800" indent="-228600" algn="l">
            <a:defRPr sz="2500"/>
          </a:lvl4pPr>
          <a:lvl5pPr marL="914400" indent="-228600" algn="l">
            <a:defRPr sz="2500"/>
          </a:lvl5pPr>
          <a:lvl6pPr marL="1143000" indent="-228600" algn="l">
            <a:defRPr sz="2500"/>
          </a:lvl6pPr>
          <a:lvl7pPr marL="1371600" indent="-228600" algn="l">
            <a:defRPr sz="2500"/>
          </a:lvl7pPr>
          <a:lvl8pPr marL="1600200" indent="-228600" algn="l">
            <a:defRPr sz="2500"/>
          </a:lvl8pPr>
          <a:lvl9pPr marL="1828800" indent="-228600" algn="l">
            <a:defRPr sz="2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ru-RU"/>
        </a:p>
      </dsp:txBody>
      <dsp:txXfrm>
        <a:off x="525780" y="1516329"/>
        <a:ext cx="7360920" cy="974160"/>
      </dsp:txXfrm>
    </dsp:sp>
    <dsp:sp modelId="{2A726C37-0BFA-42F9-9C9E-E99B2341DAAF}">
      <dsp:nvSpPr>
        <dsp:cNvPr id="11" name="Rectangles 10"/>
        <dsp:cNvSpPr/>
      </dsp:nvSpPr>
      <dsp:spPr bwMode="white">
        <a:xfrm>
          <a:off x="0" y="3500289"/>
          <a:ext cx="10515600" cy="831600"/>
        </a:xfrm>
        <a:prstGeom prst="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816127" tIns="687324" rIns="816127" bIns="234696" anchor="t"/>
        <a:lstStyle>
          <a:lvl1pPr algn="l">
            <a:defRPr sz="3300"/>
          </a:lvl1pPr>
          <a:lvl2pPr marL="285750" indent="-285750" algn="l">
            <a:defRPr sz="3300"/>
          </a:lvl2pPr>
          <a:lvl3pPr marL="571500" indent="-285750" algn="l">
            <a:defRPr sz="3300"/>
          </a:lvl3pPr>
          <a:lvl4pPr marL="857250" indent="-285750" algn="l">
            <a:defRPr sz="3300"/>
          </a:lvl4pPr>
          <a:lvl5pPr marL="1143000" indent="-285750" algn="l">
            <a:defRPr sz="3300"/>
          </a:lvl5pPr>
          <a:lvl6pPr marL="1428750" indent="-285750" algn="l">
            <a:defRPr sz="3300"/>
          </a:lvl6pPr>
          <a:lvl7pPr marL="1714500" indent="-285750" algn="l">
            <a:defRPr sz="3300"/>
          </a:lvl7pPr>
          <a:lvl8pPr marL="2000250" indent="-285750" algn="l">
            <a:defRPr sz="3300"/>
          </a:lvl8pPr>
          <a:lvl9pPr marL="2286000" indent="-285750" algn="l">
            <a:defRPr sz="3300"/>
          </a:lvl9pPr>
        </a:lstStyle>
        <a:p>
          <a:endParaRPr>
            <a:solidFill>
              <a:schemeClr val="dk1"/>
            </a:solidFill>
          </a:endParaRPr>
        </a:p>
      </dsp:txBody>
      <dsp:txXfrm>
        <a:off x="0" y="3500289"/>
        <a:ext cx="10515600" cy="831600"/>
      </dsp:txXfrm>
    </dsp:sp>
    <dsp:sp modelId="{0A5C6528-5ECF-46AF-A0ED-6D8EE22CC2A4}">
      <dsp:nvSpPr>
        <dsp:cNvPr id="10" name="Rounded Rectangle 9"/>
        <dsp:cNvSpPr/>
      </dsp:nvSpPr>
      <dsp:spPr bwMode="white">
        <a:xfrm>
          <a:off x="525780" y="3013209"/>
          <a:ext cx="7360920" cy="97416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278225" tIns="0" rIns="278225" bIns="0" anchor="ctr"/>
        <a:lstStyle>
          <a:lvl1pPr algn="l">
            <a:defRPr sz="3300"/>
          </a:lvl1pPr>
          <a:lvl2pPr marL="228600" indent="-228600" algn="l">
            <a:defRPr sz="2500"/>
          </a:lvl2pPr>
          <a:lvl3pPr marL="457200" indent="-228600" algn="l">
            <a:defRPr sz="2500"/>
          </a:lvl3pPr>
          <a:lvl4pPr marL="685800" indent="-228600" algn="l">
            <a:defRPr sz="2500"/>
          </a:lvl4pPr>
          <a:lvl5pPr marL="914400" indent="-228600" algn="l">
            <a:defRPr sz="2500"/>
          </a:lvl5pPr>
          <a:lvl6pPr marL="1143000" indent="-228600" algn="l">
            <a:defRPr sz="2500"/>
          </a:lvl6pPr>
          <a:lvl7pPr marL="1371600" indent="-228600" algn="l">
            <a:defRPr sz="2500"/>
          </a:lvl7pPr>
          <a:lvl8pPr marL="1600200" indent="-228600" algn="l">
            <a:defRPr sz="2500"/>
          </a:lvl8pPr>
          <a:lvl9pPr marL="1828800" indent="-228600" algn="l">
            <a:defRPr sz="2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ru-RU"/>
        </a:p>
      </dsp:txBody>
      <dsp:txXfrm>
        <a:off x="525780" y="3013209"/>
        <a:ext cx="7360920" cy="974160"/>
      </dsp:txXfrm>
    </dsp:sp>
    <dsp:sp modelId="{18241D02-CA49-43F0-BCA2-28090FD813DA}">
      <dsp:nvSpPr>
        <dsp:cNvPr id="3" name="Rectangles 2" hidden="1"/>
        <dsp:cNvSpPr/>
      </dsp:nvSpPr>
      <dsp:spPr>
        <a:xfrm>
          <a:off x="0" y="19449"/>
          <a:ext cx="525780" cy="974160"/>
        </a:xfrm>
        <a:prstGeom prst="rect">
          <a:avLst/>
        </a:prstGeom>
      </dsp:spPr>
      <dsp:txXfrm>
        <a:off x="0" y="19449"/>
        <a:ext cx="525780" cy="974160"/>
      </dsp:txXfrm>
    </dsp:sp>
    <dsp:sp modelId="{C9B15F00-44E9-4B41-9ED1-B5730B7449B3}">
      <dsp:nvSpPr>
        <dsp:cNvPr id="6" name="Rectangles 5" hidden="1"/>
        <dsp:cNvSpPr/>
      </dsp:nvSpPr>
      <dsp:spPr>
        <a:xfrm>
          <a:off x="0" y="1516329"/>
          <a:ext cx="525780" cy="974160"/>
        </a:xfrm>
        <a:prstGeom prst="rect">
          <a:avLst/>
        </a:prstGeom>
      </dsp:spPr>
      <dsp:txXfrm>
        <a:off x="0" y="1516329"/>
        <a:ext cx="525780" cy="974160"/>
      </dsp:txXfrm>
    </dsp:sp>
    <dsp:sp modelId="{A24B50FB-FE54-4FFA-B4BC-A6E766369AC3}">
      <dsp:nvSpPr>
        <dsp:cNvPr id="9" name="Rectangles 8" hidden="1"/>
        <dsp:cNvSpPr/>
      </dsp:nvSpPr>
      <dsp:spPr>
        <a:xfrm>
          <a:off x="0" y="3013209"/>
          <a:ext cx="525780" cy="974160"/>
        </a:xfrm>
        <a:prstGeom prst="rect">
          <a:avLst/>
        </a:prstGeom>
      </dsp:spPr>
      <dsp:txXfrm>
        <a:off x="0" y="3013209"/>
        <a:ext cx="525780" cy="97416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0515600" cy="4351338"/>
        <a:chOff x="0" y="0"/>
        <a:chExt cx="10515600" cy="4351338"/>
      </a:xfrm>
    </dsp:grpSpPr>
    <dsp:sp modelId="{9C2CAF39-3E3F-4773-BB42-DF0631F2779D}">
      <dsp:nvSpPr>
        <dsp:cNvPr id="5" name="Rectangles 4"/>
        <dsp:cNvSpPr/>
      </dsp:nvSpPr>
      <dsp:spPr bwMode="white">
        <a:xfrm>
          <a:off x="0" y="506529"/>
          <a:ext cx="10515600" cy="831600"/>
        </a:xfrm>
        <a:prstGeom prst="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816127" tIns="687324" rIns="816127" bIns="234696" anchor="t"/>
        <a:lstStyle>
          <a:lvl1pPr algn="l">
            <a:defRPr sz="3300"/>
          </a:lvl1pPr>
          <a:lvl2pPr marL="285750" indent="-285750" algn="l">
            <a:defRPr sz="3300"/>
          </a:lvl2pPr>
          <a:lvl3pPr marL="571500" indent="-285750" algn="l">
            <a:defRPr sz="3300"/>
          </a:lvl3pPr>
          <a:lvl4pPr marL="857250" indent="-285750" algn="l">
            <a:defRPr sz="3300"/>
          </a:lvl4pPr>
          <a:lvl5pPr marL="1143000" indent="-285750" algn="l">
            <a:defRPr sz="3300"/>
          </a:lvl5pPr>
          <a:lvl6pPr marL="1428750" indent="-285750" algn="l">
            <a:defRPr sz="3300"/>
          </a:lvl6pPr>
          <a:lvl7pPr marL="1714500" indent="-285750" algn="l">
            <a:defRPr sz="3300"/>
          </a:lvl7pPr>
          <a:lvl8pPr marL="2000250" indent="-285750" algn="l">
            <a:defRPr sz="3300"/>
          </a:lvl8pPr>
          <a:lvl9pPr marL="2286000" indent="-285750" algn="l">
            <a:defRPr sz="3300"/>
          </a:lvl9pPr>
        </a:lstStyle>
        <a:p>
          <a:endParaRPr>
            <a:solidFill>
              <a:schemeClr val="dk1"/>
            </a:solidFill>
          </a:endParaRPr>
        </a:p>
      </dsp:txBody>
      <dsp:txXfrm>
        <a:off x="0" y="506529"/>
        <a:ext cx="10515600" cy="831600"/>
      </dsp:txXfrm>
    </dsp:sp>
    <dsp:sp modelId="{ED715189-FFC5-4A9D-844A-C5D7CECCC1F7}">
      <dsp:nvSpPr>
        <dsp:cNvPr id="4" name="Rounded Rectangle 3"/>
        <dsp:cNvSpPr/>
      </dsp:nvSpPr>
      <dsp:spPr bwMode="white">
        <a:xfrm>
          <a:off x="525780" y="19449"/>
          <a:ext cx="7360920" cy="97416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278225" tIns="0" rIns="278225" bIns="0" anchor="ctr"/>
        <a:lstStyle>
          <a:lvl1pPr algn="l">
            <a:defRPr sz="3300"/>
          </a:lvl1pPr>
          <a:lvl2pPr marL="228600" indent="-228600" algn="l">
            <a:defRPr sz="2500"/>
          </a:lvl2pPr>
          <a:lvl3pPr marL="457200" indent="-228600" algn="l">
            <a:defRPr sz="2500"/>
          </a:lvl3pPr>
          <a:lvl4pPr marL="685800" indent="-228600" algn="l">
            <a:defRPr sz="2500"/>
          </a:lvl4pPr>
          <a:lvl5pPr marL="914400" indent="-228600" algn="l">
            <a:defRPr sz="2500"/>
          </a:lvl5pPr>
          <a:lvl6pPr marL="1143000" indent="-228600" algn="l">
            <a:defRPr sz="2500"/>
          </a:lvl6pPr>
          <a:lvl7pPr marL="1371600" indent="-228600" algn="l">
            <a:defRPr sz="2500"/>
          </a:lvl7pPr>
          <a:lvl8pPr marL="1600200" indent="-228600" algn="l">
            <a:defRPr sz="2500"/>
          </a:lvl8pPr>
          <a:lvl9pPr marL="1828800" indent="-228600" algn="l">
            <a:defRPr sz="2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ru-RU"/>
        </a:p>
      </dsp:txBody>
      <dsp:txXfrm>
        <a:off x="525780" y="19449"/>
        <a:ext cx="7360920" cy="974160"/>
      </dsp:txXfrm>
    </dsp:sp>
    <dsp:sp modelId="{382B28C7-6C81-4202-A2DF-7AD2DEF069E7}">
      <dsp:nvSpPr>
        <dsp:cNvPr id="8" name="Rectangles 7"/>
        <dsp:cNvSpPr/>
      </dsp:nvSpPr>
      <dsp:spPr bwMode="white">
        <a:xfrm>
          <a:off x="0" y="2003409"/>
          <a:ext cx="10515600" cy="831600"/>
        </a:xfrm>
        <a:prstGeom prst="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816127" tIns="687324" rIns="816127" bIns="234696" anchor="t"/>
        <a:lstStyle>
          <a:lvl1pPr algn="l">
            <a:defRPr sz="3300"/>
          </a:lvl1pPr>
          <a:lvl2pPr marL="285750" indent="-285750" algn="l">
            <a:defRPr sz="3300"/>
          </a:lvl2pPr>
          <a:lvl3pPr marL="571500" indent="-285750" algn="l">
            <a:defRPr sz="3300"/>
          </a:lvl3pPr>
          <a:lvl4pPr marL="857250" indent="-285750" algn="l">
            <a:defRPr sz="3300"/>
          </a:lvl4pPr>
          <a:lvl5pPr marL="1143000" indent="-285750" algn="l">
            <a:defRPr sz="3300"/>
          </a:lvl5pPr>
          <a:lvl6pPr marL="1428750" indent="-285750" algn="l">
            <a:defRPr sz="3300"/>
          </a:lvl6pPr>
          <a:lvl7pPr marL="1714500" indent="-285750" algn="l">
            <a:defRPr sz="3300"/>
          </a:lvl7pPr>
          <a:lvl8pPr marL="2000250" indent="-285750" algn="l">
            <a:defRPr sz="3300"/>
          </a:lvl8pPr>
          <a:lvl9pPr marL="2286000" indent="-285750" algn="l">
            <a:defRPr sz="3300"/>
          </a:lvl9pPr>
        </a:lstStyle>
        <a:p>
          <a:endParaRPr>
            <a:solidFill>
              <a:schemeClr val="dk1"/>
            </a:solidFill>
          </a:endParaRPr>
        </a:p>
      </dsp:txBody>
      <dsp:txXfrm>
        <a:off x="0" y="2003409"/>
        <a:ext cx="10515600" cy="831600"/>
      </dsp:txXfrm>
    </dsp:sp>
    <dsp:sp modelId="{5842CC0C-2640-4026-8FFF-34A37A35D9D2}">
      <dsp:nvSpPr>
        <dsp:cNvPr id="7" name="Rounded Rectangle 6"/>
        <dsp:cNvSpPr/>
      </dsp:nvSpPr>
      <dsp:spPr bwMode="white">
        <a:xfrm>
          <a:off x="525780" y="1516329"/>
          <a:ext cx="7360920" cy="97416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278225" tIns="0" rIns="278225" bIns="0" anchor="ctr"/>
        <a:lstStyle>
          <a:lvl1pPr algn="l">
            <a:defRPr sz="3300"/>
          </a:lvl1pPr>
          <a:lvl2pPr marL="228600" indent="-228600" algn="l">
            <a:defRPr sz="2500"/>
          </a:lvl2pPr>
          <a:lvl3pPr marL="457200" indent="-228600" algn="l">
            <a:defRPr sz="2500"/>
          </a:lvl3pPr>
          <a:lvl4pPr marL="685800" indent="-228600" algn="l">
            <a:defRPr sz="2500"/>
          </a:lvl4pPr>
          <a:lvl5pPr marL="914400" indent="-228600" algn="l">
            <a:defRPr sz="2500"/>
          </a:lvl5pPr>
          <a:lvl6pPr marL="1143000" indent="-228600" algn="l">
            <a:defRPr sz="2500"/>
          </a:lvl6pPr>
          <a:lvl7pPr marL="1371600" indent="-228600" algn="l">
            <a:defRPr sz="2500"/>
          </a:lvl7pPr>
          <a:lvl8pPr marL="1600200" indent="-228600" algn="l">
            <a:defRPr sz="2500"/>
          </a:lvl8pPr>
          <a:lvl9pPr marL="1828800" indent="-228600" algn="l">
            <a:defRPr sz="2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ru-RU"/>
        </a:p>
      </dsp:txBody>
      <dsp:txXfrm>
        <a:off x="525780" y="1516329"/>
        <a:ext cx="7360920" cy="974160"/>
      </dsp:txXfrm>
    </dsp:sp>
    <dsp:sp modelId="{2A726C37-0BFA-42F9-9C9E-E99B2341DAAF}">
      <dsp:nvSpPr>
        <dsp:cNvPr id="11" name="Rectangles 10"/>
        <dsp:cNvSpPr/>
      </dsp:nvSpPr>
      <dsp:spPr bwMode="white">
        <a:xfrm>
          <a:off x="0" y="3500289"/>
          <a:ext cx="10515600" cy="831600"/>
        </a:xfrm>
        <a:prstGeom prst="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816127" tIns="687324" rIns="816127" bIns="234696" anchor="t"/>
        <a:lstStyle>
          <a:lvl1pPr algn="l">
            <a:defRPr sz="3300"/>
          </a:lvl1pPr>
          <a:lvl2pPr marL="285750" indent="-285750" algn="l">
            <a:defRPr sz="3300"/>
          </a:lvl2pPr>
          <a:lvl3pPr marL="571500" indent="-285750" algn="l">
            <a:defRPr sz="3300"/>
          </a:lvl3pPr>
          <a:lvl4pPr marL="857250" indent="-285750" algn="l">
            <a:defRPr sz="3300"/>
          </a:lvl4pPr>
          <a:lvl5pPr marL="1143000" indent="-285750" algn="l">
            <a:defRPr sz="3300"/>
          </a:lvl5pPr>
          <a:lvl6pPr marL="1428750" indent="-285750" algn="l">
            <a:defRPr sz="3300"/>
          </a:lvl6pPr>
          <a:lvl7pPr marL="1714500" indent="-285750" algn="l">
            <a:defRPr sz="3300"/>
          </a:lvl7pPr>
          <a:lvl8pPr marL="2000250" indent="-285750" algn="l">
            <a:defRPr sz="3300"/>
          </a:lvl8pPr>
          <a:lvl9pPr marL="2286000" indent="-285750" algn="l">
            <a:defRPr sz="3300"/>
          </a:lvl9pPr>
        </a:lstStyle>
        <a:p>
          <a:endParaRPr>
            <a:solidFill>
              <a:schemeClr val="dk1"/>
            </a:solidFill>
          </a:endParaRPr>
        </a:p>
      </dsp:txBody>
      <dsp:txXfrm>
        <a:off x="0" y="3500289"/>
        <a:ext cx="10515600" cy="831600"/>
      </dsp:txXfrm>
    </dsp:sp>
    <dsp:sp modelId="{0A5C6528-5ECF-46AF-A0ED-6D8EE22CC2A4}">
      <dsp:nvSpPr>
        <dsp:cNvPr id="10" name="Rounded Rectangle 9"/>
        <dsp:cNvSpPr/>
      </dsp:nvSpPr>
      <dsp:spPr bwMode="white">
        <a:xfrm>
          <a:off x="525780" y="3013209"/>
          <a:ext cx="7360920" cy="97416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278225" tIns="0" rIns="278225" bIns="0" anchor="ctr"/>
        <a:lstStyle>
          <a:lvl1pPr algn="l">
            <a:defRPr sz="3300"/>
          </a:lvl1pPr>
          <a:lvl2pPr marL="228600" indent="-228600" algn="l">
            <a:defRPr sz="2500"/>
          </a:lvl2pPr>
          <a:lvl3pPr marL="457200" indent="-228600" algn="l">
            <a:defRPr sz="2500"/>
          </a:lvl3pPr>
          <a:lvl4pPr marL="685800" indent="-228600" algn="l">
            <a:defRPr sz="2500"/>
          </a:lvl4pPr>
          <a:lvl5pPr marL="914400" indent="-228600" algn="l">
            <a:defRPr sz="2500"/>
          </a:lvl5pPr>
          <a:lvl6pPr marL="1143000" indent="-228600" algn="l">
            <a:defRPr sz="2500"/>
          </a:lvl6pPr>
          <a:lvl7pPr marL="1371600" indent="-228600" algn="l">
            <a:defRPr sz="2500"/>
          </a:lvl7pPr>
          <a:lvl8pPr marL="1600200" indent="-228600" algn="l">
            <a:defRPr sz="2500"/>
          </a:lvl8pPr>
          <a:lvl9pPr marL="1828800" indent="-228600" algn="l">
            <a:defRPr sz="2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ru-RU"/>
        </a:p>
      </dsp:txBody>
      <dsp:txXfrm>
        <a:off x="525780" y="3013209"/>
        <a:ext cx="7360920" cy="974160"/>
      </dsp:txXfrm>
    </dsp:sp>
    <dsp:sp modelId="{18241D02-CA49-43F0-BCA2-28090FD813DA}">
      <dsp:nvSpPr>
        <dsp:cNvPr id="3" name="Rectangles 2" hidden="1"/>
        <dsp:cNvSpPr/>
      </dsp:nvSpPr>
      <dsp:spPr>
        <a:xfrm>
          <a:off x="0" y="19449"/>
          <a:ext cx="525780" cy="974160"/>
        </a:xfrm>
        <a:prstGeom prst="rect">
          <a:avLst/>
        </a:prstGeom>
      </dsp:spPr>
      <dsp:txXfrm>
        <a:off x="0" y="19449"/>
        <a:ext cx="525780" cy="974160"/>
      </dsp:txXfrm>
    </dsp:sp>
    <dsp:sp modelId="{C9B15F00-44E9-4B41-9ED1-B5730B7449B3}">
      <dsp:nvSpPr>
        <dsp:cNvPr id="6" name="Rectangles 5" hidden="1"/>
        <dsp:cNvSpPr/>
      </dsp:nvSpPr>
      <dsp:spPr>
        <a:xfrm>
          <a:off x="0" y="1516329"/>
          <a:ext cx="525780" cy="974160"/>
        </a:xfrm>
        <a:prstGeom prst="rect">
          <a:avLst/>
        </a:prstGeom>
      </dsp:spPr>
      <dsp:txXfrm>
        <a:off x="0" y="1516329"/>
        <a:ext cx="525780" cy="974160"/>
      </dsp:txXfrm>
    </dsp:sp>
    <dsp:sp modelId="{A24B50FB-FE54-4FFA-B4BC-A6E766369AC3}">
      <dsp:nvSpPr>
        <dsp:cNvPr id="9" name="Rectangles 8" hidden="1"/>
        <dsp:cNvSpPr/>
      </dsp:nvSpPr>
      <dsp:spPr>
        <a:xfrm>
          <a:off x="0" y="3013209"/>
          <a:ext cx="525780" cy="974160"/>
        </a:xfrm>
        <a:prstGeom prst="rect">
          <a:avLst/>
        </a:prstGeom>
      </dsp:spPr>
      <dsp:txXfrm>
        <a:off x="0" y="3013209"/>
        <a:ext cx="525780" cy="9741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nodeHorzAlign" val="l"/>
          <dgm:param type="horzAlign" val="l"/>
        </dgm:alg>
      </dgm:if>
      <dgm:else name="Name2">
        <dgm:alg type="lin">
          <dgm:param type="linDir" val="fromT"/>
          <dgm:param type="vertAlign" val="mid"/>
          <dgm:param type="nodeHorzAlign" val="r"/>
          <dgm:param type="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nodeHorzAlign" val="l"/>
              <dgm:param type="horzAlign" val="l"/>
            </dgm:alg>
          </dgm:if>
          <dgm:else name="Name6">
            <dgm:alg type="lin">
              <dgm:param type="linDir" val="fromR"/>
              <dgm:param type="nodeHorzAlign" val="r"/>
              <dgm:param type="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nodeHorzAlign" val="l"/>
          <dgm:param type="horzAlign" val="l"/>
        </dgm:alg>
      </dgm:if>
      <dgm:else name="Name2">
        <dgm:alg type="lin">
          <dgm:param type="linDir" val="fromT"/>
          <dgm:param type="vertAlign" val="mid"/>
          <dgm:param type="nodeHorzAlign" val="r"/>
          <dgm:param type="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nodeHorzAlign" val="l"/>
              <dgm:param type="horzAlign" val="l"/>
            </dgm:alg>
          </dgm:if>
          <dgm:else name="Name6">
            <dgm:alg type="lin">
              <dgm:param type="linDir" val="fromR"/>
              <dgm:param type="nodeHorzAlign" val="r"/>
              <dgm:param type="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nodeHorzAlign" val="l"/>
          <dgm:param type="horzAlign" val="l"/>
        </dgm:alg>
      </dgm:if>
      <dgm:else name="Name2">
        <dgm:alg type="lin">
          <dgm:param type="linDir" val="fromT"/>
          <dgm:param type="vertAlign" val="mid"/>
          <dgm:param type="nodeHorzAlign" val="r"/>
          <dgm:param type="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nodeHorzAlign" val="l"/>
              <dgm:param type="horzAlign" val="l"/>
            </dgm:alg>
          </dgm:if>
          <dgm:else name="Name6">
            <dgm:alg type="lin">
              <dgm:param type="linDir" val="fromR"/>
              <dgm:param type="nodeHorzAlign" val="r"/>
              <dgm:param type="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nodeHorzAlign" val="l"/>
          <dgm:param type="horzAlign" val="l"/>
        </dgm:alg>
      </dgm:if>
      <dgm:else name="Name2">
        <dgm:alg type="lin">
          <dgm:param type="linDir" val="fromT"/>
          <dgm:param type="vertAlign" val="mid"/>
          <dgm:param type="nodeHorzAlign" val="r"/>
          <dgm:param type="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nodeHorzAlign" val="l"/>
              <dgm:param type="horzAlign" val="l"/>
            </dgm:alg>
          </dgm:if>
          <dgm:else name="Name6">
            <dgm:alg type="lin">
              <dgm:param type="linDir" val="fromR"/>
              <dgm:param type="nodeHorzAlign" val="r"/>
              <dgm:param type="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8A300A-2A04-4861-8880-6C52272F1B90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DC80B3-E23D-4FB5-A06E-04DEA984EF90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0" Type="http://schemas.openxmlformats.org/officeDocument/2006/relationships/slideLayout" Target="../slideLayouts/slideLayout2.xml"/><Relationship Id="rId1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microsoft.com/office/2007/relationships/diagramDrawing" Target="../diagrams/drawing3.xml"/><Relationship Id="rId4" Type="http://schemas.openxmlformats.org/officeDocument/2006/relationships/diagramColors" Target="../diagrams/colors3.xml"/><Relationship Id="rId3" Type="http://schemas.openxmlformats.org/officeDocument/2006/relationships/diagramQuickStyle" Target="../diagrams/quickStyle3.xml"/><Relationship Id="rId2" Type="http://schemas.openxmlformats.org/officeDocument/2006/relationships/diagramLayout" Target="../diagrams/layout3.xml"/><Relationship Id="rId1" Type="http://schemas.openxmlformats.org/officeDocument/2006/relationships/diagramData" Target="../diagrams/data3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microsoft.com/office/2007/relationships/diagramDrawing" Target="../diagrams/drawing4.xml"/><Relationship Id="rId4" Type="http://schemas.openxmlformats.org/officeDocument/2006/relationships/diagramColors" Target="../diagrams/colors4.xml"/><Relationship Id="rId3" Type="http://schemas.openxmlformats.org/officeDocument/2006/relationships/diagramQuickStyle" Target="../diagrams/quickStyle4.xml"/><Relationship Id="rId2" Type="http://schemas.openxmlformats.org/officeDocument/2006/relationships/diagramLayout" Target="../diagrams/layout4.xml"/><Relationship Id="rId1" Type="http://schemas.openxmlformats.org/officeDocument/2006/relationships/diagramData" Target="../diagrams/data4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7.png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4580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5579" y="409767"/>
            <a:ext cx="1576803" cy="1551755"/>
          </a:xfrm>
          <a:prstGeom prst="rect">
            <a:avLst/>
          </a:prstGeom>
        </p:spPr>
      </p:pic>
      <p:sp>
        <p:nvSpPr>
          <p:cNvPr id="6" name="Rectangle: Rounded Corners 7"/>
          <p:cNvSpPr/>
          <p:nvPr/>
        </p:nvSpPr>
        <p:spPr>
          <a:xfrm>
            <a:off x="297486" y="365787"/>
            <a:ext cx="4123415" cy="1058279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ea typeface="UD Digi Kyokasho N" panose="02020400000000000000" pitchFamily="17" charset="-128"/>
              </a:rPr>
              <a:t>NIHONGO NO MICHI</a:t>
            </a:r>
            <a:endParaRPr lang="en-US" sz="4000" b="1" dirty="0">
              <a:ea typeface="UD Digi Kyokasho N" panose="02020400000000000000" pitchFamily="17" charset="-128"/>
            </a:endParaRPr>
          </a:p>
        </p:txBody>
      </p:sp>
      <p:sp>
        <p:nvSpPr>
          <p:cNvPr id="7" name="Rectangle: Rounded Corners 8"/>
          <p:cNvSpPr/>
          <p:nvPr/>
        </p:nvSpPr>
        <p:spPr>
          <a:xfrm>
            <a:off x="2646680" y="1424305"/>
            <a:ext cx="6276975" cy="2797810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5000" b="1" dirty="0">
                <a:ea typeface="UD Digi Kyokasho N" panose="02020400000000000000" pitchFamily="17" charset="-128"/>
              </a:rPr>
              <a:t>YOUON: KATAKANA</a:t>
            </a:r>
            <a:r>
              <a:rPr lang="en-US" altLang="ja-JP" sz="5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endParaRPr lang="en-US" altLang="ja-JP" sz="5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algn="ctr"/>
            <a:r>
              <a:rPr lang="ja-JP" altLang="en-US" sz="50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ヒャ　ビャ　ピャ　リャ</a:t>
            </a:r>
            <a:endParaRPr lang="en-US" altLang="ja-JP" sz="50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algn="ctr"/>
            <a:r>
              <a:rPr lang="en-US" altLang="ja-JP" sz="5000" b="1" dirty="0">
                <a:solidFill>
                  <a:srgbClr val="0070C0"/>
                </a:solidFill>
                <a:ea typeface="UD Digi Kyokasho N" panose="02020400000000000000" pitchFamily="17" charset="-128"/>
              </a:rPr>
              <a:t>HYA</a:t>
            </a:r>
            <a:r>
              <a:rPr lang="ja-JP" altLang="en-US" sz="5000" b="1" dirty="0">
                <a:solidFill>
                  <a:srgbClr val="0070C0"/>
                </a:solidFill>
                <a:ea typeface="UD Digi Kyokasho N" panose="02020400000000000000" pitchFamily="17" charset="-128"/>
              </a:rPr>
              <a:t>　</a:t>
            </a:r>
            <a:r>
              <a:rPr lang="en-US" altLang="ja-JP" sz="5000" b="1" dirty="0">
                <a:solidFill>
                  <a:srgbClr val="0070C0"/>
                </a:solidFill>
                <a:ea typeface="UD Digi Kyokasho N" panose="02020400000000000000" pitchFamily="17" charset="-128"/>
              </a:rPr>
              <a:t>BYA PYA RYA</a:t>
            </a:r>
            <a:endParaRPr lang="ru-RU" altLang="ja-JP" sz="3600" b="1" dirty="0">
              <a:solidFill>
                <a:srgbClr val="FFC000"/>
              </a:solidFill>
              <a:ea typeface="UD Digi Kyokasho N" panose="02020400000000000000" pitchFamily="17" charset="-128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1969" y="4634310"/>
            <a:ext cx="972260" cy="128102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159" y="4377761"/>
            <a:ext cx="1192954" cy="179412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2967" y="4377761"/>
            <a:ext cx="1254072" cy="18096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graphicFrame>
        <p:nvGraphicFramePr>
          <p:cNvPr id="16" name="Объект 15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pic>
        <p:nvPicPr>
          <p:cNvPr id="4" name="Рисунок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45807"/>
          </a:xfrm>
          <a:prstGeom prst="rect">
            <a:avLst/>
          </a:prstGeom>
        </p:spPr>
      </p:pic>
      <p:cxnSp>
        <p:nvCxnSpPr>
          <p:cNvPr id="18" name="Straight Connector 17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2" descr="Logo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: Rounded Corners 19"/>
          <p:cNvSpPr/>
          <p:nvPr/>
        </p:nvSpPr>
        <p:spPr>
          <a:xfrm>
            <a:off x="309245" y="300990"/>
            <a:ext cx="9439275" cy="650875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KATAKANA</a:t>
            </a:r>
            <a:r>
              <a:rPr lang="" altLang="en-US" sz="4000" b="1" dirty="0"/>
              <a:t> YOUON(KICHIK </a:t>
            </a:r>
            <a:r>
              <a:rPr lang="ja-JP" altLang="en-US" sz="4000" b="1" dirty="0"/>
              <a:t>ャ・ュ・ョ</a:t>
            </a:r>
            <a:r>
              <a:rPr lang="" altLang="ja-JP" sz="4000" b="1" dirty="0"/>
              <a:t>)</a:t>
            </a:r>
            <a:endParaRPr lang="" altLang="ja-JP" sz="4000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9245" y="1084580"/>
            <a:ext cx="9517380" cy="517398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38300" y="706755"/>
            <a:ext cx="2237105" cy="593026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02330" y="3429000"/>
            <a:ext cx="1875790" cy="29178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3429635"/>
            <a:ext cx="2245360" cy="32073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graphicFrame>
        <p:nvGraphicFramePr>
          <p:cNvPr id="16" name="Объект 15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pic>
        <p:nvPicPr>
          <p:cNvPr id="4" name="Рисунок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45807"/>
          </a:xfrm>
          <a:prstGeom prst="rect">
            <a:avLst/>
          </a:prstGeom>
        </p:spPr>
      </p:pic>
      <p:cxnSp>
        <p:nvCxnSpPr>
          <p:cNvPr id="18" name="Straight Connector 17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2" descr="Logo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: Rounded Corners 19"/>
          <p:cNvSpPr/>
          <p:nvPr/>
        </p:nvSpPr>
        <p:spPr>
          <a:xfrm>
            <a:off x="309366" y="300729"/>
            <a:ext cx="3612015" cy="651154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KATAKANA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9245" y="1180465"/>
            <a:ext cx="5786755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ヒャ</a:t>
            </a:r>
            <a:r>
              <a:rPr lang="en-US" altLang="ja-JP" sz="4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4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</a:t>
            </a:r>
            <a:r>
              <a:rPr lang="en-US" altLang="ja-JP" sz="4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HYA</a:t>
            </a:r>
            <a:endParaRPr lang="en-US" altLang="ja-JP" sz="48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endParaRPr lang="en-US" altLang="ja-JP" sz="48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sz="4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ヒュ</a:t>
            </a:r>
            <a:r>
              <a:rPr lang="en-US" altLang="ja-JP" sz="4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4800" b="1" dirty="0">
                <a:latin typeface="UD Digi Kyokasho N" panose="02020400000000000000" pitchFamily="17" charset="-128"/>
                <a:ea typeface="UD Digi Kyokasho N" panose="02020400000000000000" pitchFamily="17" charset="-128"/>
                <a:sym typeface="+mn-ea"/>
              </a:rPr>
              <a:t>→</a:t>
            </a:r>
            <a:r>
              <a:rPr lang="en-US" altLang="ja-JP" sz="4800" b="1" dirty="0">
                <a:latin typeface="UD Digi Kyokasho N" panose="02020400000000000000" pitchFamily="17" charset="-128"/>
                <a:ea typeface="UD Digi Kyokasho N" panose="02020400000000000000" pitchFamily="17" charset="-128"/>
                <a:sym typeface="+mn-ea"/>
              </a:rPr>
              <a:t>  HYO</a:t>
            </a:r>
            <a:endParaRPr lang="en-US" altLang="ja-JP" sz="4800" b="1" dirty="0">
              <a:latin typeface="UD Digi Kyokasho N" panose="02020400000000000000" pitchFamily="17" charset="-128"/>
              <a:ea typeface="UD Digi Kyokasho N" panose="02020400000000000000" pitchFamily="17" charset="-128"/>
              <a:sym typeface="+mn-ea"/>
            </a:endParaRPr>
          </a:p>
          <a:p>
            <a:endParaRPr lang="en-US" altLang="ja-JP" sz="4800" b="1" dirty="0">
              <a:latin typeface="UD Digi Kyokasho N" panose="02020400000000000000" pitchFamily="17" charset="-128"/>
              <a:ea typeface="UD Digi Kyokasho N" panose="02020400000000000000" pitchFamily="17" charset="-128"/>
              <a:sym typeface="+mn-ea"/>
            </a:endParaRPr>
          </a:p>
          <a:p>
            <a:r>
              <a:rPr lang="ja-JP" altLang="en-US" sz="4800" b="1" dirty="0">
                <a:latin typeface="UD Digi Kyokasho N" panose="02020400000000000000" pitchFamily="17" charset="-128"/>
                <a:ea typeface="UD Digi Kyokasho N" panose="02020400000000000000" pitchFamily="17" charset="-128"/>
                <a:sym typeface="+mn-ea"/>
              </a:rPr>
              <a:t>ヒョ</a:t>
            </a:r>
            <a:r>
              <a:rPr lang="en-US" altLang="ja-JP" sz="4800" b="1" dirty="0">
                <a:latin typeface="UD Digi Kyokasho N" panose="02020400000000000000" pitchFamily="17" charset="-128"/>
                <a:ea typeface="UD Digi Kyokasho N" panose="02020400000000000000" pitchFamily="17" charset="-128"/>
                <a:sym typeface="+mn-ea"/>
              </a:rPr>
              <a:t> </a:t>
            </a:r>
            <a:r>
              <a:rPr lang="ja-JP" altLang="en-US" sz="4800" b="1" dirty="0">
                <a:latin typeface="UD Digi Kyokasho N" panose="02020400000000000000" pitchFamily="17" charset="-128"/>
                <a:ea typeface="UD Digi Kyokasho N" panose="02020400000000000000" pitchFamily="17" charset="-128"/>
                <a:sym typeface="+mn-ea"/>
              </a:rPr>
              <a:t>→</a:t>
            </a:r>
            <a:r>
              <a:rPr lang="en-US" altLang="ja-JP" sz="4800" b="1" dirty="0">
                <a:latin typeface="UD Digi Kyokasho N" panose="02020400000000000000" pitchFamily="17" charset="-128"/>
                <a:ea typeface="UD Digi Kyokasho N" panose="02020400000000000000" pitchFamily="17" charset="-128"/>
                <a:sym typeface="+mn-ea"/>
              </a:rPr>
              <a:t>  HYO</a:t>
            </a:r>
            <a:endParaRPr lang="en-US" altLang="ja-JP" sz="4800" b="1" dirty="0">
              <a:latin typeface="UD Digi Kyokasho N" panose="02020400000000000000" pitchFamily="17" charset="-128"/>
              <a:ea typeface="UD Digi Kyokasho N" panose="02020400000000000000" pitchFamily="17" charset="-128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18745" y="144780"/>
            <a:ext cx="12192000" cy="6857999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10301154" y="340365"/>
            <a:ext cx="0" cy="5918016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/>
          <p:cNvSpPr/>
          <p:nvPr/>
        </p:nvSpPr>
        <p:spPr>
          <a:xfrm>
            <a:off x="308472" y="340365"/>
            <a:ext cx="2307406" cy="651154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SO‘ZLAR</a:t>
            </a:r>
            <a:endParaRPr lang="en-US" sz="40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115695" y="1536065"/>
            <a:ext cx="273558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ja-JP" sz="44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ヒャク</a:t>
            </a:r>
            <a:endParaRPr lang="ja-JP" altLang="ja-JP" sz="4400" b="1" dirty="0">
              <a:solidFill>
                <a:srgbClr val="FF000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41470" y="974090"/>
            <a:ext cx="367220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ヒューマン</a:t>
            </a:r>
            <a:endParaRPr lang="ja-JP" altLang="en-US" sz="44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19415" y="1197610"/>
            <a:ext cx="200977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ヒョウ</a:t>
            </a:r>
            <a:endParaRPr lang="ja-JP" altLang="en-US" sz="44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480" y="2742565"/>
            <a:ext cx="2901950" cy="26797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1100" y="2733040"/>
            <a:ext cx="2980690" cy="268922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5490" y="2742565"/>
            <a:ext cx="2933700" cy="2679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graphicFrame>
        <p:nvGraphicFramePr>
          <p:cNvPr id="16" name="Объект 15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pic>
        <p:nvPicPr>
          <p:cNvPr id="4" name="Рисунок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45807"/>
          </a:xfrm>
          <a:prstGeom prst="rect">
            <a:avLst/>
          </a:prstGeom>
        </p:spPr>
      </p:pic>
      <p:cxnSp>
        <p:nvCxnSpPr>
          <p:cNvPr id="18" name="Straight Connector 17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2" descr="Logo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: Rounded Corners 19"/>
          <p:cNvSpPr/>
          <p:nvPr/>
        </p:nvSpPr>
        <p:spPr>
          <a:xfrm>
            <a:off x="309366" y="300729"/>
            <a:ext cx="3612015" cy="651154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KATAKANA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7230" y="1536065"/>
            <a:ext cx="5406390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ビャ</a:t>
            </a:r>
            <a:r>
              <a:rPr lang="en-US" altLang="ja-JP" sz="4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4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</a:t>
            </a:r>
            <a:r>
              <a:rPr lang="en-US" altLang="ja-JP" sz="4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BYA</a:t>
            </a:r>
            <a:endParaRPr lang="ja-JP" altLang="en-US" sz="48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endParaRPr lang="ja-JP" altLang="en-US" sz="48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sz="4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ビュ</a:t>
            </a:r>
            <a:r>
              <a:rPr lang="en-US" altLang="ja-JP" sz="4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4800" b="1" dirty="0">
                <a:latin typeface="UD Digi Kyokasho N" panose="02020400000000000000" pitchFamily="17" charset="-128"/>
                <a:ea typeface="UD Digi Kyokasho N" panose="02020400000000000000" pitchFamily="17" charset="-128"/>
                <a:sym typeface="+mn-ea"/>
              </a:rPr>
              <a:t>→</a:t>
            </a:r>
            <a:r>
              <a:rPr lang="en-US" altLang="ja-JP" sz="4800" b="1" dirty="0">
                <a:latin typeface="UD Digi Kyokasho N" panose="02020400000000000000" pitchFamily="17" charset="-128"/>
                <a:ea typeface="UD Digi Kyokasho N" panose="02020400000000000000" pitchFamily="17" charset="-128"/>
                <a:sym typeface="+mn-ea"/>
              </a:rPr>
              <a:t>  BYU</a:t>
            </a:r>
            <a:endParaRPr lang="ja-JP" altLang="en-US" sz="4800" b="1" dirty="0">
              <a:latin typeface="UD Digi Kyokasho N" panose="02020400000000000000" pitchFamily="17" charset="-128"/>
              <a:ea typeface="UD Digi Kyokasho N" panose="02020400000000000000" pitchFamily="17" charset="-128"/>
              <a:sym typeface="+mn-ea"/>
            </a:endParaRPr>
          </a:p>
          <a:p>
            <a:endParaRPr lang="ja-JP" altLang="en-US" sz="4800" b="1" dirty="0">
              <a:latin typeface="UD Digi Kyokasho N" panose="02020400000000000000" pitchFamily="17" charset="-128"/>
              <a:ea typeface="UD Digi Kyokasho N" panose="02020400000000000000" pitchFamily="17" charset="-128"/>
              <a:sym typeface="+mn-ea"/>
            </a:endParaRPr>
          </a:p>
          <a:p>
            <a:r>
              <a:rPr lang="ja-JP" altLang="en-US" sz="4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ビョ</a:t>
            </a:r>
            <a:r>
              <a:rPr lang="en-US" altLang="ja-JP" sz="4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4800" b="1" dirty="0">
                <a:latin typeface="UD Digi Kyokasho N" panose="02020400000000000000" pitchFamily="17" charset="-128"/>
                <a:ea typeface="UD Digi Kyokasho N" panose="02020400000000000000" pitchFamily="17" charset="-128"/>
                <a:sym typeface="+mn-ea"/>
              </a:rPr>
              <a:t>→</a:t>
            </a:r>
            <a:r>
              <a:rPr lang="en-US" altLang="ja-JP" sz="4800" b="1" dirty="0">
                <a:latin typeface="UD Digi Kyokasho N" panose="02020400000000000000" pitchFamily="17" charset="-128"/>
                <a:ea typeface="UD Digi Kyokasho N" panose="02020400000000000000" pitchFamily="17" charset="-128"/>
                <a:sym typeface="+mn-ea"/>
              </a:rPr>
              <a:t>  BYO</a:t>
            </a:r>
            <a:endParaRPr lang="en-US" altLang="ja-JP" sz="4800" b="1" dirty="0">
              <a:latin typeface="UD Digi Kyokasho N" panose="02020400000000000000" pitchFamily="17" charset="-128"/>
              <a:ea typeface="UD Digi Kyokasho N" panose="02020400000000000000" pitchFamily="17" charset="-128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10301154" y="340365"/>
            <a:ext cx="0" cy="5918016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/>
          <p:cNvSpPr/>
          <p:nvPr/>
        </p:nvSpPr>
        <p:spPr>
          <a:xfrm>
            <a:off x="308472" y="340365"/>
            <a:ext cx="2307406" cy="651154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SO‘ZLAR</a:t>
            </a:r>
            <a:endParaRPr lang="en-US" sz="40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308610" y="1275715"/>
            <a:ext cx="4232275" cy="20504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ja-JP" altLang="en-US" sz="4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サンビャクエン</a:t>
            </a:r>
            <a:endParaRPr lang="ja-JP" altLang="en-US" sz="44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260590" y="1443990"/>
            <a:ext cx="311721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ビョウイン</a:t>
            </a:r>
            <a:endParaRPr lang="ja-JP" altLang="en-US" sz="44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55795" y="897255"/>
            <a:ext cx="3822065" cy="1651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ja-JP" altLang="en-US" sz="4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ビューティー</a:t>
            </a:r>
            <a:endParaRPr lang="ja-JP" altLang="en-US" sz="44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90" y="2386965"/>
            <a:ext cx="2801620" cy="292290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0600" y="2313940"/>
            <a:ext cx="3052445" cy="290131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0710" y="2386965"/>
            <a:ext cx="3124200" cy="28276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graphicFrame>
        <p:nvGraphicFramePr>
          <p:cNvPr id="16" name="Объект 15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pic>
        <p:nvPicPr>
          <p:cNvPr id="4" name="Рисунок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84455" y="0"/>
            <a:ext cx="12192000" cy="6845807"/>
          </a:xfrm>
          <a:prstGeom prst="rect">
            <a:avLst/>
          </a:prstGeom>
        </p:spPr>
      </p:pic>
      <p:cxnSp>
        <p:nvCxnSpPr>
          <p:cNvPr id="18" name="Straight Connector 17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2" descr="Logo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: Rounded Corners 19"/>
          <p:cNvSpPr/>
          <p:nvPr/>
        </p:nvSpPr>
        <p:spPr>
          <a:xfrm>
            <a:off x="309366" y="300729"/>
            <a:ext cx="3612015" cy="651154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KATAKANA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5150" y="1289685"/>
            <a:ext cx="5732145" cy="37865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ja-JP" altLang="en-US" sz="4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ピャ　→</a:t>
            </a:r>
            <a:r>
              <a:rPr lang="en-US" altLang="ja-JP" sz="4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PYA</a:t>
            </a:r>
            <a:endParaRPr lang="ja-JP" altLang="en-US" sz="48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endParaRPr lang="ja-JP" altLang="en-US" sz="48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sz="4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ピュ　</a:t>
            </a:r>
            <a:r>
              <a:rPr lang="ja-JP" altLang="en-US" sz="4800" b="1" dirty="0">
                <a:latin typeface="UD Digi Kyokasho N" panose="02020400000000000000" pitchFamily="17" charset="-128"/>
                <a:ea typeface="UD Digi Kyokasho N" panose="02020400000000000000" pitchFamily="17" charset="-128"/>
                <a:sym typeface="+mn-ea"/>
              </a:rPr>
              <a:t>→</a:t>
            </a:r>
            <a:r>
              <a:rPr lang="en-US" altLang="ja-JP" sz="4800" b="1" dirty="0">
                <a:latin typeface="UD Digi Kyokasho N" panose="02020400000000000000" pitchFamily="17" charset="-128"/>
                <a:ea typeface="UD Digi Kyokasho N" panose="02020400000000000000" pitchFamily="17" charset="-128"/>
                <a:sym typeface="+mn-ea"/>
              </a:rPr>
              <a:t> PYU</a:t>
            </a:r>
            <a:endParaRPr lang="ja-JP" altLang="en-US" sz="4800" b="1" dirty="0">
              <a:latin typeface="UD Digi Kyokasho N" panose="02020400000000000000" pitchFamily="17" charset="-128"/>
              <a:ea typeface="UD Digi Kyokasho N" panose="02020400000000000000" pitchFamily="17" charset="-128"/>
              <a:sym typeface="+mn-ea"/>
            </a:endParaRPr>
          </a:p>
          <a:p>
            <a:endParaRPr lang="ja-JP" altLang="en-US" sz="4800" b="1" dirty="0">
              <a:latin typeface="UD Digi Kyokasho N" panose="02020400000000000000" pitchFamily="17" charset="-128"/>
              <a:ea typeface="UD Digi Kyokasho N" panose="02020400000000000000" pitchFamily="17" charset="-128"/>
              <a:sym typeface="+mn-ea"/>
            </a:endParaRPr>
          </a:p>
          <a:p>
            <a:r>
              <a:rPr lang="ja-JP" altLang="en-US" sz="4800" b="1" dirty="0">
                <a:latin typeface="UD Digi Kyokasho N" panose="02020400000000000000" pitchFamily="17" charset="-128"/>
                <a:ea typeface="UD Digi Kyokasho N" panose="02020400000000000000" pitchFamily="17" charset="-128"/>
                <a:sym typeface="+mn-ea"/>
              </a:rPr>
              <a:t>ピョ　→</a:t>
            </a:r>
            <a:r>
              <a:rPr lang="en-US" altLang="ja-JP" sz="4800" b="1" dirty="0">
                <a:latin typeface="UD Digi Kyokasho N" panose="02020400000000000000" pitchFamily="17" charset="-128"/>
                <a:ea typeface="UD Digi Kyokasho N" panose="02020400000000000000" pitchFamily="17" charset="-128"/>
                <a:sym typeface="+mn-ea"/>
              </a:rPr>
              <a:t> PYO</a:t>
            </a:r>
            <a:endParaRPr lang="ja-JP" altLang="en-US" sz="48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endParaRPr lang="ja-JP" altLang="en-US" sz="48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endParaRPr lang="en-US" altLang="ja-JP" sz="4800" b="1" dirty="0">
              <a:solidFill>
                <a:srgbClr val="FF000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10301154" y="340365"/>
            <a:ext cx="0" cy="5918016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/>
          <p:cNvSpPr/>
          <p:nvPr/>
        </p:nvSpPr>
        <p:spPr>
          <a:xfrm>
            <a:off x="308472" y="340365"/>
            <a:ext cx="2307406" cy="651154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SO‘ZLAR</a:t>
            </a:r>
            <a:endParaRPr lang="en-US" sz="40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146175" y="1536065"/>
            <a:ext cx="280416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ピャット</a:t>
            </a:r>
            <a:endParaRPr lang="ja-JP" altLang="en-US" sz="44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89930" y="1533235"/>
            <a:ext cx="2478116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44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409" y="2607895"/>
            <a:ext cx="3469832" cy="261538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705" y="2607945"/>
            <a:ext cx="2321560" cy="304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45415" y="0"/>
            <a:ext cx="12192000" cy="684580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5579" y="409767"/>
            <a:ext cx="1576803" cy="1551755"/>
          </a:xfrm>
          <a:prstGeom prst="rect">
            <a:avLst/>
          </a:prstGeom>
        </p:spPr>
      </p:pic>
      <p:sp>
        <p:nvSpPr>
          <p:cNvPr id="6" name="Rectangle: Rounded Corners 7"/>
          <p:cNvSpPr/>
          <p:nvPr/>
        </p:nvSpPr>
        <p:spPr>
          <a:xfrm>
            <a:off x="297487" y="365787"/>
            <a:ext cx="2987974" cy="944381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" altLang="en-US" sz="4000" b="1" dirty="0">
                <a:ea typeface="UD Digi Kyokasho N" panose="02020400000000000000" pitchFamily="17" charset="-128"/>
              </a:rPr>
              <a:t>KATAKANA</a:t>
            </a:r>
            <a:endParaRPr lang="" altLang="en-US" sz="4000" b="1" dirty="0">
              <a:ea typeface="UD Digi Kyokasho N" panose="02020400000000000000" pitchFamily="17" charset="-128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rcRect l="8458"/>
          <a:stretch>
            <a:fillRect/>
          </a:stretch>
        </p:blipFill>
        <p:spPr>
          <a:xfrm>
            <a:off x="9959256" y="3429000"/>
            <a:ext cx="1827652" cy="26528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TextBox 15"/>
          <p:cNvSpPr txBox="1"/>
          <p:nvPr/>
        </p:nvSpPr>
        <p:spPr>
          <a:xfrm>
            <a:off x="259715" y="1964690"/>
            <a:ext cx="5472430" cy="42932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ja-JP" sz="36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リャ　</a:t>
            </a:r>
            <a:r>
              <a:rPr lang="ja-JP" altLang="en-US" sz="3600" b="1" dirty="0">
                <a:latin typeface="UD Digi Kyokasho N" panose="02020400000000000000" pitchFamily="17" charset="-128"/>
                <a:ea typeface="UD Digi Kyokasho N" panose="02020400000000000000" pitchFamily="17" charset="-128"/>
                <a:sym typeface="+mn-ea"/>
              </a:rPr>
              <a:t>→　</a:t>
            </a:r>
            <a:r>
              <a:rPr lang="en-US" altLang="ja-JP" sz="3600" b="1" dirty="0">
                <a:latin typeface="UD Digi Kyokasho N" panose="02020400000000000000" pitchFamily="17" charset="-128"/>
                <a:ea typeface="UD Digi Kyokasho N" panose="02020400000000000000" pitchFamily="17" charset="-128"/>
                <a:sym typeface="+mn-ea"/>
              </a:rPr>
              <a:t>RYA </a:t>
            </a:r>
            <a:endParaRPr lang="en-US" altLang="ja-JP" sz="3600" b="1" dirty="0">
              <a:latin typeface="UD Digi Kyokasho N" panose="02020400000000000000" pitchFamily="17" charset="-128"/>
              <a:ea typeface="UD Digi Kyokasho N" panose="02020400000000000000" pitchFamily="17" charset="-128"/>
              <a:sym typeface="+mn-ea"/>
            </a:endParaRPr>
          </a:p>
          <a:p>
            <a:endParaRPr lang="en-US" altLang="ja-JP" sz="3600" b="1" dirty="0">
              <a:latin typeface="UD Digi Kyokasho N" panose="02020400000000000000" pitchFamily="17" charset="-128"/>
              <a:ea typeface="UD Digi Kyokasho N" panose="02020400000000000000" pitchFamily="17" charset="-128"/>
              <a:sym typeface="+mn-ea"/>
            </a:endParaRPr>
          </a:p>
          <a:p>
            <a:r>
              <a:rPr lang="ja-JP" altLang="en-US" sz="3600" b="1" dirty="0">
                <a:latin typeface="UD Digi Kyokasho N" panose="02020400000000000000" pitchFamily="17" charset="-128"/>
                <a:ea typeface="UD Digi Kyokasho N" panose="02020400000000000000" pitchFamily="17" charset="-128"/>
                <a:sym typeface="+mn-ea"/>
              </a:rPr>
              <a:t>リュ</a:t>
            </a:r>
            <a:r>
              <a:rPr lang="ja-JP" sz="36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ja-JP" altLang="en-US" sz="3600" b="1" dirty="0">
                <a:latin typeface="UD Digi Kyokasho N" panose="02020400000000000000" pitchFamily="17" charset="-128"/>
                <a:ea typeface="UD Digi Kyokasho N" panose="02020400000000000000" pitchFamily="17" charset="-128"/>
                <a:sym typeface="+mn-ea"/>
              </a:rPr>
              <a:t>→</a:t>
            </a:r>
            <a:r>
              <a:rPr lang="en-US" altLang="ja-JP" sz="3600" b="1" dirty="0">
                <a:latin typeface="UD Digi Kyokasho N" panose="02020400000000000000" pitchFamily="17" charset="-128"/>
                <a:ea typeface="UD Digi Kyokasho N" panose="02020400000000000000" pitchFamily="17" charset="-128"/>
                <a:sym typeface="+mn-ea"/>
              </a:rPr>
              <a:t> RYU</a:t>
            </a:r>
            <a:endParaRPr lang="en-US" altLang="ja-JP" sz="3600" b="1" dirty="0">
              <a:latin typeface="UD Digi Kyokasho N" panose="02020400000000000000" pitchFamily="17" charset="-128"/>
              <a:ea typeface="UD Digi Kyokasho N" panose="02020400000000000000" pitchFamily="17" charset="-128"/>
              <a:sym typeface="+mn-ea"/>
            </a:endParaRPr>
          </a:p>
          <a:p>
            <a:endParaRPr lang="ja-JP" sz="36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sz="36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リョ　</a:t>
            </a:r>
            <a:r>
              <a:rPr lang="ja-JP" altLang="en-US" sz="3600" b="1" dirty="0">
                <a:latin typeface="UD Digi Kyokasho N" panose="02020400000000000000" pitchFamily="17" charset="-128"/>
                <a:ea typeface="UD Digi Kyokasho N" panose="02020400000000000000" pitchFamily="17" charset="-128"/>
                <a:sym typeface="+mn-ea"/>
              </a:rPr>
              <a:t>→</a:t>
            </a:r>
            <a:r>
              <a:rPr lang="en-US" altLang="ja-JP" sz="3600" b="1" dirty="0">
                <a:latin typeface="UD Digi Kyokasho N" panose="02020400000000000000" pitchFamily="17" charset="-128"/>
                <a:ea typeface="UD Digi Kyokasho N" panose="02020400000000000000" pitchFamily="17" charset="-128"/>
                <a:sym typeface="+mn-ea"/>
              </a:rPr>
              <a:t> RYO</a:t>
            </a:r>
            <a:endParaRPr lang="ja-JP" sz="36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6520"/>
            <a:ext cx="12192000" cy="6857999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10301154" y="340365"/>
            <a:ext cx="0" cy="5918016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/>
          <p:cNvSpPr/>
          <p:nvPr/>
        </p:nvSpPr>
        <p:spPr>
          <a:xfrm>
            <a:off x="308472" y="340365"/>
            <a:ext cx="2307406" cy="651154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SO‘ZLAR</a:t>
            </a:r>
            <a:endParaRPr lang="en-US" sz="40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231265" y="1427480"/>
            <a:ext cx="2395220" cy="11195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ja-JP" altLang="en-US" sz="4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リャマ</a:t>
            </a:r>
            <a:endParaRPr lang="ja-JP" altLang="en-US" sz="44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231640" y="1427480"/>
            <a:ext cx="2645410" cy="7226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ja-JP" altLang="en-US" sz="4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リョウ</a:t>
            </a:r>
            <a:endParaRPr lang="ja-JP" altLang="en-US" sz="44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60260" y="1427480"/>
            <a:ext cx="2857500" cy="17964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ja-JP" altLang="en-US" sz="4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リョカン</a:t>
            </a:r>
            <a:endParaRPr lang="ja-JP" altLang="en-US" sz="44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850" y="2590165"/>
            <a:ext cx="2990215" cy="323215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2985" y="2547620"/>
            <a:ext cx="3094990" cy="327469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7050" y="2646680"/>
            <a:ext cx="3204210" cy="31330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4580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5579" y="409767"/>
            <a:ext cx="1576803" cy="1551755"/>
          </a:xfrm>
          <a:prstGeom prst="rect">
            <a:avLst/>
          </a:prstGeom>
        </p:spPr>
      </p:pic>
      <p:sp>
        <p:nvSpPr>
          <p:cNvPr id="7" name="Rectangle: Rounded Corners 8"/>
          <p:cNvSpPr/>
          <p:nvPr/>
        </p:nvSpPr>
        <p:spPr>
          <a:xfrm>
            <a:off x="2646573" y="1769177"/>
            <a:ext cx="6277079" cy="2205604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5000" b="1" dirty="0">
                <a:ea typeface="UD Digi Kyokasho N" panose="02020400000000000000" pitchFamily="17" charset="-128"/>
              </a:rPr>
              <a:t>NIHONGO NO MICHI</a:t>
            </a:r>
            <a:endParaRPr lang="en-US" altLang="ja-JP" sz="5000" b="1" dirty="0">
              <a:ea typeface="UD Digi Kyokasho N" panose="02020400000000000000" pitchFamily="17" charset="-128"/>
            </a:endParaRPr>
          </a:p>
          <a:p>
            <a:pPr algn="ctr"/>
            <a:r>
              <a:rPr lang="ja-JP" altLang="en-US" sz="5000" b="1" dirty="0">
                <a:solidFill>
                  <a:schemeClr val="tx1"/>
                </a:solidFill>
                <a:ea typeface="UD Digi Kyokasho N" panose="02020400000000000000" pitchFamily="17" charset="-128"/>
              </a:rPr>
              <a:t>日本語の道</a:t>
            </a:r>
            <a:endParaRPr lang="ru-RU" altLang="ja-JP" sz="3600" b="1" dirty="0">
              <a:solidFill>
                <a:schemeClr val="tx1"/>
              </a:solidFill>
              <a:ea typeface="UD Digi Kyokasho N" panose="02020400000000000000" pitchFamily="17" charset="-128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1969" y="4634310"/>
            <a:ext cx="972260" cy="128102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159" y="4242130"/>
            <a:ext cx="1246468" cy="187460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7969" y="4242130"/>
            <a:ext cx="1299070" cy="18746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311</Words>
  <Application>WPS Presentation</Application>
  <PresentationFormat>Widescreen</PresentationFormat>
  <Paragraphs>73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SimSun</vt:lpstr>
      <vt:lpstr>Wingdings</vt:lpstr>
      <vt:lpstr>UD Digi Kyokasho N</vt:lpstr>
      <vt:lpstr>Calibri Light</vt:lpstr>
      <vt:lpstr>Calibri</vt:lpstr>
      <vt:lpstr>Microsoft YaHei</vt:lpstr>
      <vt:lpstr>Arial Unicode MS</vt:lpstr>
      <vt:lpstr>Yu Gothic</vt:lpstr>
      <vt:lpstr>Тема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shaxboz2027@gmail.com</dc:creator>
  <cp:lastModifiedBy>HUAWEI</cp:lastModifiedBy>
  <cp:revision>17</cp:revision>
  <dcterms:created xsi:type="dcterms:W3CDTF">2026-01-28T00:18:00Z</dcterms:created>
  <dcterms:modified xsi:type="dcterms:W3CDTF">2026-02-18T07:34:08Z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BC3101A1B51D45AD94FD342A9C0FE284_13</vt:lpwstr>
  </property>
  <property fmtid="{D5CDD505-2E9C-101B-9397-08002B2CF9AE}" pid="3" name="KSOProductBuildVer">
    <vt:lpwstr>1033-12.9.0.21549</vt:lpwstr>
  </property>
</Properties>
</file>