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78" r:id="rId4"/>
    <p:sldId id="281" r:id="rId5"/>
    <p:sldId id="273" r:id="rId6"/>
    <p:sldId id="279" r:id="rId7"/>
    <p:sldId id="282" r:id="rId8"/>
    <p:sldId id="283" r:id="rId9"/>
    <p:sldId id="280" r:id="rId10"/>
    <p:sldId id="284" r:id="rId11"/>
    <p:sldId id="285" r:id="rId12"/>
    <p:sldId id="287" r:id="rId13"/>
    <p:sldId id="277" r:id="rId14"/>
    <p:sldId id="286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9482"/>
    <a:srgbClr val="FFFF66"/>
    <a:srgbClr val="FF9966"/>
    <a:srgbClr val="70AD47"/>
    <a:srgbClr val="F6C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type="parTrans" cxnId="{46D65CF8-BFBF-4F5B-94DB-A236E7EDD4A1}">
      <dgm:prSet/>
      <dgm:spPr/>
      <dgm:t>
        <a:bodyPr/>
        <a:lstStyle/>
        <a:p>
          <a:endParaRPr lang="ru-RU"/>
        </a:p>
      </dgm:t>
    </dgm:pt>
    <dgm:pt modelId="{09E67D74-5AF3-4A35-A8D8-589373171C3C}" type="sibTrans" cxnId="{46D65CF8-BFBF-4F5B-94DB-A236E7EDD4A1}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type="parTrans" cxnId="{6227C500-95A8-419E-9B11-F204D8644E27}">
      <dgm:prSet/>
      <dgm:spPr/>
      <dgm:t>
        <a:bodyPr/>
        <a:lstStyle/>
        <a:p>
          <a:endParaRPr lang="ru-RU"/>
        </a:p>
      </dgm:t>
    </dgm:pt>
    <dgm:pt modelId="{89129D73-EFE3-4249-A7D6-E7F251F7FDBD}" type="sibTrans" cxnId="{6227C500-95A8-419E-9B11-F204D8644E27}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type="parTrans" cxnId="{D021D65C-8A52-4D03-BEDA-0080E8654474}">
      <dgm:prSet/>
      <dgm:spPr/>
      <dgm:t>
        <a:bodyPr/>
        <a:lstStyle/>
        <a:p>
          <a:endParaRPr lang="ru-RU"/>
        </a:p>
      </dgm:t>
    </dgm:pt>
    <dgm:pt modelId="{4995D1B3-8431-4174-AE06-31AFFCABAA59}" type="sibTrans" cxnId="{D021D65C-8A52-4D03-BEDA-0080E8654474}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7544325D-FFD7-4D3C-9FCC-F60F3AC63E4B}" type="presOf" srcId="{5037A2AE-E2D8-43A9-A173-A4EFC55D5126}" destId="{ED715189-FFC5-4A9D-844A-C5D7CECCC1F7}" srcOrd="1" destOrd="0" presId="urn:microsoft.com/office/officeart/2005/8/layout/list1"/>
    <dgm:cxn modelId="{4F02D266-ED6F-488B-9A17-55DAAD6E4413}" type="presOf" srcId="{DA26B7A0-DDDA-4AE9-B154-2312908A21F4}" destId="{5842CC0C-2640-4026-8FFF-34A37A35D9D2}" srcOrd="1" destOrd="0" presId="urn:microsoft.com/office/officeart/2005/8/layout/list1"/>
    <dgm:cxn modelId="{52F9F250-08E1-462E-8142-00A6A4C56D1E}" type="presOf" srcId="{82045F8E-7B49-4C3F-9C34-3B4A75A0895B}" destId="{0A5C6528-5ECF-46AF-A0ED-6D8EE22CC2A4}" srcOrd="1" destOrd="0" presId="urn:microsoft.com/office/officeart/2005/8/layout/list1"/>
    <dgm:cxn modelId="{25BC858B-EE40-491D-B027-9D51CABD16A1}" type="presOf" srcId="{1EA9F3CA-2769-4AFA-94EB-287201B9F2C3}" destId="{CC914FA3-1A11-44F7-8F56-9CED9DBD2856}" srcOrd="0" destOrd="0" presId="urn:microsoft.com/office/officeart/2005/8/layout/list1"/>
    <dgm:cxn modelId="{CF738C8D-E7A8-49B6-AE4E-D1463CDE6995}" type="presOf" srcId="{5037A2AE-E2D8-43A9-A173-A4EFC55D5126}" destId="{18241D02-CA49-43F0-BCA2-28090FD813DA}" srcOrd="0" destOrd="0" presId="urn:microsoft.com/office/officeart/2005/8/layout/list1"/>
    <dgm:cxn modelId="{6A0820B5-7451-4E4A-9D70-2A5F71EB42B8}" type="presOf" srcId="{DA26B7A0-DDDA-4AE9-B154-2312908A21F4}" destId="{C9B15F00-44E9-4B41-9ED1-B5730B7449B3}" srcOrd="0" destOrd="0" presId="urn:microsoft.com/office/officeart/2005/8/layout/list1"/>
    <dgm:cxn modelId="{BC667EDD-651C-414C-A685-4119971ED0A1}" type="presOf" srcId="{82045F8E-7B49-4C3F-9C34-3B4A75A0895B}" destId="{A24B50FB-FE54-4FFA-B4BC-A6E766369AC3}" srcOrd="0" destOrd="0" presId="urn:microsoft.com/office/officeart/2005/8/layout/list1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6D3A314C-0223-4FB0-8F84-B7143452EB0C}" type="presParOf" srcId="{CC914FA3-1A11-44F7-8F56-9CED9DBD2856}" destId="{3464CC5B-A93A-4BA5-9ACF-B6E41E37FC8C}" srcOrd="0" destOrd="0" presId="urn:microsoft.com/office/officeart/2005/8/layout/list1"/>
    <dgm:cxn modelId="{E5ECC63A-8C42-43C8-9871-AC6EA678E213}" type="presParOf" srcId="{3464CC5B-A93A-4BA5-9ACF-B6E41E37FC8C}" destId="{18241D02-CA49-43F0-BCA2-28090FD813DA}" srcOrd="0" destOrd="0" presId="urn:microsoft.com/office/officeart/2005/8/layout/list1"/>
    <dgm:cxn modelId="{4AFDEB6A-F902-4520-AFF7-4CB06299C7E7}" type="presParOf" srcId="{3464CC5B-A93A-4BA5-9ACF-B6E41E37FC8C}" destId="{ED715189-FFC5-4A9D-844A-C5D7CECCC1F7}" srcOrd="1" destOrd="0" presId="urn:microsoft.com/office/officeart/2005/8/layout/list1"/>
    <dgm:cxn modelId="{33056C38-9185-4396-A893-ADBA51168C26}" type="presParOf" srcId="{CC914FA3-1A11-44F7-8F56-9CED9DBD2856}" destId="{F9075B03-AA80-4CFC-B8BA-25FD9CD862F1}" srcOrd="1" destOrd="0" presId="urn:microsoft.com/office/officeart/2005/8/layout/list1"/>
    <dgm:cxn modelId="{5880F821-5273-485C-AE40-A028C7BD2060}" type="presParOf" srcId="{CC914FA3-1A11-44F7-8F56-9CED9DBD2856}" destId="{9C2CAF39-3E3F-4773-BB42-DF0631F2779D}" srcOrd="2" destOrd="0" presId="urn:microsoft.com/office/officeart/2005/8/layout/list1"/>
    <dgm:cxn modelId="{AAD1C1AA-89B1-4538-8594-6A12B4BFECBD}" type="presParOf" srcId="{CC914FA3-1A11-44F7-8F56-9CED9DBD2856}" destId="{88F18172-B8FE-40AE-A05B-18C20735A8D3}" srcOrd="3" destOrd="0" presId="urn:microsoft.com/office/officeart/2005/8/layout/list1"/>
    <dgm:cxn modelId="{7CE507B2-08A0-4BBD-9587-95B086E254A3}" type="presParOf" srcId="{CC914FA3-1A11-44F7-8F56-9CED9DBD2856}" destId="{A1895881-E0D2-4A83-8948-91D3003B9F62}" srcOrd="4" destOrd="0" presId="urn:microsoft.com/office/officeart/2005/8/layout/list1"/>
    <dgm:cxn modelId="{6F8758F7-7855-48A2-8C3F-D1E29EDF0713}" type="presParOf" srcId="{A1895881-E0D2-4A83-8948-91D3003B9F62}" destId="{C9B15F00-44E9-4B41-9ED1-B5730B7449B3}" srcOrd="0" destOrd="0" presId="urn:microsoft.com/office/officeart/2005/8/layout/list1"/>
    <dgm:cxn modelId="{27420123-7D73-4E7F-878C-337E1F321529}" type="presParOf" srcId="{A1895881-E0D2-4A83-8948-91D3003B9F62}" destId="{5842CC0C-2640-4026-8FFF-34A37A35D9D2}" srcOrd="1" destOrd="0" presId="urn:microsoft.com/office/officeart/2005/8/layout/list1"/>
    <dgm:cxn modelId="{C6C43FE4-A294-40EB-95B7-E0621BE073D7}" type="presParOf" srcId="{CC914FA3-1A11-44F7-8F56-9CED9DBD2856}" destId="{D1E10EAD-BFA2-4DB8-AF00-32F9B9610466}" srcOrd="5" destOrd="0" presId="urn:microsoft.com/office/officeart/2005/8/layout/list1"/>
    <dgm:cxn modelId="{6D80595B-FEEB-4196-8B9F-AD567830AF1D}" type="presParOf" srcId="{CC914FA3-1A11-44F7-8F56-9CED9DBD2856}" destId="{382B28C7-6C81-4202-A2DF-7AD2DEF069E7}" srcOrd="6" destOrd="0" presId="urn:microsoft.com/office/officeart/2005/8/layout/list1"/>
    <dgm:cxn modelId="{39B626AA-E656-44D3-B74E-3E60F1DA9941}" type="presParOf" srcId="{CC914FA3-1A11-44F7-8F56-9CED9DBD2856}" destId="{71420350-8FB8-4978-BBCA-79DE85BF616A}" srcOrd="7" destOrd="0" presId="urn:microsoft.com/office/officeart/2005/8/layout/list1"/>
    <dgm:cxn modelId="{11D8B5C5-800B-4E61-BB5B-7AFE0057E68A}" type="presParOf" srcId="{CC914FA3-1A11-44F7-8F56-9CED9DBD2856}" destId="{202BD818-9BD1-482A-B6AB-F2076AA17C56}" srcOrd="8" destOrd="0" presId="urn:microsoft.com/office/officeart/2005/8/layout/list1"/>
    <dgm:cxn modelId="{6EA45172-AD43-44E8-BF24-FDEED0ACE355}" type="presParOf" srcId="{202BD818-9BD1-482A-B6AB-F2076AA17C56}" destId="{A24B50FB-FE54-4FFA-B4BC-A6E766369AC3}" srcOrd="0" destOrd="0" presId="urn:microsoft.com/office/officeart/2005/8/layout/list1"/>
    <dgm:cxn modelId="{4A20E814-3490-4AC1-9C11-299506B74949}" type="presParOf" srcId="{202BD818-9BD1-482A-B6AB-F2076AA17C56}" destId="{0A5C6528-5ECF-46AF-A0ED-6D8EE22CC2A4}" srcOrd="1" destOrd="0" presId="urn:microsoft.com/office/officeart/2005/8/layout/list1"/>
    <dgm:cxn modelId="{4170CC49-1971-4F23-AC7A-DC4F30E0C5EC}" type="presParOf" srcId="{CC914FA3-1A11-44F7-8F56-9CED9DBD2856}" destId="{8D979E40-6E6A-4462-B542-0A3152F07A68}" srcOrd="9" destOrd="0" presId="urn:microsoft.com/office/officeart/2005/8/layout/list1"/>
    <dgm:cxn modelId="{4AE5F698-B82E-44DA-86F3-5FD32FA2FE93}" type="presParOf" srcId="{CC914FA3-1A11-44F7-8F56-9CED9DBD2856}" destId="{2A726C37-0BFA-42F9-9C9E-E99B2341DAA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type="parTrans" cxnId="{46D65CF8-BFBF-4F5B-94DB-A236E7EDD4A1}">
      <dgm:prSet/>
      <dgm:spPr/>
      <dgm:t>
        <a:bodyPr/>
        <a:lstStyle/>
        <a:p>
          <a:endParaRPr lang="ru-RU"/>
        </a:p>
      </dgm:t>
    </dgm:pt>
    <dgm:pt modelId="{09E67D74-5AF3-4A35-A8D8-589373171C3C}" type="sibTrans" cxnId="{46D65CF8-BFBF-4F5B-94DB-A236E7EDD4A1}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type="parTrans" cxnId="{6227C500-95A8-419E-9B11-F204D8644E27}">
      <dgm:prSet/>
      <dgm:spPr/>
      <dgm:t>
        <a:bodyPr/>
        <a:lstStyle/>
        <a:p>
          <a:endParaRPr lang="ru-RU"/>
        </a:p>
      </dgm:t>
    </dgm:pt>
    <dgm:pt modelId="{89129D73-EFE3-4249-A7D6-E7F251F7FDBD}" type="sibTrans" cxnId="{6227C500-95A8-419E-9B11-F204D8644E27}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type="parTrans" cxnId="{D021D65C-8A52-4D03-BEDA-0080E8654474}">
      <dgm:prSet/>
      <dgm:spPr/>
      <dgm:t>
        <a:bodyPr/>
        <a:lstStyle/>
        <a:p>
          <a:endParaRPr lang="ru-RU"/>
        </a:p>
      </dgm:t>
    </dgm:pt>
    <dgm:pt modelId="{4995D1B3-8431-4174-AE06-31AFFCABAA59}" type="sibTrans" cxnId="{D021D65C-8A52-4D03-BEDA-0080E8654474}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7544325D-FFD7-4D3C-9FCC-F60F3AC63E4B}" type="presOf" srcId="{5037A2AE-E2D8-43A9-A173-A4EFC55D5126}" destId="{ED715189-FFC5-4A9D-844A-C5D7CECCC1F7}" srcOrd="1" destOrd="0" presId="urn:microsoft.com/office/officeart/2005/8/layout/list1"/>
    <dgm:cxn modelId="{4F02D266-ED6F-488B-9A17-55DAAD6E4413}" type="presOf" srcId="{DA26B7A0-DDDA-4AE9-B154-2312908A21F4}" destId="{5842CC0C-2640-4026-8FFF-34A37A35D9D2}" srcOrd="1" destOrd="0" presId="urn:microsoft.com/office/officeart/2005/8/layout/list1"/>
    <dgm:cxn modelId="{52F9F250-08E1-462E-8142-00A6A4C56D1E}" type="presOf" srcId="{82045F8E-7B49-4C3F-9C34-3B4A75A0895B}" destId="{0A5C6528-5ECF-46AF-A0ED-6D8EE22CC2A4}" srcOrd="1" destOrd="0" presId="urn:microsoft.com/office/officeart/2005/8/layout/list1"/>
    <dgm:cxn modelId="{25BC858B-EE40-491D-B027-9D51CABD16A1}" type="presOf" srcId="{1EA9F3CA-2769-4AFA-94EB-287201B9F2C3}" destId="{CC914FA3-1A11-44F7-8F56-9CED9DBD2856}" srcOrd="0" destOrd="0" presId="urn:microsoft.com/office/officeart/2005/8/layout/list1"/>
    <dgm:cxn modelId="{CF738C8D-E7A8-49B6-AE4E-D1463CDE6995}" type="presOf" srcId="{5037A2AE-E2D8-43A9-A173-A4EFC55D5126}" destId="{18241D02-CA49-43F0-BCA2-28090FD813DA}" srcOrd="0" destOrd="0" presId="urn:microsoft.com/office/officeart/2005/8/layout/list1"/>
    <dgm:cxn modelId="{6A0820B5-7451-4E4A-9D70-2A5F71EB42B8}" type="presOf" srcId="{DA26B7A0-DDDA-4AE9-B154-2312908A21F4}" destId="{C9B15F00-44E9-4B41-9ED1-B5730B7449B3}" srcOrd="0" destOrd="0" presId="urn:microsoft.com/office/officeart/2005/8/layout/list1"/>
    <dgm:cxn modelId="{BC667EDD-651C-414C-A685-4119971ED0A1}" type="presOf" srcId="{82045F8E-7B49-4C3F-9C34-3B4A75A0895B}" destId="{A24B50FB-FE54-4FFA-B4BC-A6E766369AC3}" srcOrd="0" destOrd="0" presId="urn:microsoft.com/office/officeart/2005/8/layout/list1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6D3A314C-0223-4FB0-8F84-B7143452EB0C}" type="presParOf" srcId="{CC914FA3-1A11-44F7-8F56-9CED9DBD2856}" destId="{3464CC5B-A93A-4BA5-9ACF-B6E41E37FC8C}" srcOrd="0" destOrd="0" presId="urn:microsoft.com/office/officeart/2005/8/layout/list1"/>
    <dgm:cxn modelId="{E5ECC63A-8C42-43C8-9871-AC6EA678E213}" type="presParOf" srcId="{3464CC5B-A93A-4BA5-9ACF-B6E41E37FC8C}" destId="{18241D02-CA49-43F0-BCA2-28090FD813DA}" srcOrd="0" destOrd="0" presId="urn:microsoft.com/office/officeart/2005/8/layout/list1"/>
    <dgm:cxn modelId="{4AFDEB6A-F902-4520-AFF7-4CB06299C7E7}" type="presParOf" srcId="{3464CC5B-A93A-4BA5-9ACF-B6E41E37FC8C}" destId="{ED715189-FFC5-4A9D-844A-C5D7CECCC1F7}" srcOrd="1" destOrd="0" presId="urn:microsoft.com/office/officeart/2005/8/layout/list1"/>
    <dgm:cxn modelId="{33056C38-9185-4396-A893-ADBA51168C26}" type="presParOf" srcId="{CC914FA3-1A11-44F7-8F56-9CED9DBD2856}" destId="{F9075B03-AA80-4CFC-B8BA-25FD9CD862F1}" srcOrd="1" destOrd="0" presId="urn:microsoft.com/office/officeart/2005/8/layout/list1"/>
    <dgm:cxn modelId="{5880F821-5273-485C-AE40-A028C7BD2060}" type="presParOf" srcId="{CC914FA3-1A11-44F7-8F56-9CED9DBD2856}" destId="{9C2CAF39-3E3F-4773-BB42-DF0631F2779D}" srcOrd="2" destOrd="0" presId="urn:microsoft.com/office/officeart/2005/8/layout/list1"/>
    <dgm:cxn modelId="{AAD1C1AA-89B1-4538-8594-6A12B4BFECBD}" type="presParOf" srcId="{CC914FA3-1A11-44F7-8F56-9CED9DBD2856}" destId="{88F18172-B8FE-40AE-A05B-18C20735A8D3}" srcOrd="3" destOrd="0" presId="urn:microsoft.com/office/officeart/2005/8/layout/list1"/>
    <dgm:cxn modelId="{7CE507B2-08A0-4BBD-9587-95B086E254A3}" type="presParOf" srcId="{CC914FA3-1A11-44F7-8F56-9CED9DBD2856}" destId="{A1895881-E0D2-4A83-8948-91D3003B9F62}" srcOrd="4" destOrd="0" presId="urn:microsoft.com/office/officeart/2005/8/layout/list1"/>
    <dgm:cxn modelId="{6F8758F7-7855-48A2-8C3F-D1E29EDF0713}" type="presParOf" srcId="{A1895881-E0D2-4A83-8948-91D3003B9F62}" destId="{C9B15F00-44E9-4B41-9ED1-B5730B7449B3}" srcOrd="0" destOrd="0" presId="urn:microsoft.com/office/officeart/2005/8/layout/list1"/>
    <dgm:cxn modelId="{27420123-7D73-4E7F-878C-337E1F321529}" type="presParOf" srcId="{A1895881-E0D2-4A83-8948-91D3003B9F62}" destId="{5842CC0C-2640-4026-8FFF-34A37A35D9D2}" srcOrd="1" destOrd="0" presId="urn:microsoft.com/office/officeart/2005/8/layout/list1"/>
    <dgm:cxn modelId="{C6C43FE4-A294-40EB-95B7-E0621BE073D7}" type="presParOf" srcId="{CC914FA3-1A11-44F7-8F56-9CED9DBD2856}" destId="{D1E10EAD-BFA2-4DB8-AF00-32F9B9610466}" srcOrd="5" destOrd="0" presId="urn:microsoft.com/office/officeart/2005/8/layout/list1"/>
    <dgm:cxn modelId="{6D80595B-FEEB-4196-8B9F-AD567830AF1D}" type="presParOf" srcId="{CC914FA3-1A11-44F7-8F56-9CED9DBD2856}" destId="{382B28C7-6C81-4202-A2DF-7AD2DEF069E7}" srcOrd="6" destOrd="0" presId="urn:microsoft.com/office/officeart/2005/8/layout/list1"/>
    <dgm:cxn modelId="{39B626AA-E656-44D3-B74E-3E60F1DA9941}" type="presParOf" srcId="{CC914FA3-1A11-44F7-8F56-9CED9DBD2856}" destId="{71420350-8FB8-4978-BBCA-79DE85BF616A}" srcOrd="7" destOrd="0" presId="urn:microsoft.com/office/officeart/2005/8/layout/list1"/>
    <dgm:cxn modelId="{11D8B5C5-800B-4E61-BB5B-7AFE0057E68A}" type="presParOf" srcId="{CC914FA3-1A11-44F7-8F56-9CED9DBD2856}" destId="{202BD818-9BD1-482A-B6AB-F2076AA17C56}" srcOrd="8" destOrd="0" presId="urn:microsoft.com/office/officeart/2005/8/layout/list1"/>
    <dgm:cxn modelId="{6EA45172-AD43-44E8-BF24-FDEED0ACE355}" type="presParOf" srcId="{202BD818-9BD1-482A-B6AB-F2076AA17C56}" destId="{A24B50FB-FE54-4FFA-B4BC-A6E766369AC3}" srcOrd="0" destOrd="0" presId="urn:microsoft.com/office/officeart/2005/8/layout/list1"/>
    <dgm:cxn modelId="{4A20E814-3490-4AC1-9C11-299506B74949}" type="presParOf" srcId="{202BD818-9BD1-482A-B6AB-F2076AA17C56}" destId="{0A5C6528-5ECF-46AF-A0ED-6D8EE22CC2A4}" srcOrd="1" destOrd="0" presId="urn:microsoft.com/office/officeart/2005/8/layout/list1"/>
    <dgm:cxn modelId="{4170CC49-1971-4F23-AC7A-DC4F30E0C5EC}" type="presParOf" srcId="{CC914FA3-1A11-44F7-8F56-9CED9DBD2856}" destId="{8D979E40-6E6A-4462-B542-0A3152F07A68}" srcOrd="9" destOrd="0" presId="urn:microsoft.com/office/officeart/2005/8/layout/list1"/>
    <dgm:cxn modelId="{4AE5F698-B82E-44DA-86F3-5FD32FA2FE93}" type="presParOf" srcId="{CC914FA3-1A11-44F7-8F56-9CED9DBD2856}" destId="{2A726C37-0BFA-42F9-9C9E-E99B2341DAA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type="parTrans" cxnId="{46D65CF8-BFBF-4F5B-94DB-A236E7EDD4A1}">
      <dgm:prSet/>
      <dgm:spPr/>
      <dgm:t>
        <a:bodyPr/>
        <a:lstStyle/>
        <a:p>
          <a:endParaRPr lang="ru-RU"/>
        </a:p>
      </dgm:t>
    </dgm:pt>
    <dgm:pt modelId="{09E67D74-5AF3-4A35-A8D8-589373171C3C}" type="sibTrans" cxnId="{46D65CF8-BFBF-4F5B-94DB-A236E7EDD4A1}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type="parTrans" cxnId="{6227C500-95A8-419E-9B11-F204D8644E27}">
      <dgm:prSet/>
      <dgm:spPr/>
      <dgm:t>
        <a:bodyPr/>
        <a:lstStyle/>
        <a:p>
          <a:endParaRPr lang="ru-RU"/>
        </a:p>
      </dgm:t>
    </dgm:pt>
    <dgm:pt modelId="{89129D73-EFE3-4249-A7D6-E7F251F7FDBD}" type="sibTrans" cxnId="{6227C500-95A8-419E-9B11-F204D8644E27}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type="parTrans" cxnId="{D021D65C-8A52-4D03-BEDA-0080E8654474}">
      <dgm:prSet/>
      <dgm:spPr/>
      <dgm:t>
        <a:bodyPr/>
        <a:lstStyle/>
        <a:p>
          <a:endParaRPr lang="ru-RU"/>
        </a:p>
      </dgm:t>
    </dgm:pt>
    <dgm:pt modelId="{4995D1B3-8431-4174-AE06-31AFFCABAA59}" type="sibTrans" cxnId="{D021D65C-8A52-4D03-BEDA-0080E8654474}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7544325D-FFD7-4D3C-9FCC-F60F3AC63E4B}" type="presOf" srcId="{5037A2AE-E2D8-43A9-A173-A4EFC55D5126}" destId="{ED715189-FFC5-4A9D-844A-C5D7CECCC1F7}" srcOrd="1" destOrd="0" presId="urn:microsoft.com/office/officeart/2005/8/layout/list1"/>
    <dgm:cxn modelId="{4F02D266-ED6F-488B-9A17-55DAAD6E4413}" type="presOf" srcId="{DA26B7A0-DDDA-4AE9-B154-2312908A21F4}" destId="{5842CC0C-2640-4026-8FFF-34A37A35D9D2}" srcOrd="1" destOrd="0" presId="urn:microsoft.com/office/officeart/2005/8/layout/list1"/>
    <dgm:cxn modelId="{52F9F250-08E1-462E-8142-00A6A4C56D1E}" type="presOf" srcId="{82045F8E-7B49-4C3F-9C34-3B4A75A0895B}" destId="{0A5C6528-5ECF-46AF-A0ED-6D8EE22CC2A4}" srcOrd="1" destOrd="0" presId="urn:microsoft.com/office/officeart/2005/8/layout/list1"/>
    <dgm:cxn modelId="{25BC858B-EE40-491D-B027-9D51CABD16A1}" type="presOf" srcId="{1EA9F3CA-2769-4AFA-94EB-287201B9F2C3}" destId="{CC914FA3-1A11-44F7-8F56-9CED9DBD2856}" srcOrd="0" destOrd="0" presId="urn:microsoft.com/office/officeart/2005/8/layout/list1"/>
    <dgm:cxn modelId="{CF738C8D-E7A8-49B6-AE4E-D1463CDE6995}" type="presOf" srcId="{5037A2AE-E2D8-43A9-A173-A4EFC55D5126}" destId="{18241D02-CA49-43F0-BCA2-28090FD813DA}" srcOrd="0" destOrd="0" presId="urn:microsoft.com/office/officeart/2005/8/layout/list1"/>
    <dgm:cxn modelId="{6A0820B5-7451-4E4A-9D70-2A5F71EB42B8}" type="presOf" srcId="{DA26B7A0-DDDA-4AE9-B154-2312908A21F4}" destId="{C9B15F00-44E9-4B41-9ED1-B5730B7449B3}" srcOrd="0" destOrd="0" presId="urn:microsoft.com/office/officeart/2005/8/layout/list1"/>
    <dgm:cxn modelId="{BC667EDD-651C-414C-A685-4119971ED0A1}" type="presOf" srcId="{82045F8E-7B49-4C3F-9C34-3B4A75A0895B}" destId="{A24B50FB-FE54-4FFA-B4BC-A6E766369AC3}" srcOrd="0" destOrd="0" presId="urn:microsoft.com/office/officeart/2005/8/layout/list1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6D3A314C-0223-4FB0-8F84-B7143452EB0C}" type="presParOf" srcId="{CC914FA3-1A11-44F7-8F56-9CED9DBD2856}" destId="{3464CC5B-A93A-4BA5-9ACF-B6E41E37FC8C}" srcOrd="0" destOrd="0" presId="urn:microsoft.com/office/officeart/2005/8/layout/list1"/>
    <dgm:cxn modelId="{E5ECC63A-8C42-43C8-9871-AC6EA678E213}" type="presParOf" srcId="{3464CC5B-A93A-4BA5-9ACF-B6E41E37FC8C}" destId="{18241D02-CA49-43F0-BCA2-28090FD813DA}" srcOrd="0" destOrd="0" presId="urn:microsoft.com/office/officeart/2005/8/layout/list1"/>
    <dgm:cxn modelId="{4AFDEB6A-F902-4520-AFF7-4CB06299C7E7}" type="presParOf" srcId="{3464CC5B-A93A-4BA5-9ACF-B6E41E37FC8C}" destId="{ED715189-FFC5-4A9D-844A-C5D7CECCC1F7}" srcOrd="1" destOrd="0" presId="urn:microsoft.com/office/officeart/2005/8/layout/list1"/>
    <dgm:cxn modelId="{33056C38-9185-4396-A893-ADBA51168C26}" type="presParOf" srcId="{CC914FA3-1A11-44F7-8F56-9CED9DBD2856}" destId="{F9075B03-AA80-4CFC-B8BA-25FD9CD862F1}" srcOrd="1" destOrd="0" presId="urn:microsoft.com/office/officeart/2005/8/layout/list1"/>
    <dgm:cxn modelId="{5880F821-5273-485C-AE40-A028C7BD2060}" type="presParOf" srcId="{CC914FA3-1A11-44F7-8F56-9CED9DBD2856}" destId="{9C2CAF39-3E3F-4773-BB42-DF0631F2779D}" srcOrd="2" destOrd="0" presId="urn:microsoft.com/office/officeart/2005/8/layout/list1"/>
    <dgm:cxn modelId="{AAD1C1AA-89B1-4538-8594-6A12B4BFECBD}" type="presParOf" srcId="{CC914FA3-1A11-44F7-8F56-9CED9DBD2856}" destId="{88F18172-B8FE-40AE-A05B-18C20735A8D3}" srcOrd="3" destOrd="0" presId="urn:microsoft.com/office/officeart/2005/8/layout/list1"/>
    <dgm:cxn modelId="{7CE507B2-08A0-4BBD-9587-95B086E254A3}" type="presParOf" srcId="{CC914FA3-1A11-44F7-8F56-9CED9DBD2856}" destId="{A1895881-E0D2-4A83-8948-91D3003B9F62}" srcOrd="4" destOrd="0" presId="urn:microsoft.com/office/officeart/2005/8/layout/list1"/>
    <dgm:cxn modelId="{6F8758F7-7855-48A2-8C3F-D1E29EDF0713}" type="presParOf" srcId="{A1895881-E0D2-4A83-8948-91D3003B9F62}" destId="{C9B15F00-44E9-4B41-9ED1-B5730B7449B3}" srcOrd="0" destOrd="0" presId="urn:microsoft.com/office/officeart/2005/8/layout/list1"/>
    <dgm:cxn modelId="{27420123-7D73-4E7F-878C-337E1F321529}" type="presParOf" srcId="{A1895881-E0D2-4A83-8948-91D3003B9F62}" destId="{5842CC0C-2640-4026-8FFF-34A37A35D9D2}" srcOrd="1" destOrd="0" presId="urn:microsoft.com/office/officeart/2005/8/layout/list1"/>
    <dgm:cxn modelId="{C6C43FE4-A294-40EB-95B7-E0621BE073D7}" type="presParOf" srcId="{CC914FA3-1A11-44F7-8F56-9CED9DBD2856}" destId="{D1E10EAD-BFA2-4DB8-AF00-32F9B9610466}" srcOrd="5" destOrd="0" presId="urn:microsoft.com/office/officeart/2005/8/layout/list1"/>
    <dgm:cxn modelId="{6D80595B-FEEB-4196-8B9F-AD567830AF1D}" type="presParOf" srcId="{CC914FA3-1A11-44F7-8F56-9CED9DBD2856}" destId="{382B28C7-6C81-4202-A2DF-7AD2DEF069E7}" srcOrd="6" destOrd="0" presId="urn:microsoft.com/office/officeart/2005/8/layout/list1"/>
    <dgm:cxn modelId="{39B626AA-E656-44D3-B74E-3E60F1DA9941}" type="presParOf" srcId="{CC914FA3-1A11-44F7-8F56-9CED9DBD2856}" destId="{71420350-8FB8-4978-BBCA-79DE85BF616A}" srcOrd="7" destOrd="0" presId="urn:microsoft.com/office/officeart/2005/8/layout/list1"/>
    <dgm:cxn modelId="{11D8B5C5-800B-4E61-BB5B-7AFE0057E68A}" type="presParOf" srcId="{CC914FA3-1A11-44F7-8F56-9CED9DBD2856}" destId="{202BD818-9BD1-482A-B6AB-F2076AA17C56}" srcOrd="8" destOrd="0" presId="urn:microsoft.com/office/officeart/2005/8/layout/list1"/>
    <dgm:cxn modelId="{6EA45172-AD43-44E8-BF24-FDEED0ACE355}" type="presParOf" srcId="{202BD818-9BD1-482A-B6AB-F2076AA17C56}" destId="{A24B50FB-FE54-4FFA-B4BC-A6E766369AC3}" srcOrd="0" destOrd="0" presId="urn:microsoft.com/office/officeart/2005/8/layout/list1"/>
    <dgm:cxn modelId="{4A20E814-3490-4AC1-9C11-299506B74949}" type="presParOf" srcId="{202BD818-9BD1-482A-B6AB-F2076AA17C56}" destId="{0A5C6528-5ECF-46AF-A0ED-6D8EE22CC2A4}" srcOrd="1" destOrd="0" presId="urn:microsoft.com/office/officeart/2005/8/layout/list1"/>
    <dgm:cxn modelId="{4170CC49-1971-4F23-AC7A-DC4F30E0C5EC}" type="presParOf" srcId="{CC914FA3-1A11-44F7-8F56-9CED9DBD2856}" destId="{8D979E40-6E6A-4462-B542-0A3152F07A68}" srcOrd="9" destOrd="0" presId="urn:microsoft.com/office/officeart/2005/8/layout/list1"/>
    <dgm:cxn modelId="{4AE5F698-B82E-44DA-86F3-5FD32FA2FE93}" type="presParOf" srcId="{CC914FA3-1A11-44F7-8F56-9CED9DBD2856}" destId="{2A726C37-0BFA-42F9-9C9E-E99B2341DAA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EA9F3CA-2769-4AFA-94EB-287201B9F2C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ru-RU"/>
        </a:p>
      </dgm:t>
    </dgm:pt>
    <dgm:pt modelId="{5037A2AE-E2D8-43A9-A173-A4EFC55D5126}">
      <dgm:prSet phldrT="[Текст]" phldr="1"/>
      <dgm:spPr/>
      <dgm:t>
        <a:bodyPr/>
        <a:lstStyle/>
        <a:p>
          <a:endParaRPr lang="ru-RU"/>
        </a:p>
      </dgm:t>
    </dgm:pt>
    <dgm:pt modelId="{2EC5FF4E-C791-4EF2-9646-30BC00320BAB}" type="parTrans" cxnId="{46D65CF8-BFBF-4F5B-94DB-A236E7EDD4A1}">
      <dgm:prSet/>
      <dgm:spPr/>
      <dgm:t>
        <a:bodyPr/>
        <a:lstStyle/>
        <a:p>
          <a:endParaRPr lang="ru-RU"/>
        </a:p>
      </dgm:t>
    </dgm:pt>
    <dgm:pt modelId="{09E67D74-5AF3-4A35-A8D8-589373171C3C}" type="sibTrans" cxnId="{46D65CF8-BFBF-4F5B-94DB-A236E7EDD4A1}">
      <dgm:prSet/>
      <dgm:spPr/>
      <dgm:t>
        <a:bodyPr/>
        <a:lstStyle/>
        <a:p>
          <a:endParaRPr lang="ru-RU"/>
        </a:p>
      </dgm:t>
    </dgm:pt>
    <dgm:pt modelId="{DA26B7A0-DDDA-4AE9-B154-2312908A21F4}">
      <dgm:prSet phldrT="[Текст]" phldr="1"/>
      <dgm:spPr/>
      <dgm:t>
        <a:bodyPr/>
        <a:lstStyle/>
        <a:p>
          <a:endParaRPr lang="ru-RU"/>
        </a:p>
      </dgm:t>
    </dgm:pt>
    <dgm:pt modelId="{920F9D17-8BB3-40FC-8063-A02A7335DB64}" type="parTrans" cxnId="{6227C500-95A8-419E-9B11-F204D8644E27}">
      <dgm:prSet/>
      <dgm:spPr/>
      <dgm:t>
        <a:bodyPr/>
        <a:lstStyle/>
        <a:p>
          <a:endParaRPr lang="ru-RU"/>
        </a:p>
      </dgm:t>
    </dgm:pt>
    <dgm:pt modelId="{89129D73-EFE3-4249-A7D6-E7F251F7FDBD}" type="sibTrans" cxnId="{6227C500-95A8-419E-9B11-F204D8644E27}">
      <dgm:prSet/>
      <dgm:spPr/>
      <dgm:t>
        <a:bodyPr/>
        <a:lstStyle/>
        <a:p>
          <a:endParaRPr lang="ru-RU"/>
        </a:p>
      </dgm:t>
    </dgm:pt>
    <dgm:pt modelId="{82045F8E-7B49-4C3F-9C34-3B4A75A0895B}">
      <dgm:prSet phldrT="[Текст]" phldr="1"/>
      <dgm:spPr/>
      <dgm:t>
        <a:bodyPr/>
        <a:lstStyle/>
        <a:p>
          <a:endParaRPr lang="ru-RU"/>
        </a:p>
      </dgm:t>
    </dgm:pt>
    <dgm:pt modelId="{8EA9F104-BA3D-4B34-8C4C-225A67502001}" type="parTrans" cxnId="{D021D65C-8A52-4D03-BEDA-0080E8654474}">
      <dgm:prSet/>
      <dgm:spPr/>
      <dgm:t>
        <a:bodyPr/>
        <a:lstStyle/>
        <a:p>
          <a:endParaRPr lang="ru-RU"/>
        </a:p>
      </dgm:t>
    </dgm:pt>
    <dgm:pt modelId="{4995D1B3-8431-4174-AE06-31AFFCABAA59}" type="sibTrans" cxnId="{D021D65C-8A52-4D03-BEDA-0080E8654474}">
      <dgm:prSet/>
      <dgm:spPr/>
      <dgm:t>
        <a:bodyPr/>
        <a:lstStyle/>
        <a:p>
          <a:endParaRPr lang="ru-RU"/>
        </a:p>
      </dgm:t>
    </dgm:pt>
    <dgm:pt modelId="{CC914FA3-1A11-44F7-8F56-9CED9DBD2856}" type="pres">
      <dgm:prSet presAssocID="{1EA9F3CA-2769-4AFA-94EB-287201B9F2C3}" presName="linear" presStyleCnt="0">
        <dgm:presLayoutVars>
          <dgm:dir/>
          <dgm:animLvl val="lvl"/>
          <dgm:resizeHandles val="exact"/>
        </dgm:presLayoutVars>
      </dgm:prSet>
      <dgm:spPr/>
    </dgm:pt>
    <dgm:pt modelId="{3464CC5B-A93A-4BA5-9ACF-B6E41E37FC8C}" type="pres">
      <dgm:prSet presAssocID="{5037A2AE-E2D8-43A9-A173-A4EFC55D5126}" presName="parentLin" presStyleCnt="0"/>
      <dgm:spPr/>
    </dgm:pt>
    <dgm:pt modelId="{18241D02-CA49-43F0-BCA2-28090FD813DA}" type="pres">
      <dgm:prSet presAssocID="{5037A2AE-E2D8-43A9-A173-A4EFC55D5126}" presName="parentLeftMargin" presStyleLbl="node1" presStyleIdx="0" presStyleCnt="3"/>
      <dgm:spPr/>
    </dgm:pt>
    <dgm:pt modelId="{ED715189-FFC5-4A9D-844A-C5D7CECCC1F7}" type="pres">
      <dgm:prSet presAssocID="{5037A2AE-E2D8-43A9-A173-A4EFC55D512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9075B03-AA80-4CFC-B8BA-25FD9CD862F1}" type="pres">
      <dgm:prSet presAssocID="{5037A2AE-E2D8-43A9-A173-A4EFC55D5126}" presName="negativeSpace" presStyleCnt="0"/>
      <dgm:spPr/>
    </dgm:pt>
    <dgm:pt modelId="{9C2CAF39-3E3F-4773-BB42-DF0631F2779D}" type="pres">
      <dgm:prSet presAssocID="{5037A2AE-E2D8-43A9-A173-A4EFC55D5126}" presName="childText" presStyleLbl="conFgAcc1" presStyleIdx="0" presStyleCnt="3">
        <dgm:presLayoutVars>
          <dgm:bulletEnabled val="1"/>
        </dgm:presLayoutVars>
      </dgm:prSet>
      <dgm:spPr/>
    </dgm:pt>
    <dgm:pt modelId="{88F18172-B8FE-40AE-A05B-18C20735A8D3}" type="pres">
      <dgm:prSet presAssocID="{09E67D74-5AF3-4A35-A8D8-589373171C3C}" presName="spaceBetweenRectangles" presStyleCnt="0"/>
      <dgm:spPr/>
    </dgm:pt>
    <dgm:pt modelId="{A1895881-E0D2-4A83-8948-91D3003B9F62}" type="pres">
      <dgm:prSet presAssocID="{DA26B7A0-DDDA-4AE9-B154-2312908A21F4}" presName="parentLin" presStyleCnt="0"/>
      <dgm:spPr/>
    </dgm:pt>
    <dgm:pt modelId="{C9B15F00-44E9-4B41-9ED1-B5730B7449B3}" type="pres">
      <dgm:prSet presAssocID="{DA26B7A0-DDDA-4AE9-B154-2312908A21F4}" presName="parentLeftMargin" presStyleLbl="node1" presStyleIdx="0" presStyleCnt="3"/>
      <dgm:spPr/>
    </dgm:pt>
    <dgm:pt modelId="{5842CC0C-2640-4026-8FFF-34A37A35D9D2}" type="pres">
      <dgm:prSet presAssocID="{DA26B7A0-DDDA-4AE9-B154-2312908A21F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1E10EAD-BFA2-4DB8-AF00-32F9B9610466}" type="pres">
      <dgm:prSet presAssocID="{DA26B7A0-DDDA-4AE9-B154-2312908A21F4}" presName="negativeSpace" presStyleCnt="0"/>
      <dgm:spPr/>
    </dgm:pt>
    <dgm:pt modelId="{382B28C7-6C81-4202-A2DF-7AD2DEF069E7}" type="pres">
      <dgm:prSet presAssocID="{DA26B7A0-DDDA-4AE9-B154-2312908A21F4}" presName="childText" presStyleLbl="conFgAcc1" presStyleIdx="1" presStyleCnt="3">
        <dgm:presLayoutVars>
          <dgm:bulletEnabled val="1"/>
        </dgm:presLayoutVars>
      </dgm:prSet>
      <dgm:spPr/>
    </dgm:pt>
    <dgm:pt modelId="{71420350-8FB8-4978-BBCA-79DE85BF616A}" type="pres">
      <dgm:prSet presAssocID="{89129D73-EFE3-4249-A7D6-E7F251F7FDBD}" presName="spaceBetweenRectangles" presStyleCnt="0"/>
      <dgm:spPr/>
    </dgm:pt>
    <dgm:pt modelId="{202BD818-9BD1-482A-B6AB-F2076AA17C56}" type="pres">
      <dgm:prSet presAssocID="{82045F8E-7B49-4C3F-9C34-3B4A75A0895B}" presName="parentLin" presStyleCnt="0"/>
      <dgm:spPr/>
    </dgm:pt>
    <dgm:pt modelId="{A24B50FB-FE54-4FFA-B4BC-A6E766369AC3}" type="pres">
      <dgm:prSet presAssocID="{82045F8E-7B49-4C3F-9C34-3B4A75A0895B}" presName="parentLeftMargin" presStyleLbl="node1" presStyleIdx="1" presStyleCnt="3"/>
      <dgm:spPr/>
    </dgm:pt>
    <dgm:pt modelId="{0A5C6528-5ECF-46AF-A0ED-6D8EE22CC2A4}" type="pres">
      <dgm:prSet presAssocID="{82045F8E-7B49-4C3F-9C34-3B4A75A0895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D979E40-6E6A-4462-B542-0A3152F07A68}" type="pres">
      <dgm:prSet presAssocID="{82045F8E-7B49-4C3F-9C34-3B4A75A0895B}" presName="negativeSpace" presStyleCnt="0"/>
      <dgm:spPr/>
    </dgm:pt>
    <dgm:pt modelId="{2A726C37-0BFA-42F9-9C9E-E99B2341DAAF}" type="pres">
      <dgm:prSet presAssocID="{82045F8E-7B49-4C3F-9C34-3B4A75A0895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227C500-95A8-419E-9B11-F204D8644E27}" srcId="{1EA9F3CA-2769-4AFA-94EB-287201B9F2C3}" destId="{DA26B7A0-DDDA-4AE9-B154-2312908A21F4}" srcOrd="1" destOrd="0" parTransId="{920F9D17-8BB3-40FC-8063-A02A7335DB64}" sibTransId="{89129D73-EFE3-4249-A7D6-E7F251F7FDBD}"/>
    <dgm:cxn modelId="{D021D65C-8A52-4D03-BEDA-0080E8654474}" srcId="{1EA9F3CA-2769-4AFA-94EB-287201B9F2C3}" destId="{82045F8E-7B49-4C3F-9C34-3B4A75A0895B}" srcOrd="2" destOrd="0" parTransId="{8EA9F104-BA3D-4B34-8C4C-225A67502001}" sibTransId="{4995D1B3-8431-4174-AE06-31AFFCABAA59}"/>
    <dgm:cxn modelId="{7544325D-FFD7-4D3C-9FCC-F60F3AC63E4B}" type="presOf" srcId="{5037A2AE-E2D8-43A9-A173-A4EFC55D5126}" destId="{ED715189-FFC5-4A9D-844A-C5D7CECCC1F7}" srcOrd="1" destOrd="0" presId="urn:microsoft.com/office/officeart/2005/8/layout/list1"/>
    <dgm:cxn modelId="{4F02D266-ED6F-488B-9A17-55DAAD6E4413}" type="presOf" srcId="{DA26B7A0-DDDA-4AE9-B154-2312908A21F4}" destId="{5842CC0C-2640-4026-8FFF-34A37A35D9D2}" srcOrd="1" destOrd="0" presId="urn:microsoft.com/office/officeart/2005/8/layout/list1"/>
    <dgm:cxn modelId="{52F9F250-08E1-462E-8142-00A6A4C56D1E}" type="presOf" srcId="{82045F8E-7B49-4C3F-9C34-3B4A75A0895B}" destId="{0A5C6528-5ECF-46AF-A0ED-6D8EE22CC2A4}" srcOrd="1" destOrd="0" presId="urn:microsoft.com/office/officeart/2005/8/layout/list1"/>
    <dgm:cxn modelId="{25BC858B-EE40-491D-B027-9D51CABD16A1}" type="presOf" srcId="{1EA9F3CA-2769-4AFA-94EB-287201B9F2C3}" destId="{CC914FA3-1A11-44F7-8F56-9CED9DBD2856}" srcOrd="0" destOrd="0" presId="urn:microsoft.com/office/officeart/2005/8/layout/list1"/>
    <dgm:cxn modelId="{CF738C8D-E7A8-49B6-AE4E-D1463CDE6995}" type="presOf" srcId="{5037A2AE-E2D8-43A9-A173-A4EFC55D5126}" destId="{18241D02-CA49-43F0-BCA2-28090FD813DA}" srcOrd="0" destOrd="0" presId="urn:microsoft.com/office/officeart/2005/8/layout/list1"/>
    <dgm:cxn modelId="{6A0820B5-7451-4E4A-9D70-2A5F71EB42B8}" type="presOf" srcId="{DA26B7A0-DDDA-4AE9-B154-2312908A21F4}" destId="{C9B15F00-44E9-4B41-9ED1-B5730B7449B3}" srcOrd="0" destOrd="0" presId="urn:microsoft.com/office/officeart/2005/8/layout/list1"/>
    <dgm:cxn modelId="{BC667EDD-651C-414C-A685-4119971ED0A1}" type="presOf" srcId="{82045F8E-7B49-4C3F-9C34-3B4A75A0895B}" destId="{A24B50FB-FE54-4FFA-B4BC-A6E766369AC3}" srcOrd="0" destOrd="0" presId="urn:microsoft.com/office/officeart/2005/8/layout/list1"/>
    <dgm:cxn modelId="{46D65CF8-BFBF-4F5B-94DB-A236E7EDD4A1}" srcId="{1EA9F3CA-2769-4AFA-94EB-287201B9F2C3}" destId="{5037A2AE-E2D8-43A9-A173-A4EFC55D5126}" srcOrd="0" destOrd="0" parTransId="{2EC5FF4E-C791-4EF2-9646-30BC00320BAB}" sibTransId="{09E67D74-5AF3-4A35-A8D8-589373171C3C}"/>
    <dgm:cxn modelId="{6D3A314C-0223-4FB0-8F84-B7143452EB0C}" type="presParOf" srcId="{CC914FA3-1A11-44F7-8F56-9CED9DBD2856}" destId="{3464CC5B-A93A-4BA5-9ACF-B6E41E37FC8C}" srcOrd="0" destOrd="0" presId="urn:microsoft.com/office/officeart/2005/8/layout/list1"/>
    <dgm:cxn modelId="{E5ECC63A-8C42-43C8-9871-AC6EA678E213}" type="presParOf" srcId="{3464CC5B-A93A-4BA5-9ACF-B6E41E37FC8C}" destId="{18241D02-CA49-43F0-BCA2-28090FD813DA}" srcOrd="0" destOrd="0" presId="urn:microsoft.com/office/officeart/2005/8/layout/list1"/>
    <dgm:cxn modelId="{4AFDEB6A-F902-4520-AFF7-4CB06299C7E7}" type="presParOf" srcId="{3464CC5B-A93A-4BA5-9ACF-B6E41E37FC8C}" destId="{ED715189-FFC5-4A9D-844A-C5D7CECCC1F7}" srcOrd="1" destOrd="0" presId="urn:microsoft.com/office/officeart/2005/8/layout/list1"/>
    <dgm:cxn modelId="{33056C38-9185-4396-A893-ADBA51168C26}" type="presParOf" srcId="{CC914FA3-1A11-44F7-8F56-9CED9DBD2856}" destId="{F9075B03-AA80-4CFC-B8BA-25FD9CD862F1}" srcOrd="1" destOrd="0" presId="urn:microsoft.com/office/officeart/2005/8/layout/list1"/>
    <dgm:cxn modelId="{5880F821-5273-485C-AE40-A028C7BD2060}" type="presParOf" srcId="{CC914FA3-1A11-44F7-8F56-9CED9DBD2856}" destId="{9C2CAF39-3E3F-4773-BB42-DF0631F2779D}" srcOrd="2" destOrd="0" presId="urn:microsoft.com/office/officeart/2005/8/layout/list1"/>
    <dgm:cxn modelId="{AAD1C1AA-89B1-4538-8594-6A12B4BFECBD}" type="presParOf" srcId="{CC914FA3-1A11-44F7-8F56-9CED9DBD2856}" destId="{88F18172-B8FE-40AE-A05B-18C20735A8D3}" srcOrd="3" destOrd="0" presId="urn:microsoft.com/office/officeart/2005/8/layout/list1"/>
    <dgm:cxn modelId="{7CE507B2-08A0-4BBD-9587-95B086E254A3}" type="presParOf" srcId="{CC914FA3-1A11-44F7-8F56-9CED9DBD2856}" destId="{A1895881-E0D2-4A83-8948-91D3003B9F62}" srcOrd="4" destOrd="0" presId="urn:microsoft.com/office/officeart/2005/8/layout/list1"/>
    <dgm:cxn modelId="{6F8758F7-7855-48A2-8C3F-D1E29EDF0713}" type="presParOf" srcId="{A1895881-E0D2-4A83-8948-91D3003B9F62}" destId="{C9B15F00-44E9-4B41-9ED1-B5730B7449B3}" srcOrd="0" destOrd="0" presId="urn:microsoft.com/office/officeart/2005/8/layout/list1"/>
    <dgm:cxn modelId="{27420123-7D73-4E7F-878C-337E1F321529}" type="presParOf" srcId="{A1895881-E0D2-4A83-8948-91D3003B9F62}" destId="{5842CC0C-2640-4026-8FFF-34A37A35D9D2}" srcOrd="1" destOrd="0" presId="urn:microsoft.com/office/officeart/2005/8/layout/list1"/>
    <dgm:cxn modelId="{C6C43FE4-A294-40EB-95B7-E0621BE073D7}" type="presParOf" srcId="{CC914FA3-1A11-44F7-8F56-9CED9DBD2856}" destId="{D1E10EAD-BFA2-4DB8-AF00-32F9B9610466}" srcOrd="5" destOrd="0" presId="urn:microsoft.com/office/officeart/2005/8/layout/list1"/>
    <dgm:cxn modelId="{6D80595B-FEEB-4196-8B9F-AD567830AF1D}" type="presParOf" srcId="{CC914FA3-1A11-44F7-8F56-9CED9DBD2856}" destId="{382B28C7-6C81-4202-A2DF-7AD2DEF069E7}" srcOrd="6" destOrd="0" presId="urn:microsoft.com/office/officeart/2005/8/layout/list1"/>
    <dgm:cxn modelId="{39B626AA-E656-44D3-B74E-3E60F1DA9941}" type="presParOf" srcId="{CC914FA3-1A11-44F7-8F56-9CED9DBD2856}" destId="{71420350-8FB8-4978-BBCA-79DE85BF616A}" srcOrd="7" destOrd="0" presId="urn:microsoft.com/office/officeart/2005/8/layout/list1"/>
    <dgm:cxn modelId="{11D8B5C5-800B-4E61-BB5B-7AFE0057E68A}" type="presParOf" srcId="{CC914FA3-1A11-44F7-8F56-9CED9DBD2856}" destId="{202BD818-9BD1-482A-B6AB-F2076AA17C56}" srcOrd="8" destOrd="0" presId="urn:microsoft.com/office/officeart/2005/8/layout/list1"/>
    <dgm:cxn modelId="{6EA45172-AD43-44E8-BF24-FDEED0ACE355}" type="presParOf" srcId="{202BD818-9BD1-482A-B6AB-F2076AA17C56}" destId="{A24B50FB-FE54-4FFA-B4BC-A6E766369AC3}" srcOrd="0" destOrd="0" presId="urn:microsoft.com/office/officeart/2005/8/layout/list1"/>
    <dgm:cxn modelId="{4A20E814-3490-4AC1-9C11-299506B74949}" type="presParOf" srcId="{202BD818-9BD1-482A-B6AB-F2076AA17C56}" destId="{0A5C6528-5ECF-46AF-A0ED-6D8EE22CC2A4}" srcOrd="1" destOrd="0" presId="urn:microsoft.com/office/officeart/2005/8/layout/list1"/>
    <dgm:cxn modelId="{4170CC49-1971-4F23-AC7A-DC4F30E0C5EC}" type="presParOf" srcId="{CC914FA3-1A11-44F7-8F56-9CED9DBD2856}" destId="{8D979E40-6E6A-4462-B542-0A3152F07A68}" srcOrd="9" destOrd="0" presId="urn:microsoft.com/office/officeart/2005/8/layout/list1"/>
    <dgm:cxn modelId="{4AE5F698-B82E-44DA-86F3-5FD32FA2FE93}" type="presParOf" srcId="{CC914FA3-1A11-44F7-8F56-9CED9DBD2856}" destId="{2A726C37-0BFA-42F9-9C9E-E99B2341DAAF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CAF39-3E3F-4773-BB42-DF0631F2779D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15189-FFC5-4A9D-844A-C5D7CECCC1F7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67003"/>
        <a:ext cx="7265810" cy="879050"/>
      </dsp:txXfrm>
    </dsp:sp>
    <dsp:sp modelId="{382B28C7-6C81-4202-A2DF-7AD2DEF069E7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2CC0C-2640-4026-8FFF-34A37A35D9D2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1563884"/>
        <a:ext cx="7265810" cy="879050"/>
      </dsp:txXfrm>
    </dsp:sp>
    <dsp:sp modelId="{2A726C37-0BFA-42F9-9C9E-E99B2341DAAF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C6528-5ECF-46AF-A0ED-6D8EE22CC2A4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3060764"/>
        <a:ext cx="7265810" cy="8790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CAF39-3E3F-4773-BB42-DF0631F2779D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15189-FFC5-4A9D-844A-C5D7CECCC1F7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67003"/>
        <a:ext cx="7265810" cy="879050"/>
      </dsp:txXfrm>
    </dsp:sp>
    <dsp:sp modelId="{382B28C7-6C81-4202-A2DF-7AD2DEF069E7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2CC0C-2640-4026-8FFF-34A37A35D9D2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1563884"/>
        <a:ext cx="7265810" cy="879050"/>
      </dsp:txXfrm>
    </dsp:sp>
    <dsp:sp modelId="{2A726C37-0BFA-42F9-9C9E-E99B2341DAAF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C6528-5ECF-46AF-A0ED-6D8EE22CC2A4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3060764"/>
        <a:ext cx="7265810" cy="8790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CAF39-3E3F-4773-BB42-DF0631F2779D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15189-FFC5-4A9D-844A-C5D7CECCC1F7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67003"/>
        <a:ext cx="7265810" cy="879050"/>
      </dsp:txXfrm>
    </dsp:sp>
    <dsp:sp modelId="{382B28C7-6C81-4202-A2DF-7AD2DEF069E7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2CC0C-2640-4026-8FFF-34A37A35D9D2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1563884"/>
        <a:ext cx="7265810" cy="879050"/>
      </dsp:txXfrm>
    </dsp:sp>
    <dsp:sp modelId="{2A726C37-0BFA-42F9-9C9E-E99B2341DAAF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C6528-5ECF-46AF-A0ED-6D8EE22CC2A4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3060764"/>
        <a:ext cx="7265810" cy="8790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2CAF39-3E3F-4773-BB42-DF0631F2779D}">
      <dsp:nvSpPr>
        <dsp:cNvPr id="0" name=""/>
        <dsp:cNvSpPr/>
      </dsp:nvSpPr>
      <dsp:spPr>
        <a:xfrm>
          <a:off x="0" y="506528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715189-FFC5-4A9D-844A-C5D7CECCC1F7}">
      <dsp:nvSpPr>
        <dsp:cNvPr id="0" name=""/>
        <dsp:cNvSpPr/>
      </dsp:nvSpPr>
      <dsp:spPr>
        <a:xfrm>
          <a:off x="525780" y="19448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67003"/>
        <a:ext cx="7265810" cy="879050"/>
      </dsp:txXfrm>
    </dsp:sp>
    <dsp:sp modelId="{382B28C7-6C81-4202-A2DF-7AD2DEF069E7}">
      <dsp:nvSpPr>
        <dsp:cNvPr id="0" name=""/>
        <dsp:cNvSpPr/>
      </dsp:nvSpPr>
      <dsp:spPr>
        <a:xfrm>
          <a:off x="0" y="200340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42CC0C-2640-4026-8FFF-34A37A35D9D2}">
      <dsp:nvSpPr>
        <dsp:cNvPr id="0" name=""/>
        <dsp:cNvSpPr/>
      </dsp:nvSpPr>
      <dsp:spPr>
        <a:xfrm>
          <a:off x="525780" y="151632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1563884"/>
        <a:ext cx="7265810" cy="879050"/>
      </dsp:txXfrm>
    </dsp:sp>
    <dsp:sp modelId="{2A726C37-0BFA-42F9-9C9E-E99B2341DAAF}">
      <dsp:nvSpPr>
        <dsp:cNvPr id="0" name=""/>
        <dsp:cNvSpPr/>
      </dsp:nvSpPr>
      <dsp:spPr>
        <a:xfrm>
          <a:off x="0" y="3500289"/>
          <a:ext cx="1051560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5C6528-5ECF-46AF-A0ED-6D8EE22CC2A4}">
      <dsp:nvSpPr>
        <dsp:cNvPr id="0" name=""/>
        <dsp:cNvSpPr/>
      </dsp:nvSpPr>
      <dsp:spPr>
        <a:xfrm>
          <a:off x="525780" y="3013209"/>
          <a:ext cx="7360920" cy="9741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3300" kern="1200"/>
        </a:p>
      </dsp:txBody>
      <dsp:txXfrm>
        <a:off x="573335" y="3060764"/>
        <a:ext cx="7265810" cy="879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A91985-99C2-B7BD-28BC-F5B67AC1C2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A7944E5-0B09-2BE5-12EE-161B908104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BA09D6-80C3-7E64-B655-E3980D1BC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8B6C56-52F2-2475-9172-1402F7330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996026-2F34-5DBD-B916-62551529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507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9839D7-D546-2CC0-647A-9F037D071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0732E3-2E98-DBB8-D33C-A7FDFF92D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934B46-A1B2-8C25-13B6-8065D00AA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DB7CDE-6C1A-0D54-50BB-7634EF82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7EF067D-CF74-032A-0DD3-82D33204A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98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A4249-C49E-B03A-97D8-A12E3F8F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E35A01-61D5-EB5B-2CA8-0784BF520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B9079F-D40D-D84D-8AA3-641B8AD5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C5283B8-309E-6CFE-935D-B4C6DDBE3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4D1BCD-00A1-154C-78B9-4D2AF98C9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51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E4EB1-A1F1-26C3-C8AE-208481134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D6C9F8-788B-9B22-BB6D-0A21452A39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C860A9-0AE0-5D61-B151-16929B73D6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17570AC-5B40-9F5C-7995-7043BD4F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0C40C34-01AE-BE85-0AAC-E1F1DE09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4AE3DE-E564-AF84-7F70-87111456B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3787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275BB4-1274-0134-6273-58957B5C8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072EBC-2512-112F-80FA-DBD1C73C9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143089-BEA7-D2C0-AFEA-00C475BE78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C77C92C-1256-5FDF-C852-795B1884E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5E956DA-7785-4D41-692E-F20E1C558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5382BD8-99DE-DD8D-0527-A51594262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20095A3-9378-D751-F105-7F80A3B7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AEEAA77-B307-887D-8ED1-3A6E66A55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8378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2C0042-D2CE-DC4A-9C72-C27F0ACC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2D3075D-2E8B-DCDE-90F0-D48B3358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20C16A2-9883-1100-AC65-DB2B050AD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DAA1166-129F-EC78-E258-ED9DFA53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9361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38FAF73-AE3E-D9CC-7DBA-B787AF779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82CD6E2-BE00-EEC1-CF32-3F0B72057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B190F6-EA1E-2ABC-C24D-11434C49F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460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B53D46-AE90-4DB7-3976-3A1AD7103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9BE12E-2E53-435F-CA1E-21A56F834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8DA1889-30C3-6134-3121-696A4FC1E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B51E33-C5FE-6CDE-7F22-380E5A310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382FAA6-F200-B31D-1DE0-CD3605341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6A84BD-E66D-F65D-CBD8-24CA6AA3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685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9707C-BB6D-6077-A500-E8262E108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54BB837-E662-99F7-CE70-13330A8BF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9D8E05-331D-F630-6C48-42E0672B2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5FB527-DF30-91B7-E040-778E0808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060B4E-361E-E28B-4C79-B76257DD7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56F6CF9-85B2-313D-7FA7-11E340049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156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8517AD-A953-4B41-C99E-4B6345AA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670ABC3-C95E-B63B-E96F-BA18581D7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E2DE09-5FA7-C0A7-13D6-25D212373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48ED7F-6555-B16C-DC8D-8A05A25F8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C618F3-EBD3-5E95-AB37-DDCE0E30B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43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8FA6972-F570-0155-AF1C-6F415709EB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2C90C2C-5D00-79EC-3CB6-D53DC423E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3737A90-638E-FC1E-BE5E-67CDC93B9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95D1C3-EA78-2E2C-1B8E-D070EFF31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3DCA1C-3FD9-B960-8122-D00C4BE2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0505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4A9EAA-D8AA-9D1A-5C32-F100F921A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268D6C-EE88-8984-6F4B-9415EE6BE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0603C5-2ED5-5F6C-DDE8-18C15E411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8A300A-2A04-4861-8880-6C52272F1B90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7CE5A0-F38A-7907-8C22-2D63B88FE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3F53FC-C0C7-0FF6-CB8F-37FCA56F0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DC80B3-E23D-4FB5-A06E-04DEA984EF9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178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10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9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6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415061-2F8F-CF2F-4C46-FA711EF30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AAFCBB-D3D6-73CB-2E2A-453623A790A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14D3E0-BA9E-381E-0604-517706605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76F0C5-BB76-F044-1998-7E49F13C5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id="{20E101F1-8D9D-3615-2D50-FF7E921303F3}"/>
              </a:ext>
            </a:extLst>
          </p:cNvPr>
          <p:cNvSpPr/>
          <p:nvPr/>
        </p:nvSpPr>
        <p:spPr>
          <a:xfrm>
            <a:off x="297486" y="365787"/>
            <a:ext cx="4123415" cy="1058279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ea typeface="UD Digi Kyokasho N" panose="02020400000000000000" pitchFamily="17" charset="-128"/>
              </a:rPr>
              <a:t>NIHONGO NO MICHI</a:t>
            </a:r>
          </a:p>
        </p:txBody>
      </p:sp>
      <p:sp>
        <p:nvSpPr>
          <p:cNvPr id="7" name="Rectangle: Rounded Corners 8">
            <a:extLst>
              <a:ext uri="{FF2B5EF4-FFF2-40B4-BE49-F238E27FC236}">
                <a16:creationId xmlns:a16="http://schemas.microsoft.com/office/drawing/2014/main" id="{4843CEAE-3668-19D1-E19D-14BF98BF0A49}"/>
              </a:ext>
            </a:extLst>
          </p:cNvPr>
          <p:cNvSpPr/>
          <p:nvPr/>
        </p:nvSpPr>
        <p:spPr>
          <a:xfrm>
            <a:off x="2646573" y="1646868"/>
            <a:ext cx="6277079" cy="2575691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5000" b="1" dirty="0">
                <a:ea typeface="UD Digi Kyokasho N" panose="02020400000000000000" pitchFamily="17" charset="-128"/>
              </a:rPr>
              <a:t>ALIFBO: KATAKANA</a:t>
            </a:r>
            <a:r>
              <a:rPr lang="en-US" altLang="ja-JP" sz="5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</a:p>
          <a:p>
            <a:pPr algn="ctr"/>
            <a:r>
              <a:rPr lang="ja-JP" altLang="en-US" sz="5000" b="1" dirty="0">
                <a:solidFill>
                  <a:schemeClr val="accent1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ガ</a:t>
            </a:r>
            <a:r>
              <a:rPr lang="ja-JP" altLang="en-US" sz="5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ja-JP" altLang="en-US" sz="5000" b="1" dirty="0">
                <a:solidFill>
                  <a:srgbClr val="00B05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ザ</a:t>
            </a:r>
            <a:r>
              <a:rPr lang="ja-JP" altLang="en-US" sz="5000" b="1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ja-JP" altLang="en-US" sz="5000" b="1" dirty="0">
                <a:solidFill>
                  <a:srgbClr val="FFC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ダ</a:t>
            </a:r>
            <a:endParaRPr lang="en-US" altLang="ja-JP" sz="5000" b="1" dirty="0">
              <a:solidFill>
                <a:schemeClr val="tx1"/>
              </a:solidFill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sz="5000" b="1" dirty="0">
                <a:solidFill>
                  <a:srgbClr val="0070C0"/>
                </a:solidFill>
                <a:ea typeface="UD Digi Kyokasho N" panose="02020400000000000000" pitchFamily="17" charset="-128"/>
              </a:rPr>
              <a:t>GA</a:t>
            </a:r>
            <a:r>
              <a:rPr lang="ja-JP" altLang="en-US" sz="5000" b="1" dirty="0">
                <a:solidFill>
                  <a:srgbClr val="0070C0"/>
                </a:solidFill>
                <a:ea typeface="UD Digi Kyokasho N" panose="02020400000000000000" pitchFamily="17" charset="-128"/>
              </a:rPr>
              <a:t>　</a:t>
            </a:r>
            <a:r>
              <a:rPr lang="en-US" altLang="ja-JP" sz="5000" b="1" dirty="0">
                <a:solidFill>
                  <a:srgbClr val="00B050"/>
                </a:solidFill>
                <a:ea typeface="UD Digi Kyokasho N" panose="02020400000000000000" pitchFamily="17" charset="-128"/>
              </a:rPr>
              <a:t>ZA</a:t>
            </a:r>
            <a:r>
              <a:rPr lang="ja-JP" altLang="en-US" sz="5000" b="1" dirty="0">
                <a:solidFill>
                  <a:srgbClr val="00B050"/>
                </a:solidFill>
                <a:ea typeface="UD Digi Kyokasho N" panose="02020400000000000000" pitchFamily="17" charset="-128"/>
              </a:rPr>
              <a:t>　</a:t>
            </a:r>
            <a:r>
              <a:rPr lang="en-US" altLang="ja-JP" sz="5000" b="1" dirty="0">
                <a:solidFill>
                  <a:srgbClr val="FFC000"/>
                </a:solidFill>
                <a:ea typeface="UD Digi Kyokasho N" panose="02020400000000000000" pitchFamily="17" charset="-128"/>
              </a:rPr>
              <a:t>DA</a:t>
            </a:r>
            <a:endParaRPr lang="ru-RU" altLang="ja-JP" sz="3600" b="1" dirty="0">
              <a:solidFill>
                <a:srgbClr val="FFC000"/>
              </a:solidFill>
              <a:ea typeface="UD Digi Kyokasho N" panose="02020400000000000000" pitchFamily="17" charset="-12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A9646E-71FD-8DFB-6D8F-BC9E24D29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969" y="4634310"/>
            <a:ext cx="972260" cy="12810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02908B-6A18-F889-8006-9819F25950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159" y="4377761"/>
            <a:ext cx="1192954" cy="17941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D774B27-3C85-0F3D-6A78-9A25E5D454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2967" y="4377761"/>
            <a:ext cx="1254072" cy="18096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2321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B5A112-0BC6-8C19-295B-705008A0C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>
            <a:extLst>
              <a:ext uri="{FF2B5EF4-FFF2-40B4-BE49-F238E27FC236}">
                <a16:creationId xmlns:a16="http://schemas.microsoft.com/office/drawing/2014/main" id="{0B0393ED-35C5-E5D6-7432-D089D64A9D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583271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6E1516A-0C73-3ECE-6285-6DC39EDBB5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CDA5FF7-D592-B021-30C3-0C84E73D2516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>
            <a:extLst>
              <a:ext uri="{FF2B5EF4-FFF2-40B4-BE49-F238E27FC236}">
                <a16:creationId xmlns:a16="http://schemas.microsoft.com/office/drawing/2014/main" id="{705E1743-793C-0B50-DB93-9C95070E68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A400101-85B9-BEE1-3E1D-95DD0ACE3E49}"/>
              </a:ext>
            </a:extLst>
          </p:cNvPr>
          <p:cNvSpPr/>
          <p:nvPr/>
        </p:nvSpPr>
        <p:spPr>
          <a:xfrm>
            <a:off x="309366" y="300729"/>
            <a:ext cx="3612015" cy="651154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KATAKANA</a:t>
            </a:r>
            <a:endParaRPr lang="en-US" sz="4000" b="1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588207-BC0D-F604-26A7-2E2A4A76D6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091" y="1086820"/>
            <a:ext cx="6325491" cy="5090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BFDB0E-F4F8-3209-4312-3F8ABCBA74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78335" y="663528"/>
            <a:ext cx="5137330" cy="59367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32C21E-4A88-C9CF-9869-9D5B7A2A444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18320" y="3299372"/>
            <a:ext cx="1859115" cy="27886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635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1D67C-863C-A7CB-DC9C-BA36AE300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1A7C22-DC2B-8B6A-32DC-A353FB5BF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>
            <a:extLst>
              <a:ext uri="{FF2B5EF4-FFF2-40B4-BE49-F238E27FC236}">
                <a16:creationId xmlns:a16="http://schemas.microsoft.com/office/drawing/2014/main" id="{75FDC4CB-3C42-5B47-1FEA-CC2D95C2C8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C3092D-786B-E2D7-A730-7ED8107A7E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ED00990-F535-8A22-9E20-F5983F5A7EB1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>
            <a:extLst>
              <a:ext uri="{FF2B5EF4-FFF2-40B4-BE49-F238E27FC236}">
                <a16:creationId xmlns:a16="http://schemas.microsoft.com/office/drawing/2014/main" id="{50ECB1CB-62C3-0CFA-9CA5-3F9091E9AE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CE3AD79-5EFD-EA28-B491-ED8BB988D09A}"/>
              </a:ext>
            </a:extLst>
          </p:cNvPr>
          <p:cNvSpPr/>
          <p:nvPr/>
        </p:nvSpPr>
        <p:spPr>
          <a:xfrm>
            <a:off x="309366" y="300729"/>
            <a:ext cx="3612015" cy="651154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KATAKANA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B7D92-4731-6DDB-2E5F-6F4F0009B0B9}"/>
              </a:ext>
            </a:extLst>
          </p:cNvPr>
          <p:cNvSpPr txBox="1"/>
          <p:nvPr/>
        </p:nvSpPr>
        <p:spPr>
          <a:xfrm>
            <a:off x="565461" y="1289402"/>
            <a:ext cx="21825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カ→</a:t>
            </a:r>
            <a:r>
              <a:rPr lang="ja-JP" altLang="en-US" sz="48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ガ</a:t>
            </a:r>
            <a:endParaRPr lang="en-US" altLang="ja-JP" sz="4800" b="1" dirty="0">
              <a:solidFill>
                <a:srgbClr val="FF0000"/>
              </a:solidFill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328335-9237-F270-D97A-82CED51B20B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89" t="936" r="1720"/>
          <a:stretch>
            <a:fillRect/>
          </a:stretch>
        </p:blipFill>
        <p:spPr>
          <a:xfrm>
            <a:off x="670393" y="2255336"/>
            <a:ext cx="8110298" cy="3327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0619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2B020-B028-8A1E-4387-514DC58C4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24A0E1-6084-B82F-F9DB-E28EC86D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7635566-6148-5745-971B-210EB2FBE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9CCFBDF-2046-7B25-35F8-37E040139990}"/>
              </a:ext>
            </a:extLst>
          </p:cNvPr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9A858AD9-2E12-B0FD-12E6-4A40D8185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2D93C22-74B5-1921-3F5E-4AD68A255EBA}"/>
              </a:ext>
            </a:extLst>
          </p:cNvPr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454E8D-C332-2837-5025-CA3B9A51174A}"/>
              </a:ext>
            </a:extLst>
          </p:cNvPr>
          <p:cNvSpPr txBox="1"/>
          <p:nvPr/>
        </p:nvSpPr>
        <p:spPr>
          <a:xfrm>
            <a:off x="1116862" y="1743703"/>
            <a:ext cx="1499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ガ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ム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BD467F-9A24-F0C3-B509-193C50EF0E13}"/>
              </a:ext>
            </a:extLst>
          </p:cNvPr>
          <p:cNvSpPr txBox="1"/>
          <p:nvPr/>
        </p:nvSpPr>
        <p:spPr>
          <a:xfrm>
            <a:off x="4537783" y="974262"/>
            <a:ext cx="2063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ギ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フト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153F01-ECFC-A05F-2CEA-767F48BCD976}"/>
              </a:ext>
            </a:extLst>
          </p:cNvPr>
          <p:cNvSpPr txBox="1"/>
          <p:nvPr/>
        </p:nvSpPr>
        <p:spPr>
          <a:xfrm>
            <a:off x="8019641" y="1743703"/>
            <a:ext cx="16489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グ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ミ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552BFB0-6601-FA53-3CB2-589F308C2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0849">
            <a:off x="826244" y="2049929"/>
            <a:ext cx="2698252" cy="30604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40712A2-E4B1-4C71-E94B-5DC2604E0F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6592" y="2524632"/>
            <a:ext cx="2703648" cy="27036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88363A-C62E-AA8D-9E92-CB5FCD6EAF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2212" y="1743703"/>
            <a:ext cx="2770157" cy="281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91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E9960-2C65-F774-E381-681B9AA14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D8A757-AF3E-DB2F-9177-24D99220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CF44B2-76DC-9B55-E395-717F6DC48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37F1D5-700E-302A-10CA-EB27A9279525}"/>
              </a:ext>
            </a:extLst>
          </p:cNvPr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80E666C7-A718-37D5-E89F-5D1252BDF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301B7F-F015-AC2C-6F56-E796CE34F1E0}"/>
              </a:ext>
            </a:extLst>
          </p:cNvPr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303B5F-F483-BAC4-15E3-FD35D98B0AFF}"/>
              </a:ext>
            </a:extLst>
          </p:cNvPr>
          <p:cNvSpPr txBox="1"/>
          <p:nvPr/>
        </p:nvSpPr>
        <p:spPr>
          <a:xfrm>
            <a:off x="8118286" y="2057274"/>
            <a:ext cx="1499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ゴ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ミ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5B85BF-2FE0-B846-BB21-5B5936635541}"/>
              </a:ext>
            </a:extLst>
          </p:cNvPr>
          <p:cNvSpPr txBox="1"/>
          <p:nvPr/>
        </p:nvSpPr>
        <p:spPr>
          <a:xfrm>
            <a:off x="1155979" y="2055813"/>
            <a:ext cx="21235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グ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ルメ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EC44F3-FFB1-5204-39C0-5A6F79DF1961}"/>
              </a:ext>
            </a:extLst>
          </p:cNvPr>
          <p:cNvSpPr txBox="1"/>
          <p:nvPr/>
        </p:nvSpPr>
        <p:spPr>
          <a:xfrm>
            <a:off x="4556184" y="790997"/>
            <a:ext cx="206377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ゲ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スト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D320D7-2EE5-1085-88F3-14CDE3590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3642" y="2779215"/>
            <a:ext cx="2528304" cy="270398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C6F6E26-B4AB-B10B-2831-890357227F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8373" y="1617718"/>
            <a:ext cx="3195323" cy="281587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CEE1666-ED5E-CB2B-FFD5-30BF742763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330" y="2632811"/>
            <a:ext cx="3317048" cy="244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389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55A96-BC88-C606-2A08-75AD824D9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36F42C-84BB-C66D-F62C-1C51DBB0B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>
            <a:extLst>
              <a:ext uri="{FF2B5EF4-FFF2-40B4-BE49-F238E27FC236}">
                <a16:creationId xmlns:a16="http://schemas.microsoft.com/office/drawing/2014/main" id="{26109A2B-2E19-BF3A-2373-D238056923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882C39-E1A4-0463-1464-14B2CD3315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7755B84-FCAC-A56B-D773-64C9CCDEB032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>
            <a:extLst>
              <a:ext uri="{FF2B5EF4-FFF2-40B4-BE49-F238E27FC236}">
                <a16:creationId xmlns:a16="http://schemas.microsoft.com/office/drawing/2014/main" id="{8F35428D-9C26-6FFA-9A22-3470468E4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94252C0-A5AF-A41C-48A9-2CC47091EB54}"/>
              </a:ext>
            </a:extLst>
          </p:cNvPr>
          <p:cNvSpPr/>
          <p:nvPr/>
        </p:nvSpPr>
        <p:spPr>
          <a:xfrm>
            <a:off x="309366" y="300729"/>
            <a:ext cx="3612015" cy="651154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KATAKANA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BFFC13-FB16-F78F-95DA-EB7153B6E3DF}"/>
              </a:ext>
            </a:extLst>
          </p:cNvPr>
          <p:cNvSpPr txBox="1"/>
          <p:nvPr/>
        </p:nvSpPr>
        <p:spPr>
          <a:xfrm>
            <a:off x="565461" y="1289402"/>
            <a:ext cx="21825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サ→</a:t>
            </a:r>
            <a:r>
              <a:rPr lang="ja-JP" altLang="en-US" sz="48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ザ</a:t>
            </a:r>
            <a:endParaRPr lang="en-US" altLang="ja-JP" sz="4800" b="1" dirty="0">
              <a:solidFill>
                <a:srgbClr val="FF0000"/>
              </a:solidFill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7BA696-5DF8-AD9C-E22B-8F1DE41E213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02" t="2203" r="928" b="1056"/>
          <a:stretch>
            <a:fillRect/>
          </a:stretch>
        </p:blipFill>
        <p:spPr>
          <a:xfrm>
            <a:off x="685383" y="2255336"/>
            <a:ext cx="8192059" cy="33132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6346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6F9E-2572-6547-022E-F909F19B7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7F96EE-31CE-D066-FB4E-98FB2420D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85F3DDF-828B-45A7-0D3B-9F8E746A2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BB3794-B6CF-37ED-D589-4FD87455D591}"/>
              </a:ext>
            </a:extLst>
          </p:cNvPr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75D9B2AA-6332-1273-58D6-782786418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C43762-E33A-03CB-41A6-C88FFDE24818}"/>
              </a:ext>
            </a:extLst>
          </p:cNvPr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F3721A-4489-394B-BF1D-770EFACDB51E}"/>
              </a:ext>
            </a:extLst>
          </p:cNvPr>
          <p:cNvSpPr txBox="1"/>
          <p:nvPr/>
        </p:nvSpPr>
        <p:spPr>
          <a:xfrm>
            <a:off x="922187" y="1916592"/>
            <a:ext cx="24583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ザ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リガニ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7BDC6B-8E2E-BEC9-A503-EE766AB1D210}"/>
              </a:ext>
            </a:extLst>
          </p:cNvPr>
          <p:cNvSpPr txBox="1"/>
          <p:nvPr/>
        </p:nvSpPr>
        <p:spPr>
          <a:xfrm>
            <a:off x="7611550" y="1916592"/>
            <a:ext cx="2063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ザ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クロ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B02213-BD6A-E9D9-62E5-7F83CA1A2EAC}"/>
              </a:ext>
            </a:extLst>
          </p:cNvPr>
          <p:cNvSpPr txBox="1"/>
          <p:nvPr/>
        </p:nvSpPr>
        <p:spPr>
          <a:xfrm>
            <a:off x="4342553" y="1102706"/>
            <a:ext cx="24542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ゼ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ラチン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611EAC-ACD2-6B72-CB20-064C59B24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067" y="2686033"/>
            <a:ext cx="2854452" cy="22514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3248C97-21EF-D3D3-1A62-3E8E77A352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137" y="2653147"/>
            <a:ext cx="2782343" cy="26352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4DA0FE6-66E2-BCA9-DF8F-AA113CDFB3A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9531" y="1872147"/>
            <a:ext cx="2854452" cy="285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894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E59D-BDAA-FAC3-6E8E-6912C6B63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93AFC0-8F2F-7783-559D-29A48CF58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E20DC8-9CC5-1BBA-47BB-09FDE147D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F3906E-6ED7-C935-BFA8-215196FF6450}"/>
              </a:ext>
            </a:extLst>
          </p:cNvPr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CB2AAB48-DFD5-AD63-4874-47CF3A444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E987460-351F-EE74-83B3-18845716B7DC}"/>
              </a:ext>
            </a:extLst>
          </p:cNvPr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83B4E8-3F8C-A0AB-34D9-0625784CF215}"/>
              </a:ext>
            </a:extLst>
          </p:cNvPr>
          <p:cNvSpPr txBox="1"/>
          <p:nvPr/>
        </p:nvSpPr>
        <p:spPr>
          <a:xfrm>
            <a:off x="1231235" y="1778691"/>
            <a:ext cx="1499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ゾ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ウ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661904-691C-DEB4-AAA8-51F81116EEC2}"/>
              </a:ext>
            </a:extLst>
          </p:cNvPr>
          <p:cNvSpPr txBox="1"/>
          <p:nvPr/>
        </p:nvSpPr>
        <p:spPr>
          <a:xfrm>
            <a:off x="4567613" y="1151078"/>
            <a:ext cx="14294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ゼ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ミ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C3598A-122E-9B70-E83A-65C7FB842A78}"/>
              </a:ext>
            </a:extLst>
          </p:cNvPr>
          <p:cNvSpPr txBox="1"/>
          <p:nvPr/>
        </p:nvSpPr>
        <p:spPr>
          <a:xfrm>
            <a:off x="7925625" y="1778690"/>
            <a:ext cx="14990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ジ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ム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84559C-26A1-16FB-31B9-3B1D4E1552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342" y="2477860"/>
            <a:ext cx="2892675" cy="25817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5D8ECC-6BE6-437A-4656-657089CD5A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2948" y="1920519"/>
            <a:ext cx="3140637" cy="27284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015AEC-C68D-7D2B-79E6-5C0E076629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0516" y="2309030"/>
            <a:ext cx="2919372" cy="291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7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F94F1-799F-D588-6956-1C3727C8C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9789D4-4852-A9FA-195A-2BAB172E7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graphicFrame>
        <p:nvGraphicFramePr>
          <p:cNvPr id="16" name="Объект 15">
            <a:extLst>
              <a:ext uri="{FF2B5EF4-FFF2-40B4-BE49-F238E27FC236}">
                <a16:creationId xmlns:a16="http://schemas.microsoft.com/office/drawing/2014/main" id="{3517FB85-1BEB-1E9E-D3B3-1CA4280461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C893D4-4891-5C8A-C21E-C2DF63B7AF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DB940C8-26E3-3BE2-F800-A29F796DB38A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Logo">
            <a:extLst>
              <a:ext uri="{FF2B5EF4-FFF2-40B4-BE49-F238E27FC236}">
                <a16:creationId xmlns:a16="http://schemas.microsoft.com/office/drawing/2014/main" id="{12F90F81-A6F1-660D-EE56-7DE6B4F43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A0A5E5F-89E6-8259-316A-6E314024B130}"/>
              </a:ext>
            </a:extLst>
          </p:cNvPr>
          <p:cNvSpPr/>
          <p:nvPr/>
        </p:nvSpPr>
        <p:spPr>
          <a:xfrm>
            <a:off x="309366" y="300729"/>
            <a:ext cx="3612015" cy="651154"/>
          </a:xfrm>
          <a:prstGeom prst="roundRect">
            <a:avLst/>
          </a:prstGeom>
          <a:solidFill>
            <a:schemeClr val="bg1"/>
          </a:solidFill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KATAKANA</a:t>
            </a:r>
            <a:endParaRPr lang="en-US" sz="40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4D669A-59A4-6666-726B-6C953E1C34EB}"/>
              </a:ext>
            </a:extLst>
          </p:cNvPr>
          <p:cNvSpPr txBox="1"/>
          <p:nvPr/>
        </p:nvSpPr>
        <p:spPr>
          <a:xfrm>
            <a:off x="565461" y="1289402"/>
            <a:ext cx="21825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タ→</a:t>
            </a:r>
            <a:r>
              <a:rPr lang="ja-JP" altLang="en-US" sz="48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ダ</a:t>
            </a:r>
            <a:endParaRPr lang="en-US" altLang="ja-JP" sz="4800" b="1" dirty="0">
              <a:solidFill>
                <a:srgbClr val="FF0000"/>
              </a:solidFill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FC418E-95CE-9560-67EC-B04CDB47061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10" t="911" r="983" b="2024"/>
          <a:stretch>
            <a:fillRect/>
          </a:stretch>
        </p:blipFill>
        <p:spPr>
          <a:xfrm>
            <a:off x="715362" y="2250851"/>
            <a:ext cx="8372987" cy="33177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4807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4A26A-0455-342B-655D-11A71A277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C18D37-F75D-4952-45E9-4F0CD3155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3C3C08-E8EE-7E93-F670-100EA952D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9ED28F-04F5-0A80-F4F3-8902590C1044}"/>
              </a:ext>
            </a:extLst>
          </p:cNvPr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4A263BAE-52C8-0CB4-58FC-E93BA8462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9C53F71-ED78-415E-980C-7230AE0C8314}"/>
              </a:ext>
            </a:extLst>
          </p:cNvPr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BD0C46-7027-6235-E5A2-60A4441AC8BE}"/>
              </a:ext>
            </a:extLst>
          </p:cNvPr>
          <p:cNvSpPr txBox="1"/>
          <p:nvPr/>
        </p:nvSpPr>
        <p:spPr>
          <a:xfrm>
            <a:off x="1146339" y="1535799"/>
            <a:ext cx="20637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ダ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ンス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96C066-799C-D822-D2DA-95D8686FFFF8}"/>
              </a:ext>
            </a:extLst>
          </p:cNvPr>
          <p:cNvSpPr txBox="1"/>
          <p:nvPr/>
        </p:nvSpPr>
        <p:spPr>
          <a:xfrm>
            <a:off x="4487941" y="1148514"/>
            <a:ext cx="2063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ダ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イヤ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CB7AED-586E-8DD0-2CFF-9C007E743C81}"/>
              </a:ext>
            </a:extLst>
          </p:cNvPr>
          <p:cNvSpPr txBox="1"/>
          <p:nvPr/>
        </p:nvSpPr>
        <p:spPr>
          <a:xfrm>
            <a:off x="7389930" y="1533235"/>
            <a:ext cx="24781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デ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ザイン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BD135D8-A98A-3B3C-1355-D600E6A08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55" y="2224441"/>
            <a:ext cx="2618430" cy="297456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725FEFB-EBDC-8F3D-00EE-8F4B57E199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9930" y="2224441"/>
            <a:ext cx="2478116" cy="266106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6C388A9-DE17-2F0B-8018-E4BE33CC8C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5234" y="1692225"/>
            <a:ext cx="3469832" cy="261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36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421F6-2DDB-8266-36B2-F3DAC7D0C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F5FA25-333B-C488-05A0-3E95D3F65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DE82A14-F5D4-67CC-DBF4-CF61B3D6C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1A08224-912D-699C-AB36-CC0CF9598017}"/>
              </a:ext>
            </a:extLst>
          </p:cNvPr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492A6374-A1F0-285A-6C39-2FE51F8F9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29D1DCB-39E8-A31E-B83A-DE36052272BA}"/>
              </a:ext>
            </a:extLst>
          </p:cNvPr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SO‘ZLAR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2FDFC-BDED-37C7-45C7-303F6C40EA1D}"/>
              </a:ext>
            </a:extLst>
          </p:cNvPr>
          <p:cNvSpPr txBox="1"/>
          <p:nvPr/>
        </p:nvSpPr>
        <p:spPr>
          <a:xfrm>
            <a:off x="1056904" y="1582252"/>
            <a:ext cx="20637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ド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ラマ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B5A6B0-C3FD-615F-E913-3BE567C5F0CA}"/>
              </a:ext>
            </a:extLst>
          </p:cNvPr>
          <p:cNvSpPr txBox="1"/>
          <p:nvPr/>
        </p:nvSpPr>
        <p:spPr>
          <a:xfrm>
            <a:off x="4412255" y="1151078"/>
            <a:ext cx="26183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ド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キドキ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414F9A-3531-C6B3-B124-DC165393FE3B}"/>
              </a:ext>
            </a:extLst>
          </p:cNvPr>
          <p:cNvSpPr txBox="1"/>
          <p:nvPr/>
        </p:nvSpPr>
        <p:spPr>
          <a:xfrm>
            <a:off x="8175054" y="1613368"/>
            <a:ext cx="130595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4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ダ</a:t>
            </a:r>
            <a:r>
              <a:rPr lang="ja-JP" altLang="en-US" sz="44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メ</a:t>
            </a:r>
            <a:endParaRPr lang="en-US" sz="44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747104-9B61-5288-0070-ADA123762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52" y="2243256"/>
            <a:ext cx="3105642" cy="28455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461DC10-0036-FCA6-A1A4-5FFC7C5D80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6544" y="1848734"/>
            <a:ext cx="2929777" cy="284554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ABE5366-3906-F6BF-BF7D-B543D9FE24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3154" y="2305489"/>
            <a:ext cx="2294280" cy="274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322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6E5F6-0FFC-2A44-EC12-7D58091B1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F2E374-7994-CFBA-629F-0B0CB49DD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BD5AEA2-FF89-1A05-CF5D-DAC374BE0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961336-38A0-2071-BC60-EC33CD435C95}"/>
              </a:ext>
            </a:extLst>
          </p:cNvPr>
          <p:cNvCxnSpPr/>
          <p:nvPr/>
        </p:nvCxnSpPr>
        <p:spPr>
          <a:xfrm>
            <a:off x="10301154" y="340365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Logo">
            <a:extLst>
              <a:ext uri="{FF2B5EF4-FFF2-40B4-BE49-F238E27FC236}">
                <a16:creationId xmlns:a16="http://schemas.microsoft.com/office/drawing/2014/main" id="{EBB0B47A-4230-60DB-D630-0A5841DF1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4875" y="447238"/>
            <a:ext cx="1102033" cy="1088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D8B05AA-D5C1-EB1F-2306-C06150307894}"/>
              </a:ext>
            </a:extLst>
          </p:cNvPr>
          <p:cNvSpPr/>
          <p:nvPr/>
        </p:nvSpPr>
        <p:spPr>
          <a:xfrm>
            <a:off x="308472" y="340365"/>
            <a:ext cx="2307406" cy="65115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O‘YIN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3B26E2-6D6C-8D0C-519D-9711AC9ABA26}"/>
              </a:ext>
            </a:extLst>
          </p:cNvPr>
          <p:cNvSpPr txBox="1"/>
          <p:nvPr/>
        </p:nvSpPr>
        <p:spPr>
          <a:xfrm>
            <a:off x="974293" y="1265928"/>
            <a:ext cx="1274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GOLF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AB996C-0835-C7D0-8780-6969684AD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952" y="1893892"/>
            <a:ext cx="2458845" cy="272071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1728FBE-BE88-1AE4-28E3-AC720389D865}"/>
              </a:ext>
            </a:extLst>
          </p:cNvPr>
          <p:cNvSpPr txBox="1"/>
          <p:nvPr/>
        </p:nvSpPr>
        <p:spPr>
          <a:xfrm>
            <a:off x="826578" y="4735244"/>
            <a:ext cx="16513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ゴ</a:t>
            </a:r>
            <a:r>
              <a:rPr lang="ja-JP" altLang="en-US" sz="36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ルフ</a:t>
            </a:r>
            <a:endParaRPr lang="en-US" sz="36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9C5B1E-50E1-4C95-4B14-B9A93ACF0BA0}"/>
              </a:ext>
            </a:extLst>
          </p:cNvPr>
          <p:cNvSpPr txBox="1"/>
          <p:nvPr/>
        </p:nvSpPr>
        <p:spPr>
          <a:xfrm>
            <a:off x="3342178" y="601230"/>
            <a:ext cx="1274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ZERO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B9B3722-A7C5-F819-59DA-E4805582C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1549" y="1247561"/>
            <a:ext cx="1676279" cy="196563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F508506-CDF4-50FC-2FCA-4F64BB762403}"/>
              </a:ext>
            </a:extLst>
          </p:cNvPr>
          <p:cNvSpPr txBox="1"/>
          <p:nvPr/>
        </p:nvSpPr>
        <p:spPr>
          <a:xfrm>
            <a:off x="3357767" y="3299373"/>
            <a:ext cx="1430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ゼ</a:t>
            </a:r>
            <a:r>
              <a:rPr lang="ja-JP" altLang="en-US" sz="36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ロ</a:t>
            </a:r>
            <a:endParaRPr lang="en-US" sz="36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7CCB03E-5626-D061-A95F-E866688E72EB}"/>
              </a:ext>
            </a:extLst>
          </p:cNvPr>
          <p:cNvSpPr txBox="1"/>
          <p:nvPr/>
        </p:nvSpPr>
        <p:spPr>
          <a:xfrm>
            <a:off x="5720914" y="1265929"/>
            <a:ext cx="1199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DESK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915E063-492D-6AFA-6117-15FBD3AB3D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9999" y="1891909"/>
            <a:ext cx="2701042" cy="294793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B13F1CD-4D3F-7EF4-86F9-813853748918}"/>
              </a:ext>
            </a:extLst>
          </p:cNvPr>
          <p:cNvSpPr txBox="1"/>
          <p:nvPr/>
        </p:nvSpPr>
        <p:spPr>
          <a:xfrm>
            <a:off x="5494868" y="4937771"/>
            <a:ext cx="1651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デ</a:t>
            </a:r>
            <a:r>
              <a:rPr lang="ja-JP" altLang="en-US" sz="36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スク</a:t>
            </a:r>
            <a:endParaRPr lang="en-US" sz="36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F39DD2-F094-659E-BC7E-7EEA848B9964}"/>
              </a:ext>
            </a:extLst>
          </p:cNvPr>
          <p:cNvSpPr txBox="1"/>
          <p:nvPr/>
        </p:nvSpPr>
        <p:spPr>
          <a:xfrm>
            <a:off x="8242312" y="704740"/>
            <a:ext cx="14875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3600" b="1" dirty="0"/>
              <a:t>DRESS</a:t>
            </a:r>
            <a:endParaRPr lang="en-US" sz="3600" b="1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F388788-9B21-33B8-B542-9F401242D7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4287" y="1480467"/>
            <a:ext cx="2170821" cy="249406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6C07879A-F06F-C094-3CAC-E6116BC4F5F8}"/>
              </a:ext>
            </a:extLst>
          </p:cNvPr>
          <p:cNvSpPr txBox="1"/>
          <p:nvPr/>
        </p:nvSpPr>
        <p:spPr>
          <a:xfrm>
            <a:off x="8130798" y="4103930"/>
            <a:ext cx="1710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solidFill>
                  <a:srgbClr val="FF0000"/>
                </a:solidFill>
              </a:rPr>
              <a:t>ド</a:t>
            </a:r>
            <a:r>
              <a:rPr lang="ja-JP" altLang="en-US" sz="3600" b="1" dirty="0"/>
              <a:t>レス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07646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1" grpId="0"/>
      <p:bldP spid="23" grpId="0"/>
      <p:bldP spid="24" grpId="0"/>
      <p:bldP spid="26" grpId="0"/>
      <p:bldP spid="27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2A4F3-403C-8671-2C07-21F5B52D3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93B440-0A84-3D19-7078-A90A49BD09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336BA7-08E7-F740-7793-0527604F87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7A4EAB-B0E0-AAAA-FB33-61CC830B5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9B2964-7C35-907D-8742-EF4AFB679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6" name="Rectangle: Rounded Corners 7">
            <a:extLst>
              <a:ext uri="{FF2B5EF4-FFF2-40B4-BE49-F238E27FC236}">
                <a16:creationId xmlns:a16="http://schemas.microsoft.com/office/drawing/2014/main" id="{BAAD7D5E-63D6-8040-1FAF-DD4AFCB2A224}"/>
              </a:ext>
            </a:extLst>
          </p:cNvPr>
          <p:cNvSpPr/>
          <p:nvPr/>
        </p:nvSpPr>
        <p:spPr>
          <a:xfrm>
            <a:off x="297487" y="365787"/>
            <a:ext cx="2987974" cy="944381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ea typeface="UD Digi Kyokasho N" panose="02020400000000000000" pitchFamily="17" charset="-128"/>
              </a:rPr>
              <a:t>YAKUNLASH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1D4D0F-1F30-0353-892F-50EC5BE4D810}"/>
              </a:ext>
            </a:extLst>
          </p:cNvPr>
          <p:cNvCxnSpPr/>
          <p:nvPr/>
        </p:nvCxnSpPr>
        <p:spPr>
          <a:xfrm>
            <a:off x="9827046" y="340364"/>
            <a:ext cx="0" cy="5918016"/>
          </a:xfrm>
          <a:prstGeom prst="line">
            <a:avLst/>
          </a:prstGeom>
          <a:ln w="38100"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B6E89485-AAFD-E55D-0D25-CB2C15CE33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58"/>
          <a:stretch>
            <a:fillRect/>
          </a:stretch>
        </p:blipFill>
        <p:spPr>
          <a:xfrm>
            <a:off x="9959256" y="3429000"/>
            <a:ext cx="1827652" cy="26528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D10F00-91B6-6E8C-01C7-2235967FC5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487" y="2933328"/>
            <a:ext cx="4532124" cy="18019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45CFBE-76F9-1769-0D4E-3C2858F740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4558" y="962837"/>
            <a:ext cx="4518472" cy="18019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8D34B7-3B1C-6DDE-7818-C09A66274F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820" y="3669489"/>
            <a:ext cx="4631807" cy="18196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D0B8F14-C3CF-358D-BA87-727B1560A928}"/>
              </a:ext>
            </a:extLst>
          </p:cNvPr>
          <p:cNvSpPr txBox="1"/>
          <p:nvPr/>
        </p:nvSpPr>
        <p:spPr>
          <a:xfrm>
            <a:off x="4022349" y="340364"/>
            <a:ext cx="2668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サ</a:t>
            </a:r>
            <a:r>
              <a:rPr lang="ja-JP" altLang="en-US" sz="36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→ザ</a:t>
            </a:r>
            <a:endParaRPr lang="en-US" sz="36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CDAAAE-D2C4-1FF9-4E0F-4EC55E31004F}"/>
              </a:ext>
            </a:extLst>
          </p:cNvPr>
          <p:cNvSpPr txBox="1"/>
          <p:nvPr/>
        </p:nvSpPr>
        <p:spPr>
          <a:xfrm>
            <a:off x="259618" y="2313532"/>
            <a:ext cx="2067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カ</a:t>
            </a:r>
            <a:r>
              <a:rPr lang="ja-JP" altLang="en-US" sz="36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→ガ</a:t>
            </a:r>
            <a:endParaRPr lang="en-US" sz="36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869957-2F2D-60A1-D01D-3021BA674F44}"/>
              </a:ext>
            </a:extLst>
          </p:cNvPr>
          <p:cNvSpPr txBox="1"/>
          <p:nvPr/>
        </p:nvSpPr>
        <p:spPr>
          <a:xfrm>
            <a:off x="4867480" y="3085682"/>
            <a:ext cx="1728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600" b="1" dirty="0">
                <a:solidFill>
                  <a:srgbClr val="FF0000"/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タ</a:t>
            </a:r>
            <a:r>
              <a:rPr lang="ja-JP" altLang="en-US" sz="3600" b="1" dirty="0"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→ダ</a:t>
            </a:r>
            <a:endParaRPr lang="en-US" sz="3600" b="1" dirty="0"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1193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BB3AA-5DE5-CEB1-B1D8-F26D563FE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111E43-36A7-D5DA-7482-158E8B35A7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5D925E-5C07-7F43-97A2-FEBEEFD094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A968E2-26DD-9EAC-3D02-31CC33E81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580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7924CBB-55B4-7633-BD5A-0DED164C3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579" y="409767"/>
            <a:ext cx="1576803" cy="1551755"/>
          </a:xfrm>
          <a:prstGeom prst="rect">
            <a:avLst/>
          </a:prstGeom>
        </p:spPr>
      </p:pic>
      <p:sp>
        <p:nvSpPr>
          <p:cNvPr id="7" name="Rectangle: Rounded Corners 8">
            <a:extLst>
              <a:ext uri="{FF2B5EF4-FFF2-40B4-BE49-F238E27FC236}">
                <a16:creationId xmlns:a16="http://schemas.microsoft.com/office/drawing/2014/main" id="{901E25CF-4DBD-4031-953F-018569EDCE61}"/>
              </a:ext>
            </a:extLst>
          </p:cNvPr>
          <p:cNvSpPr/>
          <p:nvPr/>
        </p:nvSpPr>
        <p:spPr>
          <a:xfrm>
            <a:off x="2646573" y="1769177"/>
            <a:ext cx="6277079" cy="2205604"/>
          </a:xfrm>
          <a:prstGeom prst="roundRect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5000" b="1" dirty="0">
                <a:ea typeface="UD Digi Kyokasho N" panose="02020400000000000000" pitchFamily="17" charset="-128"/>
              </a:rPr>
              <a:t>NIHONGO NO MICHI</a:t>
            </a:r>
          </a:p>
          <a:p>
            <a:pPr algn="ctr"/>
            <a:r>
              <a:rPr lang="ja-JP" altLang="en-US" sz="5000" b="1" dirty="0">
                <a:solidFill>
                  <a:schemeClr val="tx1"/>
                </a:solidFill>
                <a:ea typeface="UD Digi Kyokasho N" panose="02020400000000000000" pitchFamily="17" charset="-128"/>
              </a:rPr>
              <a:t>日本語の道</a:t>
            </a:r>
            <a:endParaRPr lang="ru-RU" altLang="ja-JP" sz="3600" b="1" dirty="0">
              <a:solidFill>
                <a:schemeClr val="tx1"/>
              </a:solidFill>
              <a:ea typeface="UD Digi Kyokasho N" panose="02020400000000000000" pitchFamily="17" charset="-12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BFBCBA-9AA5-BFC0-640D-67D9C9676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969" y="4634310"/>
            <a:ext cx="972260" cy="12810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1FFBDF-46EC-4E8D-B75C-98ACBB8961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159" y="4242130"/>
            <a:ext cx="1246468" cy="18746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8B6D2E7-E1EA-01A4-0D39-1FC586ED46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7969" y="4242130"/>
            <a:ext cx="1299070" cy="18746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208510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10497</TotalTime>
  <Words>88</Words>
  <Application>Microsoft Office PowerPoint</Application>
  <PresentationFormat>Widescreen</PresentationFormat>
  <Paragraphs>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UD Digi Kyokasho N</vt:lpstr>
      <vt:lpstr>UD Digi Kyokasho N</vt:lpstr>
      <vt:lpstr>Arial</vt:lpstr>
      <vt:lpstr>Calibri</vt:lpstr>
      <vt:lpstr>Calibri Light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shaxboz2027@gmail.com</dc:creator>
  <cp:lastModifiedBy>kama ruzmetova</cp:lastModifiedBy>
  <cp:revision>16</cp:revision>
  <dcterms:created xsi:type="dcterms:W3CDTF">2026-01-28T00:18:32Z</dcterms:created>
  <dcterms:modified xsi:type="dcterms:W3CDTF">2026-02-19T08:09:43Z</dcterms:modified>
</cp:coreProperties>
</file>