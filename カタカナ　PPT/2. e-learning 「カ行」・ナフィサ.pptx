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90" r:id="rId5"/>
    <p:sldId id="291" r:id="rId6"/>
    <p:sldId id="292" r:id="rId7"/>
    <p:sldId id="293" r:id="rId8"/>
    <p:sldId id="296" r:id="rId9"/>
    <p:sldId id="295" r:id="rId10"/>
    <p:sldId id="300" r:id="rId11"/>
    <p:sldId id="297" r:id="rId12"/>
    <p:sldId id="301" r:id="rId13"/>
    <p:sldId id="273" r:id="rId14"/>
    <p:sldId id="302" r:id="rId15"/>
    <p:sldId id="303" r:id="rId16"/>
    <p:sldId id="305" r:id="rId17"/>
    <p:sldId id="304" r:id="rId18"/>
    <p:sldId id="277" r:id="rId19"/>
    <p:sldId id="282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F6C3FF"/>
    <a:srgbClr val="4472C4"/>
    <a:srgbClr val="DAE3F3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55" d="100"/>
          <a:sy n="55" d="100"/>
        </p:scale>
        <p:origin x="1060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9C743-A46B-4402-A3C8-3A15B82E4136}" type="doc">
      <dgm:prSet loTypeId="urn:microsoft.com/office/officeart/2008/layout/VerticalCurvedList#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6EE42F7A-863F-4B06-B6FD-8221A611A62B}">
      <dgm:prSet phldrT="[Text]" custT="1"/>
      <dgm:spPr/>
      <dgm:t>
        <a:bodyPr/>
        <a:lstStyle/>
        <a:p>
          <a:r>
            <a:rPr lang="en-US" sz="3200" b="1" dirty="0"/>
            <a:t>TAKRORLASH</a:t>
          </a:r>
        </a:p>
      </dgm:t>
    </dgm:pt>
    <dgm:pt modelId="{75669545-7AB7-4613-9BA2-500A863606B4}" type="parTrans" cxnId="{6EE2B4E3-66B6-435C-89D6-2D952B0901E1}">
      <dgm:prSet/>
      <dgm:spPr/>
      <dgm:t>
        <a:bodyPr/>
        <a:lstStyle/>
        <a:p>
          <a:endParaRPr lang="en-US"/>
        </a:p>
      </dgm:t>
    </dgm:pt>
    <dgm:pt modelId="{F5030BB9-21B7-4C22-B975-C46CE1E59C47}" type="sibTrans" cxnId="{6EE2B4E3-66B6-435C-89D6-2D952B0901E1}">
      <dgm:prSet/>
      <dgm:spPr/>
      <dgm:t>
        <a:bodyPr/>
        <a:lstStyle/>
        <a:p>
          <a:endParaRPr lang="en-US"/>
        </a:p>
      </dgm:t>
    </dgm:pt>
    <dgm:pt modelId="{F83A495B-DC2E-4083-BEF9-6EBF29456FFB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itchFamily="34" charset="0"/>
              <a:ea typeface="Calibri" pitchFamily="34" charset="0"/>
              <a:cs typeface="Calibri" pitchFamily="34" charset="0"/>
            </a:rPr>
            <a:t>YOZISH TARTIBI</a:t>
          </a:r>
        </a:p>
      </dgm:t>
    </dgm:pt>
    <dgm:pt modelId="{B06F3CB6-DA4A-4C17-B128-DAE446B18610}" type="parTrans" cxnId="{D77CA9EB-EEA7-4295-929C-DF8152D46643}">
      <dgm:prSet/>
      <dgm:spPr/>
      <dgm:t>
        <a:bodyPr/>
        <a:lstStyle/>
        <a:p>
          <a:endParaRPr lang="en-US"/>
        </a:p>
      </dgm:t>
    </dgm:pt>
    <dgm:pt modelId="{9FDBBFD2-8C9F-44F5-9138-595BFDB27247}" type="sibTrans" cxnId="{D77CA9EB-EEA7-4295-929C-DF8152D46643}">
      <dgm:prSet/>
      <dgm:spPr/>
      <dgm:t>
        <a:bodyPr/>
        <a:lstStyle/>
        <a:p>
          <a:endParaRPr lang="en-US"/>
        </a:p>
      </dgm:t>
    </dgm:pt>
    <dgm:pt modelId="{38563CFE-0F3C-4B86-A259-26D612FA5BD0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itchFamily="34" charset="0"/>
              <a:ea typeface="Calibri" pitchFamily="34" charset="0"/>
              <a:cs typeface="Calibri" pitchFamily="34" charset="0"/>
            </a:rPr>
            <a:t> 5 TA HARF</a:t>
          </a:r>
        </a:p>
      </dgm:t>
    </dgm:pt>
    <dgm:pt modelId="{9B2D42B0-1CEF-4006-B883-CB9A5096A6D1}" type="parTrans" cxnId="{A233889A-D29E-4372-BC2D-767F3D2BB7D1}">
      <dgm:prSet/>
      <dgm:spPr/>
      <dgm:t>
        <a:bodyPr/>
        <a:lstStyle/>
        <a:p>
          <a:endParaRPr lang="en-US"/>
        </a:p>
      </dgm:t>
    </dgm:pt>
    <dgm:pt modelId="{B71F37DF-B0F0-4974-8A45-B7FCD09F0FD1}" type="sibTrans" cxnId="{A233889A-D29E-4372-BC2D-767F3D2BB7D1}">
      <dgm:prSet/>
      <dgm:spPr/>
      <dgm:t>
        <a:bodyPr/>
        <a:lstStyle/>
        <a:p>
          <a:endParaRPr lang="en-US"/>
        </a:p>
      </dgm:t>
    </dgm:pt>
    <dgm:pt modelId="{373440C4-F068-4D40-81AF-98DB45E486AE}">
      <dgm:prSet custT="1"/>
      <dgm:spPr/>
      <dgm:t>
        <a:bodyPr/>
        <a:lstStyle/>
        <a:p>
          <a:r>
            <a:rPr lang="ru-RU" sz="3200" b="1" dirty="0"/>
            <a:t>5 </a:t>
          </a:r>
          <a:r>
            <a:rPr lang="en-US" sz="3200" b="1" dirty="0"/>
            <a:t>TA SO’Z</a:t>
          </a:r>
          <a:endParaRPr lang="ru-RU" sz="3200" b="1" dirty="0"/>
        </a:p>
      </dgm:t>
    </dgm:pt>
    <dgm:pt modelId="{1D536E7A-0ADA-4B0E-B4F8-D688705DB58D}" type="parTrans" cxnId="{0D7938EE-AFF7-4788-B305-E5419D4B04BC}">
      <dgm:prSet/>
      <dgm:spPr/>
      <dgm:t>
        <a:bodyPr/>
        <a:lstStyle/>
        <a:p>
          <a:endParaRPr lang="ru-RU"/>
        </a:p>
      </dgm:t>
    </dgm:pt>
    <dgm:pt modelId="{73C3AB6E-D652-4D16-B51A-1D1F0B58CE20}" type="sibTrans" cxnId="{0D7938EE-AFF7-4788-B305-E5419D4B04BC}">
      <dgm:prSet/>
      <dgm:spPr/>
      <dgm:t>
        <a:bodyPr/>
        <a:lstStyle/>
        <a:p>
          <a:endParaRPr lang="ru-RU"/>
        </a:p>
      </dgm:t>
    </dgm:pt>
    <dgm:pt modelId="{9F3BDFE4-A36A-4721-B222-439FBFB4370F}" type="pres">
      <dgm:prSet presAssocID="{D9E9C743-A46B-4402-A3C8-3A15B82E4136}" presName="Name0" presStyleCnt="0">
        <dgm:presLayoutVars>
          <dgm:chMax val="7"/>
          <dgm:chPref val="7"/>
          <dgm:dir/>
        </dgm:presLayoutVars>
      </dgm:prSet>
      <dgm:spPr/>
    </dgm:pt>
    <dgm:pt modelId="{567993AD-CA05-4FE1-AB82-E44671B2220E}" type="pres">
      <dgm:prSet presAssocID="{D9E9C743-A46B-4402-A3C8-3A15B82E4136}" presName="Name1" presStyleCnt="0"/>
      <dgm:spPr/>
    </dgm:pt>
    <dgm:pt modelId="{F459BA65-E0F1-495C-9745-384B0C4F603D}" type="pres">
      <dgm:prSet presAssocID="{D9E9C743-A46B-4402-A3C8-3A15B82E4136}" presName="cycle" presStyleCnt="0"/>
      <dgm:spPr/>
    </dgm:pt>
    <dgm:pt modelId="{CFD17781-1984-444C-8A49-84289020D9CC}" type="pres">
      <dgm:prSet presAssocID="{D9E9C743-A46B-4402-A3C8-3A15B82E4136}" presName="srcNode" presStyleLbl="node1" presStyleIdx="0" presStyleCnt="4"/>
      <dgm:spPr/>
    </dgm:pt>
    <dgm:pt modelId="{A320096E-909F-49F3-87BC-7CF8A1EB7D83}" type="pres">
      <dgm:prSet presAssocID="{D9E9C743-A46B-4402-A3C8-3A15B82E4136}" presName="conn" presStyleLbl="parChTrans1D2" presStyleIdx="0" presStyleCnt="1"/>
      <dgm:spPr/>
    </dgm:pt>
    <dgm:pt modelId="{B12991B2-6543-4408-9243-5593857832F8}" type="pres">
      <dgm:prSet presAssocID="{D9E9C743-A46B-4402-A3C8-3A15B82E4136}" presName="extraNode" presStyleLbl="node1" presStyleIdx="0" presStyleCnt="4"/>
      <dgm:spPr/>
    </dgm:pt>
    <dgm:pt modelId="{26BB34ED-4C3D-44F2-B07C-14141B8AA798}" type="pres">
      <dgm:prSet presAssocID="{D9E9C743-A46B-4402-A3C8-3A15B82E4136}" presName="dstNode" presStyleLbl="node1" presStyleIdx="0" presStyleCnt="4"/>
      <dgm:spPr/>
    </dgm:pt>
    <dgm:pt modelId="{AE727E6E-99F9-441B-8AD9-41555BD86E37}" type="pres">
      <dgm:prSet presAssocID="{6EE42F7A-863F-4B06-B6FD-8221A611A62B}" presName="text_1" presStyleLbl="node1" presStyleIdx="0" presStyleCnt="4" custLinFactNeighborX="1932" custLinFactNeighborY="3538">
        <dgm:presLayoutVars>
          <dgm:bulletEnabled val="1"/>
        </dgm:presLayoutVars>
      </dgm:prSet>
      <dgm:spPr/>
    </dgm:pt>
    <dgm:pt modelId="{EFE4D478-FF3A-4BF9-B35B-0E3BDF833FE2}" type="pres">
      <dgm:prSet presAssocID="{6EE42F7A-863F-4B06-B6FD-8221A611A62B}" presName="accent_1" presStyleCnt="0"/>
      <dgm:spPr/>
    </dgm:pt>
    <dgm:pt modelId="{CAA44B2F-8692-4C20-802B-831E18719BAE}" type="pres">
      <dgm:prSet presAssocID="{6EE42F7A-863F-4B06-B6FD-8221A611A62B}" presName="accentRepeatNode" presStyleLbl="solidFgAcc1" presStyleIdx="0" presStyleCnt="4"/>
      <dgm:spPr>
        <a:solidFill>
          <a:schemeClr val="accent2">
            <a:lumMod val="60000"/>
            <a:lumOff val="40000"/>
          </a:schemeClr>
        </a:solidFill>
      </dgm:spPr>
    </dgm:pt>
    <dgm:pt modelId="{D3B3475D-60B1-4A7E-9211-77682918B9CF}" type="pres">
      <dgm:prSet presAssocID="{F83A495B-DC2E-4083-BEF9-6EBF29456FFB}" presName="text_2" presStyleLbl="node1" presStyleIdx="1" presStyleCnt="4" custLinFactNeighborX="-326" custLinFactNeighborY="1161">
        <dgm:presLayoutVars>
          <dgm:bulletEnabled val="1"/>
        </dgm:presLayoutVars>
      </dgm:prSet>
      <dgm:spPr/>
    </dgm:pt>
    <dgm:pt modelId="{C210925F-D9AF-4E32-9E86-55B764B1E2FD}" type="pres">
      <dgm:prSet presAssocID="{F83A495B-DC2E-4083-BEF9-6EBF29456FFB}" presName="accent_2" presStyleCnt="0"/>
      <dgm:spPr/>
    </dgm:pt>
    <dgm:pt modelId="{B976FAD9-828A-4C8A-BCC6-A274D527CECB}" type="pres">
      <dgm:prSet presAssocID="{F83A495B-DC2E-4083-BEF9-6EBF29456FFB}" presName="accentRepeatNode" presStyleLbl="solidFgAcc1" presStyleIdx="1" presStyleCnt="4"/>
      <dgm:spPr>
        <a:solidFill>
          <a:srgbClr val="FFFF00"/>
        </a:solidFill>
      </dgm:spPr>
    </dgm:pt>
    <dgm:pt modelId="{54CDDA00-B1AD-46BB-BCD4-E3894270E203}" type="pres">
      <dgm:prSet presAssocID="{38563CFE-0F3C-4B86-A259-26D612FA5BD0}" presName="text_3" presStyleLbl="node1" presStyleIdx="2" presStyleCnt="4">
        <dgm:presLayoutVars>
          <dgm:bulletEnabled val="1"/>
        </dgm:presLayoutVars>
      </dgm:prSet>
      <dgm:spPr/>
    </dgm:pt>
    <dgm:pt modelId="{EAB76C98-4BD5-4292-A8E3-50109015D109}" type="pres">
      <dgm:prSet presAssocID="{38563CFE-0F3C-4B86-A259-26D612FA5BD0}" presName="accent_3" presStyleCnt="0"/>
      <dgm:spPr/>
    </dgm:pt>
    <dgm:pt modelId="{9B9B9BAC-DE3F-43C2-B247-A17E08D1292D}" type="pres">
      <dgm:prSet presAssocID="{38563CFE-0F3C-4B86-A259-26D612FA5BD0}" presName="accentRepeatNode" presStyleLbl="solidFgAcc1" presStyleIdx="2" presStyleCnt="4"/>
      <dgm:spPr>
        <a:solidFill>
          <a:srgbClr val="92D050"/>
        </a:solidFill>
      </dgm:spPr>
    </dgm:pt>
    <dgm:pt modelId="{B97DDB4D-DB2D-4D9E-AE3A-D68A9CA8AF80}" type="pres">
      <dgm:prSet presAssocID="{373440C4-F068-4D40-81AF-98DB45E486AE}" presName="text_4" presStyleLbl="node1" presStyleIdx="3" presStyleCnt="4">
        <dgm:presLayoutVars>
          <dgm:bulletEnabled val="1"/>
        </dgm:presLayoutVars>
      </dgm:prSet>
      <dgm:spPr/>
    </dgm:pt>
    <dgm:pt modelId="{BBBA4164-46A8-4942-887B-07E6A1362D61}" type="pres">
      <dgm:prSet presAssocID="{373440C4-F068-4D40-81AF-98DB45E486AE}" presName="accent_4" presStyleCnt="0"/>
      <dgm:spPr/>
    </dgm:pt>
    <dgm:pt modelId="{06F615AC-2D9F-4836-9458-BC15046C2BA0}" type="pres">
      <dgm:prSet presAssocID="{373440C4-F068-4D40-81AF-98DB45E486AE}" presName="accentRepeatNode" presStyleLbl="solidFgAcc1" presStyleIdx="3" presStyleCnt="4"/>
      <dgm:spPr>
        <a:solidFill>
          <a:srgbClr val="F6C3FF"/>
        </a:solidFill>
      </dgm:spPr>
    </dgm:pt>
  </dgm:ptLst>
  <dgm:cxnLst>
    <dgm:cxn modelId="{4D67B235-1312-4912-BE28-28293E9FA96D}" type="presOf" srcId="{F5030BB9-21B7-4C22-B975-C46CE1E59C47}" destId="{A320096E-909F-49F3-87BC-7CF8A1EB7D83}" srcOrd="0" destOrd="0" presId="urn:microsoft.com/office/officeart/2008/layout/VerticalCurvedList#1"/>
    <dgm:cxn modelId="{C8905499-D6B2-40B2-BF81-57B76AA73049}" type="presOf" srcId="{373440C4-F068-4D40-81AF-98DB45E486AE}" destId="{B97DDB4D-DB2D-4D9E-AE3A-D68A9CA8AF80}" srcOrd="0" destOrd="0" presId="urn:microsoft.com/office/officeart/2008/layout/VerticalCurvedList#1"/>
    <dgm:cxn modelId="{A233889A-D29E-4372-BC2D-767F3D2BB7D1}" srcId="{D9E9C743-A46B-4402-A3C8-3A15B82E4136}" destId="{38563CFE-0F3C-4B86-A259-26D612FA5BD0}" srcOrd="2" destOrd="0" parTransId="{9B2D42B0-1CEF-4006-B883-CB9A5096A6D1}" sibTransId="{B71F37DF-B0F0-4974-8A45-B7FCD09F0FD1}"/>
    <dgm:cxn modelId="{86C859C5-BA14-43B8-A7A8-255F8103BDA6}" type="presOf" srcId="{D9E9C743-A46B-4402-A3C8-3A15B82E4136}" destId="{9F3BDFE4-A36A-4721-B222-439FBFB4370F}" srcOrd="0" destOrd="0" presId="urn:microsoft.com/office/officeart/2008/layout/VerticalCurvedList#1"/>
    <dgm:cxn modelId="{6ECC77CD-B552-4C8C-8D59-90B0BEBEA757}" type="presOf" srcId="{38563CFE-0F3C-4B86-A259-26D612FA5BD0}" destId="{54CDDA00-B1AD-46BB-BCD4-E3894270E203}" srcOrd="0" destOrd="0" presId="urn:microsoft.com/office/officeart/2008/layout/VerticalCurvedList#1"/>
    <dgm:cxn modelId="{36EB13E1-6818-4BF1-9105-E3B5A24A1B92}" type="presOf" srcId="{6EE42F7A-863F-4B06-B6FD-8221A611A62B}" destId="{AE727E6E-99F9-441B-8AD9-41555BD86E37}" srcOrd="0" destOrd="0" presId="urn:microsoft.com/office/officeart/2008/layout/VerticalCurvedList#1"/>
    <dgm:cxn modelId="{6EE2B4E3-66B6-435C-89D6-2D952B0901E1}" srcId="{D9E9C743-A46B-4402-A3C8-3A15B82E4136}" destId="{6EE42F7A-863F-4B06-B6FD-8221A611A62B}" srcOrd="0" destOrd="0" parTransId="{75669545-7AB7-4613-9BA2-500A863606B4}" sibTransId="{F5030BB9-21B7-4C22-B975-C46CE1E59C47}"/>
    <dgm:cxn modelId="{D77CA9EB-EEA7-4295-929C-DF8152D46643}" srcId="{D9E9C743-A46B-4402-A3C8-3A15B82E4136}" destId="{F83A495B-DC2E-4083-BEF9-6EBF29456FFB}" srcOrd="1" destOrd="0" parTransId="{B06F3CB6-DA4A-4C17-B128-DAE446B18610}" sibTransId="{9FDBBFD2-8C9F-44F5-9138-595BFDB27247}"/>
    <dgm:cxn modelId="{0D7938EE-AFF7-4788-B305-E5419D4B04BC}" srcId="{D9E9C743-A46B-4402-A3C8-3A15B82E4136}" destId="{373440C4-F068-4D40-81AF-98DB45E486AE}" srcOrd="3" destOrd="0" parTransId="{1D536E7A-0ADA-4B0E-B4F8-D688705DB58D}" sibTransId="{73C3AB6E-D652-4D16-B51A-1D1F0B58CE20}"/>
    <dgm:cxn modelId="{0CF9C0F8-3203-4E20-B25C-339CE94DAACC}" type="presOf" srcId="{F83A495B-DC2E-4083-BEF9-6EBF29456FFB}" destId="{D3B3475D-60B1-4A7E-9211-77682918B9CF}" srcOrd="0" destOrd="0" presId="urn:microsoft.com/office/officeart/2008/layout/VerticalCurvedList#1"/>
    <dgm:cxn modelId="{F6B37D98-592D-412F-98C3-4C48E09D431E}" type="presParOf" srcId="{9F3BDFE4-A36A-4721-B222-439FBFB4370F}" destId="{567993AD-CA05-4FE1-AB82-E44671B2220E}" srcOrd="0" destOrd="0" presId="urn:microsoft.com/office/officeart/2008/layout/VerticalCurvedList#1"/>
    <dgm:cxn modelId="{A13F068B-CA24-4C0D-88F5-CD5CCFFD6D49}" type="presParOf" srcId="{567993AD-CA05-4FE1-AB82-E44671B2220E}" destId="{F459BA65-E0F1-495C-9745-384B0C4F603D}" srcOrd="0" destOrd="0" presId="urn:microsoft.com/office/officeart/2008/layout/VerticalCurvedList#1"/>
    <dgm:cxn modelId="{91DFFDCE-DC79-41EC-B387-68031014C00E}" type="presParOf" srcId="{F459BA65-E0F1-495C-9745-384B0C4F603D}" destId="{CFD17781-1984-444C-8A49-84289020D9CC}" srcOrd="0" destOrd="0" presId="urn:microsoft.com/office/officeart/2008/layout/VerticalCurvedList#1"/>
    <dgm:cxn modelId="{279332D0-512B-4649-9552-C56EAF794AE4}" type="presParOf" srcId="{F459BA65-E0F1-495C-9745-384B0C4F603D}" destId="{A320096E-909F-49F3-87BC-7CF8A1EB7D83}" srcOrd="1" destOrd="0" presId="urn:microsoft.com/office/officeart/2008/layout/VerticalCurvedList#1"/>
    <dgm:cxn modelId="{5F59F747-D022-4805-A827-8EBC01B31B5D}" type="presParOf" srcId="{F459BA65-E0F1-495C-9745-384B0C4F603D}" destId="{B12991B2-6543-4408-9243-5593857832F8}" srcOrd="2" destOrd="0" presId="urn:microsoft.com/office/officeart/2008/layout/VerticalCurvedList#1"/>
    <dgm:cxn modelId="{19CC59C6-05C1-45A6-B4B0-C72D5C0B3F62}" type="presParOf" srcId="{F459BA65-E0F1-495C-9745-384B0C4F603D}" destId="{26BB34ED-4C3D-44F2-B07C-14141B8AA798}" srcOrd="3" destOrd="0" presId="urn:microsoft.com/office/officeart/2008/layout/VerticalCurvedList#1"/>
    <dgm:cxn modelId="{06B4991D-0CC7-4B9B-A218-6504E496544F}" type="presParOf" srcId="{567993AD-CA05-4FE1-AB82-E44671B2220E}" destId="{AE727E6E-99F9-441B-8AD9-41555BD86E37}" srcOrd="1" destOrd="0" presId="urn:microsoft.com/office/officeart/2008/layout/VerticalCurvedList#1"/>
    <dgm:cxn modelId="{8F8BA0D1-5195-4990-81F2-C3D6875D37C1}" type="presParOf" srcId="{567993AD-CA05-4FE1-AB82-E44671B2220E}" destId="{EFE4D478-FF3A-4BF9-B35B-0E3BDF833FE2}" srcOrd="2" destOrd="0" presId="urn:microsoft.com/office/officeart/2008/layout/VerticalCurvedList#1"/>
    <dgm:cxn modelId="{04827AE2-321D-4A81-B13F-D30B7D6D00A2}" type="presParOf" srcId="{EFE4D478-FF3A-4BF9-B35B-0E3BDF833FE2}" destId="{CAA44B2F-8692-4C20-802B-831E18719BAE}" srcOrd="0" destOrd="0" presId="urn:microsoft.com/office/officeart/2008/layout/VerticalCurvedList#1"/>
    <dgm:cxn modelId="{F3D15140-E3CA-4936-B23B-4280D587EC62}" type="presParOf" srcId="{567993AD-CA05-4FE1-AB82-E44671B2220E}" destId="{D3B3475D-60B1-4A7E-9211-77682918B9CF}" srcOrd="3" destOrd="0" presId="urn:microsoft.com/office/officeart/2008/layout/VerticalCurvedList#1"/>
    <dgm:cxn modelId="{61D478AB-75AA-4DCC-990E-2A40CDBDD02C}" type="presParOf" srcId="{567993AD-CA05-4FE1-AB82-E44671B2220E}" destId="{C210925F-D9AF-4E32-9E86-55B764B1E2FD}" srcOrd="4" destOrd="0" presId="urn:microsoft.com/office/officeart/2008/layout/VerticalCurvedList#1"/>
    <dgm:cxn modelId="{A691E2F8-855C-4A13-A558-DDE23FE897D6}" type="presParOf" srcId="{C210925F-D9AF-4E32-9E86-55B764B1E2FD}" destId="{B976FAD9-828A-4C8A-BCC6-A274D527CECB}" srcOrd="0" destOrd="0" presId="urn:microsoft.com/office/officeart/2008/layout/VerticalCurvedList#1"/>
    <dgm:cxn modelId="{41DA3A97-5F37-4212-8171-E78F5318ACFB}" type="presParOf" srcId="{567993AD-CA05-4FE1-AB82-E44671B2220E}" destId="{54CDDA00-B1AD-46BB-BCD4-E3894270E203}" srcOrd="5" destOrd="0" presId="urn:microsoft.com/office/officeart/2008/layout/VerticalCurvedList#1"/>
    <dgm:cxn modelId="{61712080-023E-4479-A495-D3E1DF91DB0F}" type="presParOf" srcId="{567993AD-CA05-4FE1-AB82-E44671B2220E}" destId="{EAB76C98-4BD5-4292-A8E3-50109015D109}" srcOrd="6" destOrd="0" presId="urn:microsoft.com/office/officeart/2008/layout/VerticalCurvedList#1"/>
    <dgm:cxn modelId="{BDF4A7C2-5016-407E-A93B-AF237902AC3C}" type="presParOf" srcId="{EAB76C98-4BD5-4292-A8E3-50109015D109}" destId="{9B9B9BAC-DE3F-43C2-B247-A17E08D1292D}" srcOrd="0" destOrd="0" presId="urn:microsoft.com/office/officeart/2008/layout/VerticalCurvedList#1"/>
    <dgm:cxn modelId="{91F9AE92-9EDB-434F-B077-709FE5950C2C}" type="presParOf" srcId="{567993AD-CA05-4FE1-AB82-E44671B2220E}" destId="{B97DDB4D-DB2D-4D9E-AE3A-D68A9CA8AF80}" srcOrd="7" destOrd="0" presId="urn:microsoft.com/office/officeart/2008/layout/VerticalCurvedList#1"/>
    <dgm:cxn modelId="{4DA452AA-0579-4835-AA5B-AC6DBC356298}" type="presParOf" srcId="{567993AD-CA05-4FE1-AB82-E44671B2220E}" destId="{BBBA4164-46A8-4942-887B-07E6A1362D61}" srcOrd="8" destOrd="0" presId="urn:microsoft.com/office/officeart/2008/layout/VerticalCurvedList#1"/>
    <dgm:cxn modelId="{320D98AA-E537-4A41-93C9-8A270492979F}" type="presParOf" srcId="{BBBA4164-46A8-4942-887B-07E6A1362D61}" destId="{06F615AC-2D9F-4836-9458-BC15046C2BA0}" srcOrd="0" destOrd="0" presId="urn:microsoft.com/office/officeart/2008/layout/VerticalCurvedList#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0096E-909F-49F3-87BC-7CF8A1EB7D83}">
      <dsp:nvSpPr>
        <dsp:cNvPr id="0" name=""/>
        <dsp:cNvSpPr/>
      </dsp:nvSpPr>
      <dsp:spPr>
        <a:xfrm>
          <a:off x="-2663538" y="-410875"/>
          <a:ext cx="3179168" cy="3179168"/>
        </a:xfrm>
        <a:prstGeom prst="blockArc">
          <a:avLst>
            <a:gd name="adj1" fmla="val 18900000"/>
            <a:gd name="adj2" fmla="val 2700000"/>
            <a:gd name="adj3" fmla="val 67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27E6E-99F9-441B-8AD9-41555BD86E37}">
      <dsp:nvSpPr>
        <dsp:cNvPr id="0" name=""/>
        <dsp:cNvSpPr/>
      </dsp:nvSpPr>
      <dsp:spPr>
        <a:xfrm>
          <a:off x="298920" y="194069"/>
          <a:ext cx="3345567" cy="362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5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TAKRORLASH</a:t>
          </a:r>
        </a:p>
      </dsp:txBody>
      <dsp:txXfrm>
        <a:off x="298920" y="194069"/>
        <a:ext cx="3345567" cy="362665"/>
      </dsp:txXfrm>
    </dsp:sp>
    <dsp:sp modelId="{CAA44B2F-8692-4C20-802B-831E18719BAE}">
      <dsp:nvSpPr>
        <dsp:cNvPr id="0" name=""/>
        <dsp:cNvSpPr/>
      </dsp:nvSpPr>
      <dsp:spPr>
        <a:xfrm>
          <a:off x="44021" y="135905"/>
          <a:ext cx="453331" cy="453331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3475D-60B1-4A7E-9211-77682918B9CF}">
      <dsp:nvSpPr>
        <dsp:cNvPr id="0" name=""/>
        <dsp:cNvSpPr/>
      </dsp:nvSpPr>
      <dsp:spPr>
        <a:xfrm>
          <a:off x="468383" y="729540"/>
          <a:ext cx="3137643" cy="362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5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Calibri" pitchFamily="34" charset="0"/>
              <a:ea typeface="Calibri" pitchFamily="34" charset="0"/>
              <a:cs typeface="Calibri" pitchFamily="34" charset="0"/>
            </a:rPr>
            <a:t>YOZISH TARTIBI</a:t>
          </a:r>
        </a:p>
      </dsp:txBody>
      <dsp:txXfrm>
        <a:off x="468383" y="729540"/>
        <a:ext cx="3137643" cy="362665"/>
      </dsp:txXfrm>
    </dsp:sp>
    <dsp:sp modelId="{B976FAD9-828A-4C8A-BCC6-A274D527CECB}">
      <dsp:nvSpPr>
        <dsp:cNvPr id="0" name=""/>
        <dsp:cNvSpPr/>
      </dsp:nvSpPr>
      <dsp:spPr>
        <a:xfrm>
          <a:off x="251946" y="679996"/>
          <a:ext cx="453331" cy="453331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DDA00-B1AD-46BB-BCD4-E3894270E203}">
      <dsp:nvSpPr>
        <dsp:cNvPr id="0" name=""/>
        <dsp:cNvSpPr/>
      </dsp:nvSpPr>
      <dsp:spPr>
        <a:xfrm>
          <a:off x="478611" y="1269421"/>
          <a:ext cx="3137643" cy="362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5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Calibri" pitchFamily="34" charset="0"/>
              <a:ea typeface="Calibri" pitchFamily="34" charset="0"/>
              <a:cs typeface="Calibri" pitchFamily="34" charset="0"/>
            </a:rPr>
            <a:t> 5 TA HARF</a:t>
          </a:r>
        </a:p>
      </dsp:txBody>
      <dsp:txXfrm>
        <a:off x="478611" y="1269421"/>
        <a:ext cx="3137643" cy="362665"/>
      </dsp:txXfrm>
    </dsp:sp>
    <dsp:sp modelId="{9B9B9BAC-DE3F-43C2-B247-A17E08D1292D}">
      <dsp:nvSpPr>
        <dsp:cNvPr id="0" name=""/>
        <dsp:cNvSpPr/>
      </dsp:nvSpPr>
      <dsp:spPr>
        <a:xfrm>
          <a:off x="251946" y="1224088"/>
          <a:ext cx="453331" cy="453331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DDB4D-DB2D-4D9E-AE3A-D68A9CA8AF80}">
      <dsp:nvSpPr>
        <dsp:cNvPr id="0" name=""/>
        <dsp:cNvSpPr/>
      </dsp:nvSpPr>
      <dsp:spPr>
        <a:xfrm>
          <a:off x="270687" y="1813513"/>
          <a:ext cx="3345567" cy="362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5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1" kern="1200" dirty="0"/>
            <a:t>5 </a:t>
          </a:r>
          <a:r>
            <a:rPr lang="en-US" sz="3200" b="1" kern="1200" dirty="0"/>
            <a:t>TA SO’Z</a:t>
          </a:r>
          <a:endParaRPr lang="ru-RU" sz="3200" b="1" kern="1200" dirty="0"/>
        </a:p>
      </dsp:txBody>
      <dsp:txXfrm>
        <a:off x="270687" y="1813513"/>
        <a:ext cx="3345567" cy="362665"/>
      </dsp:txXfrm>
    </dsp:sp>
    <dsp:sp modelId="{06F615AC-2D9F-4836-9458-BC15046C2BA0}">
      <dsp:nvSpPr>
        <dsp:cNvPr id="0" name=""/>
        <dsp:cNvSpPr/>
      </dsp:nvSpPr>
      <dsp:spPr>
        <a:xfrm>
          <a:off x="44021" y="1768180"/>
          <a:ext cx="453331" cy="453331"/>
        </a:xfrm>
        <a:prstGeom prst="ellipse">
          <a:avLst/>
        </a:prstGeom>
        <a:solidFill>
          <a:srgbClr val="F6C3FF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#1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24.png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12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diagramQuickStyle" Target="../diagrams/quickStyle1.xml"/><Relationship Id="rId5" Type="http://schemas.openxmlformats.org/officeDocument/2006/relationships/image" Target="../media/image29.png"/><Relationship Id="rId10" Type="http://schemas.openxmlformats.org/officeDocument/2006/relationships/diagramLayout" Target="../diagrams/layout1.xml"/><Relationship Id="rId4" Type="http://schemas.openxmlformats.org/officeDocument/2006/relationships/image" Target="../media/image3.png"/><Relationship Id="rId9" Type="http://schemas.openxmlformats.org/officeDocument/2006/relationships/diagramData" Target="../diagrams/data1.xml"/><Relationship Id="rId1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06186" y="4270721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66186" y="4317355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  <p:sp>
        <p:nvSpPr>
          <p:cNvPr id="10" name="Rectangle: Rounded Corners 7"/>
          <p:cNvSpPr/>
          <p:nvPr/>
        </p:nvSpPr>
        <p:spPr>
          <a:xfrm>
            <a:off x="442641" y="389310"/>
            <a:ext cx="4407864" cy="783706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800" b="1" dirty="0">
                <a:ea typeface="UD Digi Kyokasho N" pitchFamily="17" charset="-128"/>
              </a:rPr>
              <a:t>NIHONGO NO MICHI</a:t>
            </a:r>
            <a:endParaRPr lang="en-US" sz="3800" b="1" dirty="0">
              <a:ea typeface="UD Digi Kyokasho N" pitchFamily="17" charset="-128"/>
            </a:endParaRPr>
          </a:p>
        </p:txBody>
      </p:sp>
      <p:sp>
        <p:nvSpPr>
          <p:cNvPr id="2" name="Rectangle: Rounded Corners 8">
            <a:extLst>
              <a:ext uri="{FF2B5EF4-FFF2-40B4-BE49-F238E27FC236}">
                <a16:creationId xmlns:a16="http://schemas.microsoft.com/office/drawing/2014/main" id="{CF64E865-9957-13A5-0111-734016FF5709}"/>
              </a:ext>
            </a:extLst>
          </p:cNvPr>
          <p:cNvSpPr/>
          <p:nvPr/>
        </p:nvSpPr>
        <p:spPr>
          <a:xfrm>
            <a:off x="2646573" y="1471142"/>
            <a:ext cx="6277079" cy="2575691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5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カ </a:t>
            </a:r>
            <a:r>
              <a:rPr lang="ja-JP" altLang="en-US" sz="5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キ </a:t>
            </a:r>
            <a:r>
              <a:rPr lang="ja-JP" altLang="en-US" sz="50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ク </a:t>
            </a:r>
            <a:r>
              <a:rPr lang="ja-JP" altLang="en-US" sz="5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ケ </a:t>
            </a:r>
            <a:r>
              <a:rPr lang="ja-JP" altLang="en-US" sz="5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コ</a:t>
            </a:r>
            <a:endParaRPr lang="en-US" altLang="ja-JP" sz="50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5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en-US" altLang="ja-JP" sz="36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ru-RU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6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KI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US" altLang="ja-JP" sz="36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US" altLang="ja-JP" sz="36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KO  </a:t>
            </a:r>
            <a:endParaRPr lang="ru-RU" altLang="ja-JP" sz="36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30135E-EC69-C259-E5D1-E0DC80FFB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405092" y="367029"/>
            <a:ext cx="2815729" cy="523235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KATAKANA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4493D0-38C1-F529-53BD-7309571D72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" t="1967" r="575" b="1639"/>
          <a:stretch>
            <a:fillRect/>
          </a:stretch>
        </p:blipFill>
        <p:spPr>
          <a:xfrm>
            <a:off x="323852" y="1047750"/>
            <a:ext cx="9448793" cy="52106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D7375D-3C03-DBAD-2D13-AC6C792030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351" y="511814"/>
            <a:ext cx="1396346" cy="622845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64"/>
    </mc:Choice>
    <mc:Fallback xmlns="">
      <p:transition spd="slow" advTm="314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ABC0E6B-3574-DED4-849B-006E5F65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/>
          <p:cNvSpPr/>
          <p:nvPr/>
        </p:nvSpPr>
        <p:spPr>
          <a:xfrm>
            <a:off x="305579" y="340586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YOZILISH TARTIBI</a:t>
            </a:r>
          </a:p>
        </p:txBody>
      </p:sp>
      <p:sp>
        <p:nvSpPr>
          <p:cNvPr id="8" name="Скругленный прямоугольник 15"/>
          <p:cNvSpPr/>
          <p:nvPr/>
        </p:nvSpPr>
        <p:spPr>
          <a:xfrm>
            <a:off x="3790163" y="1201254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itchFamily="18" charset="0"/>
              </a:rPr>
              <a:t>KA</a:t>
            </a:r>
          </a:p>
        </p:txBody>
      </p:sp>
      <p:pic>
        <p:nvPicPr>
          <p:cNvPr id="7" name="Рисунок 6" descr="/private/var/mobile/Containers/Data/Application/7482E737-22C3-42A4-9C8B-C92159F6F199/tmp/insert_image_tmp_dir/2026-02-16 21:50:14.381000.png2026-02-16 21:50:14.381000"/>
          <p:cNvPicPr>
            <a:picLocks noChangeAspect="1"/>
          </p:cNvPicPr>
          <p:nvPr/>
        </p:nvPicPr>
        <p:blipFill>
          <a:blip r:embed="rId5"/>
          <a:srcRect t="-2612"/>
          <a:stretch>
            <a:fillRect/>
          </a:stretch>
        </p:blipFill>
        <p:spPr>
          <a:xfrm>
            <a:off x="2903222" y="1981355"/>
            <a:ext cx="4034799" cy="4140000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Объект 10" descr="/private/var/mobile/Containers/Data/Application/7482E737-22C3-42A4-9C8B-C92159F6F199/tmp/insert_image_tmp_dir/2026-02-16 21:51:11.076000.png2026-02-16 21:51:11.076000"/>
          <p:cNvPicPr>
            <a:picLocks noGrp="1" noChangeAspect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>
          <a:xfrm>
            <a:off x="2091127" y="1263676"/>
            <a:ext cx="1517802" cy="1512000"/>
          </a:xfrm>
          <a:prstGeom prst="rect">
            <a:avLst/>
          </a:prstGeom>
        </p:spPr>
      </p:pic>
      <p:sp>
        <p:nvSpPr>
          <p:cNvPr id="10" name="Rectangle: Rounded Corners 6"/>
          <p:cNvSpPr/>
          <p:nvPr/>
        </p:nvSpPr>
        <p:spPr>
          <a:xfrm>
            <a:off x="534318" y="3103423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KA     I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11" name="Picture 2" descr="貝の中の真珠のイラスト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80" y="1690688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 descr="/private/var/mobile/Containers/Data/Application/7482E737-22C3-42A4-9C8B-C92159F6F199/tmp/insert_image_tmp_dir/2026-02-16 21:52:02.439000.png2026-02-16 21:52:02.439000">
            <a:extLst>
              <a:ext uri="{FF2B5EF4-FFF2-40B4-BE49-F238E27FC236}">
                <a16:creationId xmlns:a16="http://schemas.microsoft.com/office/drawing/2014/main" id="{37624D5E-A1C7-F666-C93E-89543944A4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35719" y="1261771"/>
            <a:ext cx="1512000" cy="1510030"/>
          </a:xfrm>
          <a:prstGeom prst="rect">
            <a:avLst/>
          </a:prstGeom>
        </p:spPr>
      </p:pic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BE56E000-9DA7-2E65-D138-1B238D2077ED}"/>
              </a:ext>
            </a:extLst>
          </p:cNvPr>
          <p:cNvSpPr/>
          <p:nvPr/>
        </p:nvSpPr>
        <p:spPr>
          <a:xfrm>
            <a:off x="305579" y="340586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13B2737-689A-AE3A-20F4-CED3D49D5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/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YOZILISH TARTIBI</a:t>
            </a:r>
          </a:p>
        </p:txBody>
      </p:sp>
      <p:sp>
        <p:nvSpPr>
          <p:cNvPr id="8" name="Скругленный прямоугольник 15"/>
          <p:cNvSpPr/>
          <p:nvPr/>
        </p:nvSpPr>
        <p:spPr>
          <a:xfrm>
            <a:off x="3790163" y="1201254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itchFamily="18" charset="0"/>
              </a:rPr>
              <a:t>KI</a:t>
            </a:r>
          </a:p>
        </p:txBody>
      </p:sp>
      <p:pic>
        <p:nvPicPr>
          <p:cNvPr id="2" name="Рисунок 1" descr="/private/var/mobile/Containers/Data/Application/7482E737-22C3-42A4-9C8B-C92159F6F199/tmp/insert_image_tmp_dir/2026-02-16 21:51:35.474000.png2026-02-16 21:51:35.47400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96486" y="2027279"/>
            <a:ext cx="4139565" cy="4140000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5602C8-00AB-E9BF-443B-A22B7914F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 descr="/private/var/mobile/Containers/Data/Application/7482E737-22C3-42A4-9C8B-C92159F6F199/tmp/insert_image_tmp_dir/2026-02-16 21:52:02.439000.png2026-02-16 21:52:02.43900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5719" y="1261771"/>
            <a:ext cx="1512000" cy="1510030"/>
          </a:xfrm>
          <a:prstGeom prst="rect">
            <a:avLst/>
          </a:prstGeom>
        </p:spPr>
      </p:pic>
      <p:pic>
        <p:nvPicPr>
          <p:cNvPr id="9" name="Рисунок 8" descr="/private/var/mobile/Containers/Data/Application/7482E737-22C3-42A4-9C8B-C92159F6F199/tmp/insert_image_tmp_dir/2026-02-16 21:52:32.403000.png2026-02-16 21:52:32.40300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165215" y="1260786"/>
            <a:ext cx="1511935" cy="1512000"/>
          </a:xfrm>
          <a:prstGeom prst="rect">
            <a:avLst/>
          </a:prstGeom>
        </p:spPr>
      </p:pic>
      <p:sp>
        <p:nvSpPr>
          <p:cNvPr id="10" name="Rectangle: Rounded Corners 6"/>
          <p:cNvSpPr/>
          <p:nvPr/>
        </p:nvSpPr>
        <p:spPr>
          <a:xfrm>
            <a:off x="534317" y="3103423"/>
            <a:ext cx="2973993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noProof="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KA    KI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11" name="Picture 4" descr="隣の客はよく柿食う客だのイラスト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752" y="1484557"/>
            <a:ext cx="34480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8533" y="3902330"/>
            <a:ext cx="2263762" cy="2054364"/>
          </a:xfrm>
          <a:prstGeom prst="rect">
            <a:avLst/>
          </a:prstGeom>
        </p:spPr>
      </p:pic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889ED019-7015-7066-6A57-BAFB1FFA6FDD}"/>
              </a:ext>
            </a:extLst>
          </p:cNvPr>
          <p:cNvSpPr/>
          <p:nvPr/>
        </p:nvSpPr>
        <p:spPr>
          <a:xfrm>
            <a:off x="305579" y="340586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6F858C-758F-F0A9-5F52-119D8AE95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Скругленный прямоугольник 15"/>
          <p:cNvSpPr/>
          <p:nvPr/>
        </p:nvSpPr>
        <p:spPr>
          <a:xfrm>
            <a:off x="3790163" y="1201254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itchFamily="18" charset="0"/>
              </a:rPr>
              <a:t>KU</a:t>
            </a:r>
          </a:p>
        </p:txBody>
      </p:sp>
      <p:pic>
        <p:nvPicPr>
          <p:cNvPr id="2" name="Рисунок 1" descr="/private/var/mobile/Containers/Data/Application/7482E737-22C3-42A4-9C8B-C92159F6F199/tmp/insert_image_tmp_dir/2026-02-16 21:53:02.018000.png2026-02-16 21:53:02.01800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96486" y="2021704"/>
            <a:ext cx="4139565" cy="4140000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25BC7143-F650-A960-C560-FEBD80A18101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YOZILISH TARTIBI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DF79DA-F348-CD3A-CF3B-A779F739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 descr="/private/var/mobile/Containers/Data/Application/7482E737-22C3-42A4-9C8B-C92159F6F199/tmp/insert_image_tmp_dir/2026-02-16 21:53:54.580000.png2026-02-16 21:53:54.58000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29071" y="1260786"/>
            <a:ext cx="1511935" cy="1512000"/>
          </a:xfrm>
          <a:prstGeom prst="rect">
            <a:avLst/>
          </a:prstGeom>
        </p:spPr>
      </p:pic>
      <p:pic>
        <p:nvPicPr>
          <p:cNvPr id="9" name="Picture 2" descr="仏花のイラスト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518" y="1484557"/>
            <a:ext cx="36957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6"/>
          <p:cNvSpPr/>
          <p:nvPr/>
        </p:nvSpPr>
        <p:spPr>
          <a:xfrm>
            <a:off x="534318" y="3103423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KI    KU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8" name="Рисунок 7" descr="/private/var/mobile/Containers/Data/Application/7482E737-22C3-42A4-9C8B-C92159F6F199/tmp/insert_image_tmp_dir/2026-02-16 21:52:32.403000.png2026-02-16 21:52:32.403000">
            <a:extLst>
              <a:ext uri="{FF2B5EF4-FFF2-40B4-BE49-F238E27FC236}">
                <a16:creationId xmlns:a16="http://schemas.microsoft.com/office/drawing/2014/main" id="{F48C4F1F-F593-4AAF-90D4-9E1DCBF694D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54127" y="1260786"/>
            <a:ext cx="1511935" cy="1512000"/>
          </a:xfrm>
          <a:prstGeom prst="rect">
            <a:avLst/>
          </a:prstGeom>
        </p:spPr>
      </p:pic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534CF251-6FBB-5DC5-D3D2-F5719E0D37FD}"/>
              </a:ext>
            </a:extLst>
          </p:cNvPr>
          <p:cNvSpPr/>
          <p:nvPr/>
        </p:nvSpPr>
        <p:spPr>
          <a:xfrm>
            <a:off x="305579" y="340586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0A0055-0376-3346-C8A1-1C44F567E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Скругленный прямоугольник 15"/>
          <p:cNvSpPr/>
          <p:nvPr/>
        </p:nvSpPr>
        <p:spPr>
          <a:xfrm>
            <a:off x="3790163" y="1201254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itchFamily="18" charset="0"/>
              </a:rPr>
              <a:t>KE</a:t>
            </a:r>
          </a:p>
        </p:txBody>
      </p:sp>
      <p:pic>
        <p:nvPicPr>
          <p:cNvPr id="2" name="Рисунок 1" descr="/private/var/mobile/Containers/Data/Application/7482E737-22C3-42A4-9C8B-C92159F6F199/tmp/insert_image_tmp_dir/2026-02-16 21:54:13.012000.png2026-02-16 21:54:13.01200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01248" y="1982309"/>
            <a:ext cx="4130040" cy="4140000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5015D2B4-92BC-BDDC-1166-8F671F8705A7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YOZILISH TARTIBI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87354E-0F79-118F-0AEE-9C95170A8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6"/>
          <p:cNvSpPr/>
          <p:nvPr/>
        </p:nvSpPr>
        <p:spPr>
          <a:xfrm>
            <a:off x="534318" y="3103423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KE    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62" y="1285402"/>
            <a:ext cx="4902595" cy="4839741"/>
          </a:xfrm>
          <a:prstGeom prst="rect">
            <a:avLst/>
          </a:prstGeom>
        </p:spPr>
      </p:pic>
      <p:pic>
        <p:nvPicPr>
          <p:cNvPr id="11" name="Рисунок 10" descr="/private/var/mobile/Containers/Data/Application/7482E737-22C3-42A4-9C8B-C92159F6F199/tmp/insert_image_tmp_dir/2026-02-16 21:54:45.527000.png2026-02-16 21:54:45.52700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24171" y="1262723"/>
            <a:ext cx="1512000" cy="1508125"/>
          </a:xfrm>
          <a:prstGeom prst="rect">
            <a:avLst/>
          </a:prstGeom>
        </p:spPr>
      </p:pic>
      <p:pic>
        <p:nvPicPr>
          <p:cNvPr id="12" name="Объект 11" descr="/private/var/mobile/Containers/Data/Application/7482E737-22C3-42A4-9C8B-C92159F6F199/tmp/insert_image_tmp_dir/2026-02-16 21:55:11.008000.png2026-02-16 21:55:11.008000"/>
          <p:cNvPicPr>
            <a:picLocks noGrp="1" noChangeAspect="1"/>
          </p:cNvPicPr>
          <p:nvPr>
            <p:ph idx="1"/>
          </p:nvPr>
        </p:nvPicPr>
        <p:blipFill>
          <a:blip r:embed="rId7"/>
          <a:srcRect/>
          <a:stretch>
            <a:fillRect/>
          </a:stretch>
        </p:blipFill>
        <p:spPr>
          <a:xfrm>
            <a:off x="2137999" y="1263676"/>
            <a:ext cx="1512000" cy="150622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F50C19-A105-488E-1212-8AC62487924F}"/>
              </a:ext>
            </a:extLst>
          </p:cNvPr>
          <p:cNvSpPr/>
          <p:nvPr/>
        </p:nvSpPr>
        <p:spPr>
          <a:xfrm>
            <a:off x="305579" y="340586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71FC36-3A44-3626-5922-5CDAE9A44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Скругленный прямоугольник 15"/>
          <p:cNvSpPr/>
          <p:nvPr/>
        </p:nvSpPr>
        <p:spPr>
          <a:xfrm>
            <a:off x="3790163" y="1201254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itchFamily="18" charset="0"/>
              </a:rPr>
              <a:t>KO</a:t>
            </a:r>
          </a:p>
        </p:txBody>
      </p:sp>
      <p:pic>
        <p:nvPicPr>
          <p:cNvPr id="2" name="Рисунок 1" descr="/private/var/mobile/Containers/Data/Application/7482E737-22C3-42A4-9C8B-C92159F6F199/tmp/insert_image_tmp_dir/2026-02-16 21:55:37.106000.png2026-02-16 21:55:37.10600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99026" y="2000970"/>
            <a:ext cx="4134485" cy="4140000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34BFF078-BE7C-CEAF-DE79-11C4B41C9415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YOZILISH TARTIBI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3F71ABF-F393-3CD8-DD8D-7C1B72AD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6"/>
          <p:cNvSpPr/>
          <p:nvPr/>
        </p:nvSpPr>
        <p:spPr>
          <a:xfrm>
            <a:off x="534317" y="3103423"/>
            <a:ext cx="4691269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KO         KO          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15" name="Рисунок 14" descr="/private/var/mobile/Containers/Data/Application/7482E737-22C3-42A4-9C8B-C92159F6F199/tmp/insert_image_tmp_dir/2026-02-16 21:55:57.108000.png2026-02-16 21:55:57.10800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2053" y="1262722"/>
            <a:ext cx="1515885" cy="1512000"/>
          </a:xfrm>
          <a:prstGeom prst="rect">
            <a:avLst/>
          </a:prstGeom>
        </p:spPr>
      </p:pic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5C17A707-A9B9-7F64-7D40-EAC81DFFDD87}"/>
              </a:ext>
            </a:extLst>
          </p:cNvPr>
          <p:cNvSpPr/>
          <p:nvPr/>
        </p:nvSpPr>
        <p:spPr>
          <a:xfrm>
            <a:off x="305579" y="340586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  <p:pic>
        <p:nvPicPr>
          <p:cNvPr id="9" name="Рисунок 8" descr="/private/var/mobile/Containers/Data/Application/7482E737-22C3-42A4-9C8B-C92159F6F199/tmp/insert_image_tmp_dir/2026-02-16 21:55:57.108000.png2026-02-16 21:55:57.108000">
            <a:extLst>
              <a:ext uri="{FF2B5EF4-FFF2-40B4-BE49-F238E27FC236}">
                <a16:creationId xmlns:a16="http://schemas.microsoft.com/office/drawing/2014/main" id="{E07F7290-7F09-F014-526C-E0A2F35DBB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97823" y="1262722"/>
            <a:ext cx="1515885" cy="1512000"/>
          </a:xfrm>
          <a:prstGeom prst="rect">
            <a:avLst/>
          </a:prstGeom>
        </p:spPr>
      </p:pic>
      <p:pic>
        <p:nvPicPr>
          <p:cNvPr id="12" name="Объект 11" descr="/private/var/mobile/Containers/Data/Application/7482E737-22C3-42A4-9C8B-C92159F6F199/tmp/insert_image_tmp_dir/2026-02-16 21:55:11.008000.png2026-02-16 21:55:11.008000">
            <a:extLst>
              <a:ext uri="{FF2B5EF4-FFF2-40B4-BE49-F238E27FC236}">
                <a16:creationId xmlns:a16="http://schemas.microsoft.com/office/drawing/2014/main" id="{C6665FBB-6F93-3039-3AE2-EC4E411C3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rcRect/>
          <a:stretch>
            <a:fillRect/>
          </a:stretch>
        </p:blipFill>
        <p:spPr>
          <a:xfrm>
            <a:off x="3713593" y="1262722"/>
            <a:ext cx="1512000" cy="150622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2C5A592-8379-363D-EE74-E156765B7C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184" y="1849577"/>
            <a:ext cx="3619500" cy="3810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591F73D-A3F7-611D-378A-71321F8C5D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0483" y="3942484"/>
            <a:ext cx="2324100" cy="216141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5902F9-5613-0C46-D1B1-4D9AF4BEF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216131" y="447238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515716"/>
            <a:ext cx="4172410" cy="4118917"/>
          </a:xfrm>
          <a:prstGeom prst="rect">
            <a:avLst/>
          </a:prstGeom>
        </p:spPr>
      </p:pic>
      <p:sp>
        <p:nvSpPr>
          <p:cNvPr id="5" name="Прямоугольник: скругленные углы 4"/>
          <p:cNvSpPr/>
          <p:nvPr/>
        </p:nvSpPr>
        <p:spPr>
          <a:xfrm>
            <a:off x="5919901" y="2613993"/>
            <a:ext cx="3827484" cy="1325563"/>
          </a:xfrm>
          <a:prstGeom prst="roundRect">
            <a:avLst/>
          </a:prstGeom>
          <a:noFill/>
          <a:ln>
            <a:solidFill>
              <a:srgbClr val="F6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800" b="1" dirty="0">
                <a:solidFill>
                  <a:srgbClr val="FF0000"/>
                </a:solidFill>
              </a:rPr>
              <a:t>ケ</a:t>
            </a:r>
            <a:r>
              <a:rPr lang="ja-JP" altLang="en-US" sz="8800" b="1" dirty="0">
                <a:solidFill>
                  <a:schemeClr val="tx1"/>
                </a:solidFill>
              </a:rPr>
              <a:t>ア</a:t>
            </a:r>
            <a:endParaRPr lang="ru-RU" sz="8800" b="1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A32E2B61-90E6-BE32-40F3-5A736D76E5BC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A2ADA6-16CF-7F65-DB3E-21F8F6C6D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216131" y="447238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/>
          <p:cNvSpPr/>
          <p:nvPr/>
        </p:nvSpPr>
        <p:spPr>
          <a:xfrm>
            <a:off x="5919901" y="2613993"/>
            <a:ext cx="3827484" cy="1325563"/>
          </a:xfrm>
          <a:prstGeom prst="roundRect">
            <a:avLst/>
          </a:prstGeom>
          <a:noFill/>
          <a:ln>
            <a:solidFill>
              <a:srgbClr val="F6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800" b="1" dirty="0">
                <a:solidFill>
                  <a:srgbClr val="FF0000"/>
                </a:solidFill>
              </a:rPr>
              <a:t>カ</a:t>
            </a:r>
            <a:r>
              <a:rPr lang="ja-JP" altLang="en-US" sz="8800" b="1" dirty="0">
                <a:solidFill>
                  <a:schemeClr val="tx1"/>
                </a:solidFill>
              </a:rPr>
              <a:t>イ</a:t>
            </a:r>
            <a:endParaRPr lang="ru-RU" sz="88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貝の中の真珠のイラスト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951" y="1501246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14890281-44F8-598D-0C12-C5BD6DE0E14E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61E86C-24BF-7672-FA36-0C1EBE2E6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216131" y="447238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/>
          <p:cNvSpPr/>
          <p:nvPr/>
        </p:nvSpPr>
        <p:spPr>
          <a:xfrm>
            <a:off x="5919901" y="2613993"/>
            <a:ext cx="3827484" cy="1325563"/>
          </a:xfrm>
          <a:prstGeom prst="roundRect">
            <a:avLst/>
          </a:prstGeom>
          <a:noFill/>
          <a:ln>
            <a:solidFill>
              <a:srgbClr val="F6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800" b="1" dirty="0">
                <a:solidFill>
                  <a:schemeClr val="tx1"/>
                </a:solidFill>
              </a:rPr>
              <a:t>キ</a:t>
            </a:r>
            <a:r>
              <a:rPr lang="ja-JP" altLang="en-US" sz="8800" b="1" dirty="0">
                <a:solidFill>
                  <a:srgbClr val="FF0000"/>
                </a:solidFill>
              </a:rPr>
              <a:t>ク</a:t>
            </a:r>
            <a:endParaRPr lang="ru-RU" sz="8800" b="1" dirty="0">
              <a:solidFill>
                <a:srgbClr val="FF0000"/>
              </a:solidFill>
            </a:endParaRPr>
          </a:p>
        </p:txBody>
      </p:sp>
      <p:pic>
        <p:nvPicPr>
          <p:cNvPr id="2" name="Picture 2" descr="仏花のイラスト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94" y="1649448"/>
            <a:ext cx="36957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D4587B-88ED-9C9C-C13C-3F090763B5FF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78D5DD1-7D4B-8406-FC55-DE14713CA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216131" y="447238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/>
          <p:cNvSpPr/>
          <p:nvPr/>
        </p:nvSpPr>
        <p:spPr>
          <a:xfrm>
            <a:off x="5919901" y="2613993"/>
            <a:ext cx="3827484" cy="1325563"/>
          </a:xfrm>
          <a:prstGeom prst="roundRect">
            <a:avLst/>
          </a:prstGeom>
          <a:noFill/>
          <a:ln>
            <a:solidFill>
              <a:srgbClr val="F6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800" b="1" dirty="0">
                <a:solidFill>
                  <a:srgbClr val="FF0000"/>
                </a:solidFill>
              </a:rPr>
              <a:t>ココ</a:t>
            </a:r>
            <a:r>
              <a:rPr lang="ja-JP" altLang="en-US" sz="8800" b="1" dirty="0">
                <a:solidFill>
                  <a:schemeClr val="tx1"/>
                </a:solidFill>
              </a:rPr>
              <a:t>ア</a:t>
            </a:r>
            <a:endParaRPr lang="ru-RU" sz="8800" b="1" dirty="0">
              <a:solidFill>
                <a:schemeClr val="tx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9970ED-D752-EA95-D726-347010B15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147" y="1485761"/>
            <a:ext cx="4179008" cy="3886477"/>
          </a:xfrm>
          <a:prstGeom prst="rect">
            <a:avLst/>
          </a:prstGeom>
        </p:spPr>
      </p:pic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9385D070-52DA-742A-634D-AA154BCBE066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74B760-94B8-8099-2632-301DD3F5C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216131" y="447238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/>
          <p:cNvSpPr/>
          <p:nvPr/>
        </p:nvSpPr>
        <p:spPr>
          <a:xfrm>
            <a:off x="5919901" y="2613993"/>
            <a:ext cx="3827484" cy="1325563"/>
          </a:xfrm>
          <a:prstGeom prst="roundRect">
            <a:avLst/>
          </a:prstGeom>
          <a:noFill/>
          <a:ln>
            <a:solidFill>
              <a:srgbClr val="F6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800" b="1" dirty="0">
                <a:solidFill>
                  <a:schemeClr val="tx1"/>
                </a:solidFill>
              </a:rPr>
              <a:t>カ</a:t>
            </a:r>
            <a:r>
              <a:rPr lang="ja-JP" altLang="en-US" sz="8800" b="1" dirty="0">
                <a:solidFill>
                  <a:srgbClr val="FF0000"/>
                </a:solidFill>
              </a:rPr>
              <a:t>キ</a:t>
            </a:r>
            <a:endParaRPr lang="ru-RU" sz="8800" b="1" dirty="0">
              <a:solidFill>
                <a:srgbClr val="FF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832" y="1535799"/>
            <a:ext cx="4234800" cy="384308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ED1B91-4A48-E368-288F-8196CE67C8F3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28D389-5A91-F77E-0E68-BAABE12B1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2903442" y="376211"/>
            <a:ext cx="4807911" cy="756576"/>
          </a:xfrm>
          <a:prstGeom prst="roundRect">
            <a:avLst/>
          </a:prstGeom>
          <a:solidFill>
            <a:srgbClr val="DAE3F3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UMUMLASHTIRAMIZ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2" descr="貝の中の真珠のイラスト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892" y="1478505"/>
            <a:ext cx="1598306" cy="15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6998" y="1523449"/>
            <a:ext cx="1604403" cy="1455996"/>
          </a:xfrm>
          <a:prstGeom prst="rect">
            <a:avLst/>
          </a:prstGeom>
        </p:spPr>
      </p:pic>
      <p:pic>
        <p:nvPicPr>
          <p:cNvPr id="13" name="Picture 2" descr="仏花のイラスト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44" y="3855681"/>
            <a:ext cx="2104827" cy="21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4852" y="3960523"/>
            <a:ext cx="2065240" cy="2038762"/>
          </a:xfrm>
          <a:prstGeom prst="rect">
            <a:avLst/>
          </a:prstGeom>
        </p:spPr>
      </p:pic>
      <p:graphicFrame>
        <p:nvGraphicFramePr>
          <p:cNvPr id="18" name="Diagram 18"/>
          <p:cNvGraphicFramePr/>
          <p:nvPr/>
        </p:nvGraphicFramePr>
        <p:xfrm>
          <a:off x="6096000" y="3724410"/>
          <a:ext cx="3644488" cy="2357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FB1113-583C-FC24-E681-C2D0EC64C2D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7073" y="4163264"/>
            <a:ext cx="1671782" cy="1554757"/>
          </a:xfrm>
          <a:prstGeom prst="rect">
            <a:avLst/>
          </a:prstGeom>
        </p:spPr>
      </p:pic>
      <p:sp>
        <p:nvSpPr>
          <p:cNvPr id="3" name="Rectangle: Rounded Corners 8">
            <a:extLst>
              <a:ext uri="{FF2B5EF4-FFF2-40B4-BE49-F238E27FC236}">
                <a16:creationId xmlns:a16="http://schemas.microsoft.com/office/drawing/2014/main" id="{B46A87BA-7EA9-9F3C-A27F-AFDDF256FE5D}"/>
              </a:ext>
            </a:extLst>
          </p:cNvPr>
          <p:cNvSpPr/>
          <p:nvPr/>
        </p:nvSpPr>
        <p:spPr>
          <a:xfrm>
            <a:off x="496941" y="1344985"/>
            <a:ext cx="5080899" cy="2169925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4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カ </a:t>
            </a:r>
            <a:r>
              <a:rPr lang="ja-JP" altLang="en-US" sz="44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キ </a:t>
            </a:r>
            <a:r>
              <a:rPr lang="ja-JP" altLang="en-US" sz="44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ク </a:t>
            </a:r>
            <a:r>
              <a:rPr lang="ja-JP" altLang="en-US" sz="44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ケ </a:t>
            </a:r>
            <a:r>
              <a:rPr lang="ja-JP" altLang="en-US" sz="44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コ</a:t>
            </a:r>
            <a:endParaRPr lang="en-US" altLang="ja-JP" sz="44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44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US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</a:t>
            </a:r>
            <a:r>
              <a:rPr lang="ru-RU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ru-RU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KI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ru-RU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US" altLang="ja-JP" sz="28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ru-RU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  </a:t>
            </a:r>
            <a:endParaRPr lang="ru-RU" altLang="ja-JP" sz="28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26"/>
    </mc:Choice>
    <mc:Fallback xmlns="">
      <p:transition spd="slow" advTm="5362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94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NIHONGO NO MICHI</a:t>
            </a:r>
          </a:p>
          <a:p>
            <a:pPr algn="ctr"/>
            <a:r>
              <a:rPr lang="ja-JP" altLang="en-US" sz="4400" b="1" dirty="0">
                <a:latin typeface="UD Digi Kyokasho N" pitchFamily="17" charset="-128"/>
                <a:ea typeface="UD Digi Kyokasho N" pitchFamily="17" charset="-128"/>
                <a:cs typeface="Calibri" pitchFamily="34" charset="0"/>
              </a:rPr>
              <a:t>日本語の道</a:t>
            </a:r>
            <a:endParaRPr lang="en-US" sz="4400" b="1" dirty="0">
              <a:latin typeface="UD Digi Kyokasho N" pitchFamily="17" charset="-128"/>
              <a:ea typeface="UD Digi Kyokasho N" pitchFamily="17" charset="-128"/>
              <a:cs typeface="Calibr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65263" y="4224087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99221" y="4270721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.7|1.5|1.3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17888</TotalTime>
  <Words>108</Words>
  <Application>Microsoft Office PowerPoint</Application>
  <PresentationFormat>Widescreen</PresentationFormat>
  <Paragraphs>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UD Digi Kyokasho N</vt:lpstr>
      <vt:lpstr>Arial</vt:lpstr>
      <vt:lpstr>Calibri</vt:lpstr>
      <vt:lpstr>Calibri Light</vt:lpstr>
      <vt:lpstr>Times New Roman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shaxboz2027@gmail.com</dc:creator>
  <cp:lastModifiedBy>Munojot Umarova</cp:lastModifiedBy>
  <cp:revision>29</cp:revision>
  <dcterms:created xsi:type="dcterms:W3CDTF">1900-01-01T00:00:00Z</dcterms:created>
  <dcterms:modified xsi:type="dcterms:W3CDTF">2026-03-13T19:12:35Z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8CF76075DFA93276654A93694C97E6B4_33</vt:lpwstr>
  </property>
  <property fmtid="{D5CDD505-2E9C-101B-9397-08002B2CF9AE}" pid="3" name="KSOProductBuildVer">
    <vt:lpwstr>2052-11.37.30</vt:lpwstr>
  </property>
</Properties>
</file>