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5" r:id="rId3"/>
    <p:sldId id="257" r:id="rId4"/>
    <p:sldId id="290" r:id="rId5"/>
    <p:sldId id="291" r:id="rId6"/>
    <p:sldId id="292" r:id="rId7"/>
    <p:sldId id="293" r:id="rId8"/>
    <p:sldId id="321" r:id="rId9"/>
    <p:sldId id="296" r:id="rId10"/>
    <p:sldId id="295" r:id="rId11"/>
    <p:sldId id="300" r:id="rId12"/>
    <p:sldId id="297" r:id="rId13"/>
    <p:sldId id="272" r:id="rId14"/>
    <p:sldId id="306" r:id="rId15"/>
    <p:sldId id="313" r:id="rId16"/>
    <p:sldId id="316" r:id="rId17"/>
    <p:sldId id="317" r:id="rId18"/>
    <p:sldId id="319" r:id="rId19"/>
    <p:sldId id="275" r:id="rId20"/>
    <p:sldId id="277" r:id="rId21"/>
    <p:sldId id="282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E0DF"/>
    <a:srgbClr val="2F5597"/>
    <a:srgbClr val="F6C3FF"/>
    <a:srgbClr val="4472C4"/>
    <a:srgbClr val="DAE3F3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5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63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E9C743-A46B-4402-A3C8-3A15B82E4136}" type="doc">
      <dgm:prSet loTypeId="urn:microsoft.com/office/officeart/2008/layout/VerticalCurvedList#1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6EE42F7A-863F-4B06-B6FD-8221A611A62B}">
      <dgm:prSet phldrT="[Text]" custT="1"/>
      <dgm:spPr/>
      <dgm:t>
        <a:bodyPr/>
        <a:lstStyle/>
        <a:p>
          <a:r>
            <a:rPr lang="en-US" sz="3200" b="1" dirty="0"/>
            <a:t>TAKRORLASH</a:t>
          </a:r>
        </a:p>
      </dgm:t>
    </dgm:pt>
    <dgm:pt modelId="{75669545-7AB7-4613-9BA2-500A863606B4}" type="parTrans" cxnId="{6EE2B4E3-66B6-435C-89D6-2D952B0901E1}">
      <dgm:prSet/>
      <dgm:spPr/>
      <dgm:t>
        <a:bodyPr/>
        <a:lstStyle/>
        <a:p>
          <a:endParaRPr lang="en-US"/>
        </a:p>
      </dgm:t>
    </dgm:pt>
    <dgm:pt modelId="{F5030BB9-21B7-4C22-B975-C46CE1E59C47}" type="sibTrans" cxnId="{6EE2B4E3-66B6-435C-89D6-2D952B0901E1}">
      <dgm:prSet/>
      <dgm:spPr/>
      <dgm:t>
        <a:bodyPr/>
        <a:lstStyle/>
        <a:p>
          <a:endParaRPr lang="en-US"/>
        </a:p>
      </dgm:t>
    </dgm:pt>
    <dgm:pt modelId="{F83A495B-DC2E-4083-BEF9-6EBF29456FFB}">
      <dgm:prSet phldrT="[Text]" phldr="0" custT="1"/>
      <dgm:spPr/>
      <dgm:t>
        <a:bodyPr/>
        <a:lstStyle/>
        <a:p>
          <a:r>
            <a:rPr lang="en-US" sz="3200" b="1" kern="1200" dirty="0">
              <a:solidFill>
                <a:prstClr val="white"/>
              </a:solidFill>
              <a:latin typeface="Calibri" pitchFamily="34" charset="0"/>
              <a:ea typeface="Calibri" pitchFamily="34" charset="0"/>
              <a:cs typeface="Calibri" pitchFamily="34" charset="0"/>
            </a:rPr>
            <a:t>YOZISH TARTIBI</a:t>
          </a:r>
        </a:p>
      </dgm:t>
    </dgm:pt>
    <dgm:pt modelId="{B06F3CB6-DA4A-4C17-B128-DAE446B18610}" type="parTrans" cxnId="{D77CA9EB-EEA7-4295-929C-DF8152D46643}">
      <dgm:prSet/>
      <dgm:spPr/>
      <dgm:t>
        <a:bodyPr/>
        <a:lstStyle/>
        <a:p>
          <a:endParaRPr lang="en-US"/>
        </a:p>
      </dgm:t>
    </dgm:pt>
    <dgm:pt modelId="{9FDBBFD2-8C9F-44F5-9138-595BFDB27247}" type="sibTrans" cxnId="{D77CA9EB-EEA7-4295-929C-DF8152D46643}">
      <dgm:prSet/>
      <dgm:spPr/>
      <dgm:t>
        <a:bodyPr/>
        <a:lstStyle/>
        <a:p>
          <a:endParaRPr lang="en-US"/>
        </a:p>
      </dgm:t>
    </dgm:pt>
    <dgm:pt modelId="{38563CFE-0F3C-4B86-A259-26D612FA5BD0}">
      <dgm:prSet phldrT="[Text]" phldr="0" custT="1"/>
      <dgm:spPr/>
      <dgm:t>
        <a:bodyPr/>
        <a:lstStyle/>
        <a:p>
          <a:r>
            <a:rPr lang="en-US" sz="3200" b="1" kern="1200" dirty="0">
              <a:solidFill>
                <a:prstClr val="white"/>
              </a:solidFill>
              <a:latin typeface="Calibri" pitchFamily="34" charset="0"/>
              <a:ea typeface="Calibri" pitchFamily="34" charset="0"/>
              <a:cs typeface="Calibri" pitchFamily="34" charset="0"/>
            </a:rPr>
            <a:t>5 TA HARF</a:t>
          </a:r>
        </a:p>
      </dgm:t>
    </dgm:pt>
    <dgm:pt modelId="{9B2D42B0-1CEF-4006-B883-CB9A5096A6D1}" type="parTrans" cxnId="{A233889A-D29E-4372-BC2D-767F3D2BB7D1}">
      <dgm:prSet/>
      <dgm:spPr/>
      <dgm:t>
        <a:bodyPr/>
        <a:lstStyle/>
        <a:p>
          <a:endParaRPr lang="en-US"/>
        </a:p>
      </dgm:t>
    </dgm:pt>
    <dgm:pt modelId="{B71F37DF-B0F0-4974-8A45-B7FCD09F0FD1}" type="sibTrans" cxnId="{A233889A-D29E-4372-BC2D-767F3D2BB7D1}">
      <dgm:prSet/>
      <dgm:spPr/>
      <dgm:t>
        <a:bodyPr/>
        <a:lstStyle/>
        <a:p>
          <a:endParaRPr lang="en-US"/>
        </a:p>
      </dgm:t>
    </dgm:pt>
    <dgm:pt modelId="{373440C4-F068-4D40-81AF-98DB45E486AE}">
      <dgm:prSet custT="1"/>
      <dgm:spPr/>
      <dgm:t>
        <a:bodyPr/>
        <a:lstStyle/>
        <a:p>
          <a:r>
            <a:rPr lang="ru-RU" sz="3200" b="1" dirty="0"/>
            <a:t>5 </a:t>
          </a:r>
          <a:r>
            <a:rPr lang="en-US" sz="3200" b="1" dirty="0"/>
            <a:t>TA SO’Z</a:t>
          </a:r>
          <a:endParaRPr lang="ru-RU" sz="3200" b="1" dirty="0"/>
        </a:p>
      </dgm:t>
    </dgm:pt>
    <dgm:pt modelId="{1D536E7A-0ADA-4B0E-B4F8-D688705DB58D}" type="parTrans" cxnId="{0D7938EE-AFF7-4788-B305-E5419D4B04BC}">
      <dgm:prSet/>
      <dgm:spPr/>
      <dgm:t>
        <a:bodyPr/>
        <a:lstStyle/>
        <a:p>
          <a:endParaRPr lang="ru-RU"/>
        </a:p>
      </dgm:t>
    </dgm:pt>
    <dgm:pt modelId="{73C3AB6E-D652-4D16-B51A-1D1F0B58CE20}" type="sibTrans" cxnId="{0D7938EE-AFF7-4788-B305-E5419D4B04BC}">
      <dgm:prSet/>
      <dgm:spPr/>
      <dgm:t>
        <a:bodyPr/>
        <a:lstStyle/>
        <a:p>
          <a:endParaRPr lang="ru-RU"/>
        </a:p>
      </dgm:t>
    </dgm:pt>
    <dgm:pt modelId="{9F3BDFE4-A36A-4721-B222-439FBFB4370F}" type="pres">
      <dgm:prSet presAssocID="{D9E9C743-A46B-4402-A3C8-3A15B82E4136}" presName="Name0" presStyleCnt="0">
        <dgm:presLayoutVars>
          <dgm:chMax val="7"/>
          <dgm:chPref val="7"/>
          <dgm:dir/>
        </dgm:presLayoutVars>
      </dgm:prSet>
      <dgm:spPr/>
    </dgm:pt>
    <dgm:pt modelId="{567993AD-CA05-4FE1-AB82-E44671B2220E}" type="pres">
      <dgm:prSet presAssocID="{D9E9C743-A46B-4402-A3C8-3A15B82E4136}" presName="Name1" presStyleCnt="0"/>
      <dgm:spPr/>
    </dgm:pt>
    <dgm:pt modelId="{F459BA65-E0F1-495C-9745-384B0C4F603D}" type="pres">
      <dgm:prSet presAssocID="{D9E9C743-A46B-4402-A3C8-3A15B82E4136}" presName="cycle" presStyleCnt="0"/>
      <dgm:spPr/>
    </dgm:pt>
    <dgm:pt modelId="{CFD17781-1984-444C-8A49-84289020D9CC}" type="pres">
      <dgm:prSet presAssocID="{D9E9C743-A46B-4402-A3C8-3A15B82E4136}" presName="srcNode" presStyleLbl="node1" presStyleIdx="0" presStyleCnt="4"/>
      <dgm:spPr/>
    </dgm:pt>
    <dgm:pt modelId="{A320096E-909F-49F3-87BC-7CF8A1EB7D83}" type="pres">
      <dgm:prSet presAssocID="{D9E9C743-A46B-4402-A3C8-3A15B82E4136}" presName="conn" presStyleLbl="parChTrans1D2" presStyleIdx="0" presStyleCnt="1"/>
      <dgm:spPr/>
    </dgm:pt>
    <dgm:pt modelId="{B12991B2-6543-4408-9243-5593857832F8}" type="pres">
      <dgm:prSet presAssocID="{D9E9C743-A46B-4402-A3C8-3A15B82E4136}" presName="extraNode" presStyleLbl="node1" presStyleIdx="0" presStyleCnt="4"/>
      <dgm:spPr/>
    </dgm:pt>
    <dgm:pt modelId="{26BB34ED-4C3D-44F2-B07C-14141B8AA798}" type="pres">
      <dgm:prSet presAssocID="{D9E9C743-A46B-4402-A3C8-3A15B82E4136}" presName="dstNode" presStyleLbl="node1" presStyleIdx="0" presStyleCnt="4"/>
      <dgm:spPr/>
    </dgm:pt>
    <dgm:pt modelId="{AE727E6E-99F9-441B-8AD9-41555BD86E37}" type="pres">
      <dgm:prSet presAssocID="{6EE42F7A-863F-4B06-B6FD-8221A611A62B}" presName="text_1" presStyleLbl="node1" presStyleIdx="0" presStyleCnt="4" custLinFactNeighborX="1932" custLinFactNeighborY="3538">
        <dgm:presLayoutVars>
          <dgm:bulletEnabled val="1"/>
        </dgm:presLayoutVars>
      </dgm:prSet>
      <dgm:spPr/>
    </dgm:pt>
    <dgm:pt modelId="{EFE4D478-FF3A-4BF9-B35B-0E3BDF833FE2}" type="pres">
      <dgm:prSet presAssocID="{6EE42F7A-863F-4B06-B6FD-8221A611A62B}" presName="accent_1" presStyleCnt="0"/>
      <dgm:spPr/>
    </dgm:pt>
    <dgm:pt modelId="{CAA44B2F-8692-4C20-802B-831E18719BAE}" type="pres">
      <dgm:prSet presAssocID="{6EE42F7A-863F-4B06-B6FD-8221A611A62B}" presName="accentRepeatNode" presStyleLbl="solidFgAcc1" presStyleIdx="0" presStyleCnt="4"/>
      <dgm:spPr>
        <a:solidFill>
          <a:schemeClr val="accent2">
            <a:lumMod val="60000"/>
            <a:lumOff val="40000"/>
          </a:schemeClr>
        </a:solidFill>
      </dgm:spPr>
    </dgm:pt>
    <dgm:pt modelId="{D3B3475D-60B1-4A7E-9211-77682918B9CF}" type="pres">
      <dgm:prSet presAssocID="{F83A495B-DC2E-4083-BEF9-6EBF29456FFB}" presName="text_2" presStyleLbl="node1" presStyleIdx="1" presStyleCnt="4" custLinFactNeighborX="-326" custLinFactNeighborY="1161">
        <dgm:presLayoutVars>
          <dgm:bulletEnabled val="1"/>
        </dgm:presLayoutVars>
      </dgm:prSet>
      <dgm:spPr/>
    </dgm:pt>
    <dgm:pt modelId="{C210925F-D9AF-4E32-9E86-55B764B1E2FD}" type="pres">
      <dgm:prSet presAssocID="{F83A495B-DC2E-4083-BEF9-6EBF29456FFB}" presName="accent_2" presStyleCnt="0"/>
      <dgm:spPr/>
    </dgm:pt>
    <dgm:pt modelId="{B976FAD9-828A-4C8A-BCC6-A274D527CECB}" type="pres">
      <dgm:prSet presAssocID="{F83A495B-DC2E-4083-BEF9-6EBF29456FFB}" presName="accentRepeatNode" presStyleLbl="solidFgAcc1" presStyleIdx="1" presStyleCnt="4"/>
      <dgm:spPr>
        <a:solidFill>
          <a:srgbClr val="FFFF00"/>
        </a:solidFill>
      </dgm:spPr>
    </dgm:pt>
    <dgm:pt modelId="{54CDDA00-B1AD-46BB-BCD4-E3894270E203}" type="pres">
      <dgm:prSet presAssocID="{38563CFE-0F3C-4B86-A259-26D612FA5BD0}" presName="text_3" presStyleLbl="node1" presStyleIdx="2" presStyleCnt="4">
        <dgm:presLayoutVars>
          <dgm:bulletEnabled val="1"/>
        </dgm:presLayoutVars>
      </dgm:prSet>
      <dgm:spPr/>
    </dgm:pt>
    <dgm:pt modelId="{EAB76C98-4BD5-4292-A8E3-50109015D109}" type="pres">
      <dgm:prSet presAssocID="{38563CFE-0F3C-4B86-A259-26D612FA5BD0}" presName="accent_3" presStyleCnt="0"/>
      <dgm:spPr/>
    </dgm:pt>
    <dgm:pt modelId="{9B9B9BAC-DE3F-43C2-B247-A17E08D1292D}" type="pres">
      <dgm:prSet presAssocID="{38563CFE-0F3C-4B86-A259-26D612FA5BD0}" presName="accentRepeatNode" presStyleLbl="solidFgAcc1" presStyleIdx="2" presStyleCnt="4"/>
      <dgm:spPr>
        <a:solidFill>
          <a:srgbClr val="92D050"/>
        </a:solidFill>
      </dgm:spPr>
    </dgm:pt>
    <dgm:pt modelId="{B97DDB4D-DB2D-4D9E-AE3A-D68A9CA8AF80}" type="pres">
      <dgm:prSet presAssocID="{373440C4-F068-4D40-81AF-98DB45E486AE}" presName="text_4" presStyleLbl="node1" presStyleIdx="3" presStyleCnt="4">
        <dgm:presLayoutVars>
          <dgm:bulletEnabled val="1"/>
        </dgm:presLayoutVars>
      </dgm:prSet>
      <dgm:spPr/>
    </dgm:pt>
    <dgm:pt modelId="{BBBA4164-46A8-4942-887B-07E6A1362D61}" type="pres">
      <dgm:prSet presAssocID="{373440C4-F068-4D40-81AF-98DB45E486AE}" presName="accent_4" presStyleCnt="0"/>
      <dgm:spPr/>
    </dgm:pt>
    <dgm:pt modelId="{06F615AC-2D9F-4836-9458-BC15046C2BA0}" type="pres">
      <dgm:prSet presAssocID="{373440C4-F068-4D40-81AF-98DB45E486AE}" presName="accentRepeatNode" presStyleLbl="solidFgAcc1" presStyleIdx="3" presStyleCnt="4"/>
      <dgm:spPr>
        <a:solidFill>
          <a:srgbClr val="F6C3FF"/>
        </a:solidFill>
      </dgm:spPr>
    </dgm:pt>
  </dgm:ptLst>
  <dgm:cxnLst>
    <dgm:cxn modelId="{4D67B235-1312-4912-BE28-28293E9FA96D}" type="presOf" srcId="{F5030BB9-21B7-4C22-B975-C46CE1E59C47}" destId="{A320096E-909F-49F3-87BC-7CF8A1EB7D83}" srcOrd="0" destOrd="0" presId="urn:microsoft.com/office/officeart/2008/layout/VerticalCurvedList#1"/>
    <dgm:cxn modelId="{C8905499-D6B2-40B2-BF81-57B76AA73049}" type="presOf" srcId="{373440C4-F068-4D40-81AF-98DB45E486AE}" destId="{B97DDB4D-DB2D-4D9E-AE3A-D68A9CA8AF80}" srcOrd="0" destOrd="0" presId="urn:microsoft.com/office/officeart/2008/layout/VerticalCurvedList#1"/>
    <dgm:cxn modelId="{A233889A-D29E-4372-BC2D-767F3D2BB7D1}" srcId="{D9E9C743-A46B-4402-A3C8-3A15B82E4136}" destId="{38563CFE-0F3C-4B86-A259-26D612FA5BD0}" srcOrd="2" destOrd="0" parTransId="{9B2D42B0-1CEF-4006-B883-CB9A5096A6D1}" sibTransId="{B71F37DF-B0F0-4974-8A45-B7FCD09F0FD1}"/>
    <dgm:cxn modelId="{86C859C5-BA14-43B8-A7A8-255F8103BDA6}" type="presOf" srcId="{D9E9C743-A46B-4402-A3C8-3A15B82E4136}" destId="{9F3BDFE4-A36A-4721-B222-439FBFB4370F}" srcOrd="0" destOrd="0" presId="urn:microsoft.com/office/officeart/2008/layout/VerticalCurvedList#1"/>
    <dgm:cxn modelId="{6ECC77CD-B552-4C8C-8D59-90B0BEBEA757}" type="presOf" srcId="{38563CFE-0F3C-4B86-A259-26D612FA5BD0}" destId="{54CDDA00-B1AD-46BB-BCD4-E3894270E203}" srcOrd="0" destOrd="0" presId="urn:microsoft.com/office/officeart/2008/layout/VerticalCurvedList#1"/>
    <dgm:cxn modelId="{36EB13E1-6818-4BF1-9105-E3B5A24A1B92}" type="presOf" srcId="{6EE42F7A-863F-4B06-B6FD-8221A611A62B}" destId="{AE727E6E-99F9-441B-8AD9-41555BD86E37}" srcOrd="0" destOrd="0" presId="urn:microsoft.com/office/officeart/2008/layout/VerticalCurvedList#1"/>
    <dgm:cxn modelId="{6EE2B4E3-66B6-435C-89D6-2D952B0901E1}" srcId="{D9E9C743-A46B-4402-A3C8-3A15B82E4136}" destId="{6EE42F7A-863F-4B06-B6FD-8221A611A62B}" srcOrd="0" destOrd="0" parTransId="{75669545-7AB7-4613-9BA2-500A863606B4}" sibTransId="{F5030BB9-21B7-4C22-B975-C46CE1E59C47}"/>
    <dgm:cxn modelId="{D77CA9EB-EEA7-4295-929C-DF8152D46643}" srcId="{D9E9C743-A46B-4402-A3C8-3A15B82E4136}" destId="{F83A495B-DC2E-4083-BEF9-6EBF29456FFB}" srcOrd="1" destOrd="0" parTransId="{B06F3CB6-DA4A-4C17-B128-DAE446B18610}" sibTransId="{9FDBBFD2-8C9F-44F5-9138-595BFDB27247}"/>
    <dgm:cxn modelId="{0D7938EE-AFF7-4788-B305-E5419D4B04BC}" srcId="{D9E9C743-A46B-4402-A3C8-3A15B82E4136}" destId="{373440C4-F068-4D40-81AF-98DB45E486AE}" srcOrd="3" destOrd="0" parTransId="{1D536E7A-0ADA-4B0E-B4F8-D688705DB58D}" sibTransId="{73C3AB6E-D652-4D16-B51A-1D1F0B58CE20}"/>
    <dgm:cxn modelId="{0CF9C0F8-3203-4E20-B25C-339CE94DAACC}" type="presOf" srcId="{F83A495B-DC2E-4083-BEF9-6EBF29456FFB}" destId="{D3B3475D-60B1-4A7E-9211-77682918B9CF}" srcOrd="0" destOrd="0" presId="urn:microsoft.com/office/officeart/2008/layout/VerticalCurvedList#1"/>
    <dgm:cxn modelId="{F6B37D98-592D-412F-98C3-4C48E09D431E}" type="presParOf" srcId="{9F3BDFE4-A36A-4721-B222-439FBFB4370F}" destId="{567993AD-CA05-4FE1-AB82-E44671B2220E}" srcOrd="0" destOrd="0" presId="urn:microsoft.com/office/officeart/2008/layout/VerticalCurvedList#1"/>
    <dgm:cxn modelId="{A13F068B-CA24-4C0D-88F5-CD5CCFFD6D49}" type="presParOf" srcId="{567993AD-CA05-4FE1-AB82-E44671B2220E}" destId="{F459BA65-E0F1-495C-9745-384B0C4F603D}" srcOrd="0" destOrd="0" presId="urn:microsoft.com/office/officeart/2008/layout/VerticalCurvedList#1"/>
    <dgm:cxn modelId="{91DFFDCE-DC79-41EC-B387-68031014C00E}" type="presParOf" srcId="{F459BA65-E0F1-495C-9745-384B0C4F603D}" destId="{CFD17781-1984-444C-8A49-84289020D9CC}" srcOrd="0" destOrd="0" presId="urn:microsoft.com/office/officeart/2008/layout/VerticalCurvedList#1"/>
    <dgm:cxn modelId="{279332D0-512B-4649-9552-C56EAF794AE4}" type="presParOf" srcId="{F459BA65-E0F1-495C-9745-384B0C4F603D}" destId="{A320096E-909F-49F3-87BC-7CF8A1EB7D83}" srcOrd="1" destOrd="0" presId="urn:microsoft.com/office/officeart/2008/layout/VerticalCurvedList#1"/>
    <dgm:cxn modelId="{5F59F747-D022-4805-A827-8EBC01B31B5D}" type="presParOf" srcId="{F459BA65-E0F1-495C-9745-384B0C4F603D}" destId="{B12991B2-6543-4408-9243-5593857832F8}" srcOrd="2" destOrd="0" presId="urn:microsoft.com/office/officeart/2008/layout/VerticalCurvedList#1"/>
    <dgm:cxn modelId="{19CC59C6-05C1-45A6-B4B0-C72D5C0B3F62}" type="presParOf" srcId="{F459BA65-E0F1-495C-9745-384B0C4F603D}" destId="{26BB34ED-4C3D-44F2-B07C-14141B8AA798}" srcOrd="3" destOrd="0" presId="urn:microsoft.com/office/officeart/2008/layout/VerticalCurvedList#1"/>
    <dgm:cxn modelId="{06B4991D-0CC7-4B9B-A218-6504E496544F}" type="presParOf" srcId="{567993AD-CA05-4FE1-AB82-E44671B2220E}" destId="{AE727E6E-99F9-441B-8AD9-41555BD86E37}" srcOrd="1" destOrd="0" presId="urn:microsoft.com/office/officeart/2008/layout/VerticalCurvedList#1"/>
    <dgm:cxn modelId="{8F8BA0D1-5195-4990-81F2-C3D6875D37C1}" type="presParOf" srcId="{567993AD-CA05-4FE1-AB82-E44671B2220E}" destId="{EFE4D478-FF3A-4BF9-B35B-0E3BDF833FE2}" srcOrd="2" destOrd="0" presId="urn:microsoft.com/office/officeart/2008/layout/VerticalCurvedList#1"/>
    <dgm:cxn modelId="{04827AE2-321D-4A81-B13F-D30B7D6D00A2}" type="presParOf" srcId="{EFE4D478-FF3A-4BF9-B35B-0E3BDF833FE2}" destId="{CAA44B2F-8692-4C20-802B-831E18719BAE}" srcOrd="0" destOrd="0" presId="urn:microsoft.com/office/officeart/2008/layout/VerticalCurvedList#1"/>
    <dgm:cxn modelId="{F3D15140-E3CA-4936-B23B-4280D587EC62}" type="presParOf" srcId="{567993AD-CA05-4FE1-AB82-E44671B2220E}" destId="{D3B3475D-60B1-4A7E-9211-77682918B9CF}" srcOrd="3" destOrd="0" presId="urn:microsoft.com/office/officeart/2008/layout/VerticalCurvedList#1"/>
    <dgm:cxn modelId="{61D478AB-75AA-4DCC-990E-2A40CDBDD02C}" type="presParOf" srcId="{567993AD-CA05-4FE1-AB82-E44671B2220E}" destId="{C210925F-D9AF-4E32-9E86-55B764B1E2FD}" srcOrd="4" destOrd="0" presId="urn:microsoft.com/office/officeart/2008/layout/VerticalCurvedList#1"/>
    <dgm:cxn modelId="{A691E2F8-855C-4A13-A558-DDE23FE897D6}" type="presParOf" srcId="{C210925F-D9AF-4E32-9E86-55B764B1E2FD}" destId="{B976FAD9-828A-4C8A-BCC6-A274D527CECB}" srcOrd="0" destOrd="0" presId="urn:microsoft.com/office/officeart/2008/layout/VerticalCurvedList#1"/>
    <dgm:cxn modelId="{41DA3A97-5F37-4212-8171-E78F5318ACFB}" type="presParOf" srcId="{567993AD-CA05-4FE1-AB82-E44671B2220E}" destId="{54CDDA00-B1AD-46BB-BCD4-E3894270E203}" srcOrd="5" destOrd="0" presId="urn:microsoft.com/office/officeart/2008/layout/VerticalCurvedList#1"/>
    <dgm:cxn modelId="{61712080-023E-4479-A495-D3E1DF91DB0F}" type="presParOf" srcId="{567993AD-CA05-4FE1-AB82-E44671B2220E}" destId="{EAB76C98-4BD5-4292-A8E3-50109015D109}" srcOrd="6" destOrd="0" presId="urn:microsoft.com/office/officeart/2008/layout/VerticalCurvedList#1"/>
    <dgm:cxn modelId="{BDF4A7C2-5016-407E-A93B-AF237902AC3C}" type="presParOf" srcId="{EAB76C98-4BD5-4292-A8E3-50109015D109}" destId="{9B9B9BAC-DE3F-43C2-B247-A17E08D1292D}" srcOrd="0" destOrd="0" presId="urn:microsoft.com/office/officeart/2008/layout/VerticalCurvedList#1"/>
    <dgm:cxn modelId="{91F9AE92-9EDB-434F-B077-709FE5950C2C}" type="presParOf" srcId="{567993AD-CA05-4FE1-AB82-E44671B2220E}" destId="{B97DDB4D-DB2D-4D9E-AE3A-D68A9CA8AF80}" srcOrd="7" destOrd="0" presId="urn:microsoft.com/office/officeart/2008/layout/VerticalCurvedList#1"/>
    <dgm:cxn modelId="{4DA452AA-0579-4835-AA5B-AC6DBC356298}" type="presParOf" srcId="{567993AD-CA05-4FE1-AB82-E44671B2220E}" destId="{BBBA4164-46A8-4942-887B-07E6A1362D61}" srcOrd="8" destOrd="0" presId="urn:microsoft.com/office/officeart/2008/layout/VerticalCurvedList#1"/>
    <dgm:cxn modelId="{320D98AA-E537-4A41-93C9-8A270492979F}" type="presParOf" srcId="{BBBA4164-46A8-4942-887B-07E6A1362D61}" destId="{06F615AC-2D9F-4836-9458-BC15046C2BA0}" srcOrd="0" destOrd="0" presId="urn:microsoft.com/office/officeart/2008/layout/VerticalCurvedList#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20096E-909F-49F3-87BC-7CF8A1EB7D83}">
      <dsp:nvSpPr>
        <dsp:cNvPr id="0" name=""/>
        <dsp:cNvSpPr/>
      </dsp:nvSpPr>
      <dsp:spPr>
        <a:xfrm>
          <a:off x="-2663538" y="-410875"/>
          <a:ext cx="3179168" cy="3179168"/>
        </a:xfrm>
        <a:prstGeom prst="blockArc">
          <a:avLst>
            <a:gd name="adj1" fmla="val 18900000"/>
            <a:gd name="adj2" fmla="val 2700000"/>
            <a:gd name="adj3" fmla="val 67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727E6E-99F9-441B-8AD9-41555BD86E37}">
      <dsp:nvSpPr>
        <dsp:cNvPr id="0" name=""/>
        <dsp:cNvSpPr/>
      </dsp:nvSpPr>
      <dsp:spPr>
        <a:xfrm>
          <a:off x="298920" y="194069"/>
          <a:ext cx="3345567" cy="3626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865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TAKRORLASH</a:t>
          </a:r>
        </a:p>
      </dsp:txBody>
      <dsp:txXfrm>
        <a:off x="298920" y="194069"/>
        <a:ext cx="3345567" cy="362665"/>
      </dsp:txXfrm>
    </dsp:sp>
    <dsp:sp modelId="{CAA44B2F-8692-4C20-802B-831E18719BAE}">
      <dsp:nvSpPr>
        <dsp:cNvPr id="0" name=""/>
        <dsp:cNvSpPr/>
      </dsp:nvSpPr>
      <dsp:spPr>
        <a:xfrm>
          <a:off x="44021" y="135905"/>
          <a:ext cx="453331" cy="453331"/>
        </a:xfrm>
        <a:prstGeom prst="ellipse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B3475D-60B1-4A7E-9211-77682918B9CF}">
      <dsp:nvSpPr>
        <dsp:cNvPr id="0" name=""/>
        <dsp:cNvSpPr/>
      </dsp:nvSpPr>
      <dsp:spPr>
        <a:xfrm>
          <a:off x="468383" y="729540"/>
          <a:ext cx="3137643" cy="3626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865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prstClr val="white"/>
              </a:solidFill>
              <a:latin typeface="Calibri" pitchFamily="34" charset="0"/>
              <a:ea typeface="Calibri" pitchFamily="34" charset="0"/>
              <a:cs typeface="Calibri" pitchFamily="34" charset="0"/>
            </a:rPr>
            <a:t>YOZISH TARTIBI</a:t>
          </a:r>
        </a:p>
      </dsp:txBody>
      <dsp:txXfrm>
        <a:off x="468383" y="729540"/>
        <a:ext cx="3137643" cy="362665"/>
      </dsp:txXfrm>
    </dsp:sp>
    <dsp:sp modelId="{B976FAD9-828A-4C8A-BCC6-A274D527CECB}">
      <dsp:nvSpPr>
        <dsp:cNvPr id="0" name=""/>
        <dsp:cNvSpPr/>
      </dsp:nvSpPr>
      <dsp:spPr>
        <a:xfrm>
          <a:off x="251946" y="679996"/>
          <a:ext cx="453331" cy="453331"/>
        </a:xfrm>
        <a:prstGeom prst="ellipse">
          <a:avLst/>
        </a:prstGeom>
        <a:solidFill>
          <a:srgbClr val="FFFF0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CDDA00-B1AD-46BB-BCD4-E3894270E203}">
      <dsp:nvSpPr>
        <dsp:cNvPr id="0" name=""/>
        <dsp:cNvSpPr/>
      </dsp:nvSpPr>
      <dsp:spPr>
        <a:xfrm>
          <a:off x="478611" y="1269421"/>
          <a:ext cx="3137643" cy="3626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865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prstClr val="white"/>
              </a:solidFill>
              <a:latin typeface="Calibri" pitchFamily="34" charset="0"/>
              <a:ea typeface="Calibri" pitchFamily="34" charset="0"/>
              <a:cs typeface="Calibri" pitchFamily="34" charset="0"/>
            </a:rPr>
            <a:t>5 TA HARF</a:t>
          </a:r>
        </a:p>
      </dsp:txBody>
      <dsp:txXfrm>
        <a:off x="478611" y="1269421"/>
        <a:ext cx="3137643" cy="362665"/>
      </dsp:txXfrm>
    </dsp:sp>
    <dsp:sp modelId="{9B9B9BAC-DE3F-43C2-B247-A17E08D1292D}">
      <dsp:nvSpPr>
        <dsp:cNvPr id="0" name=""/>
        <dsp:cNvSpPr/>
      </dsp:nvSpPr>
      <dsp:spPr>
        <a:xfrm>
          <a:off x="251946" y="1224088"/>
          <a:ext cx="453331" cy="453331"/>
        </a:xfrm>
        <a:prstGeom prst="ellipse">
          <a:avLst/>
        </a:prstGeom>
        <a:solidFill>
          <a:srgbClr val="92D05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7DDB4D-DB2D-4D9E-AE3A-D68A9CA8AF80}">
      <dsp:nvSpPr>
        <dsp:cNvPr id="0" name=""/>
        <dsp:cNvSpPr/>
      </dsp:nvSpPr>
      <dsp:spPr>
        <a:xfrm>
          <a:off x="270687" y="1813513"/>
          <a:ext cx="3345567" cy="3626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865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1" kern="1200" dirty="0"/>
            <a:t>5 </a:t>
          </a:r>
          <a:r>
            <a:rPr lang="en-US" sz="3200" b="1" kern="1200" dirty="0"/>
            <a:t>TA SO’Z</a:t>
          </a:r>
          <a:endParaRPr lang="ru-RU" sz="3200" b="1" kern="1200" dirty="0"/>
        </a:p>
      </dsp:txBody>
      <dsp:txXfrm>
        <a:off x="270687" y="1813513"/>
        <a:ext cx="3345567" cy="362665"/>
      </dsp:txXfrm>
    </dsp:sp>
    <dsp:sp modelId="{06F615AC-2D9F-4836-9458-BC15046C2BA0}">
      <dsp:nvSpPr>
        <dsp:cNvPr id="0" name=""/>
        <dsp:cNvSpPr/>
      </dsp:nvSpPr>
      <dsp:spPr>
        <a:xfrm>
          <a:off x="44021" y="1768180"/>
          <a:ext cx="453331" cy="453331"/>
        </a:xfrm>
        <a:prstGeom prst="ellipse">
          <a:avLst/>
        </a:prstGeom>
        <a:solidFill>
          <a:srgbClr val="F6C3FF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#1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srcNode" val="srcNode"/>
            <dgm:param type="dstNode" val="dstNode"/>
            <dgm:param type="endSty" val="noArr"/>
            <dgm:param type="connRout" val="curve"/>
            <dgm:param type="begPts" val="ctr"/>
            <dgm:param type="endPts" val="ct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B2A33-A62A-43E3-8CED-609B73D9B0FF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4FE74-ADB6-4BD8-A104-EADDD97A1B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951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4FE74-ADB6-4BD8-A104-EADDD97A1B5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5000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4FE74-ADB6-4BD8-A104-EADDD97A1B5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329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A300A-2A04-4861-8880-6C52272F1B90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9.gif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9.gif"/><Relationship Id="rId5" Type="http://schemas.openxmlformats.org/officeDocument/2006/relationships/image" Target="../media/image10.gif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12.gif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3.gif"/><Relationship Id="rId5" Type="http://schemas.openxmlformats.org/officeDocument/2006/relationships/image" Target="../media/image12.gif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15.gif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6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15.gif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15.gif"/><Relationship Id="rId5" Type="http://schemas.openxmlformats.org/officeDocument/2006/relationships/image" Target="../media/image9.gif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5" Type="http://schemas.openxmlformats.org/officeDocument/2006/relationships/image" Target="../media/image18.gif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gif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19.gif"/><Relationship Id="rId5" Type="http://schemas.openxmlformats.org/officeDocument/2006/relationships/image" Target="../media/image18.gif"/><Relationship Id="rId4" Type="http://schemas.openxmlformats.org/officeDocument/2006/relationships/image" Target="../media/image6.png"/><Relationship Id="rId9" Type="http://schemas.openxmlformats.org/officeDocument/2006/relationships/image" Target="../media/image22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23.gif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gif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25.png"/><Relationship Id="rId5" Type="http://schemas.openxmlformats.org/officeDocument/2006/relationships/image" Target="../media/image18.gif"/><Relationship Id="rId4" Type="http://schemas.openxmlformats.org/officeDocument/2006/relationships/image" Target="../media/image22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5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5" Type="http://schemas.openxmlformats.org/officeDocument/2006/relationships/image" Target="../media/image29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5" Type="http://schemas.openxmlformats.org/officeDocument/2006/relationships/image" Target="../media/image30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5" Type="http://schemas.openxmlformats.org/officeDocument/2006/relationships/image" Target="../media/image20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5" Type="http://schemas.openxmlformats.org/officeDocument/2006/relationships/image" Target="../media/image31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12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34.png"/><Relationship Id="rId5" Type="http://schemas.openxmlformats.org/officeDocument/2006/relationships/diagramData" Target="../diagrams/data1.xml"/><Relationship Id="rId10" Type="http://schemas.openxmlformats.org/officeDocument/2006/relationships/image" Target="../media/image33.png"/><Relationship Id="rId4" Type="http://schemas.openxmlformats.org/officeDocument/2006/relationships/image" Target="../media/image3.png"/><Relationship Id="rId9" Type="http://schemas.microsoft.com/office/2007/relationships/diagramDrawing" Target="../diagrams/drawing1.xml"/><Relationship Id="rId1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rcRect l="8458"/>
          <a:stretch>
            <a:fillRect/>
          </a:stretch>
        </p:blipFill>
        <p:spPr>
          <a:xfrm>
            <a:off x="6406186" y="4270721"/>
            <a:ext cx="1345558" cy="1985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866186" y="4317355"/>
            <a:ext cx="1345559" cy="19392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344" y="4669133"/>
            <a:ext cx="922856" cy="1210967"/>
          </a:xfrm>
          <a:prstGeom prst="rect">
            <a:avLst/>
          </a:prstGeom>
        </p:spPr>
      </p:pic>
      <p:sp>
        <p:nvSpPr>
          <p:cNvPr id="10" name="Rectangle: Rounded Corners 7"/>
          <p:cNvSpPr/>
          <p:nvPr/>
        </p:nvSpPr>
        <p:spPr>
          <a:xfrm>
            <a:off x="442641" y="389310"/>
            <a:ext cx="4407864" cy="783706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3800" b="1" dirty="0">
                <a:ea typeface="UD Digi Kyokasho N" pitchFamily="17" charset="-128"/>
              </a:rPr>
              <a:t>NIHONGO NO MICHI</a:t>
            </a:r>
            <a:endParaRPr lang="en-US" sz="3800" b="1" dirty="0">
              <a:ea typeface="UD Digi Kyokasho N" pitchFamily="17" charset="-128"/>
            </a:endParaRPr>
          </a:p>
        </p:txBody>
      </p:sp>
      <p:sp>
        <p:nvSpPr>
          <p:cNvPr id="2" name="Rectangle: Rounded Corners 8">
            <a:extLst>
              <a:ext uri="{FF2B5EF4-FFF2-40B4-BE49-F238E27FC236}">
                <a16:creationId xmlns:a16="http://schemas.microsoft.com/office/drawing/2014/main" id="{CF64E865-9957-13A5-0111-734016FF5709}"/>
              </a:ext>
            </a:extLst>
          </p:cNvPr>
          <p:cNvSpPr/>
          <p:nvPr/>
        </p:nvSpPr>
        <p:spPr>
          <a:xfrm>
            <a:off x="2646573" y="1471142"/>
            <a:ext cx="6277079" cy="2575691"/>
          </a:xfrm>
          <a:prstGeom prst="roundRect">
            <a:avLst/>
          </a:prstGeom>
          <a:ln w="7620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/>
            <a:r>
              <a:rPr lang="en-US" altLang="ja-JP" sz="4800" b="1" dirty="0">
                <a:ea typeface="UD Digi Kyokasho N" panose="02020400000000000000"/>
              </a:rPr>
              <a:t>ALIFBO: KATAKANA</a:t>
            </a:r>
            <a:br>
              <a:rPr lang="en-US" altLang="ja-JP" sz="1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sz="1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</a:p>
          <a:p>
            <a:pPr algn="dist"/>
            <a:r>
              <a:rPr lang="ja-JP" altLang="en-US" sz="4800" b="1" kern="9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タ</a:t>
            </a:r>
            <a:r>
              <a:rPr lang="ja-JP" altLang="en-US" sz="4800" b="1" kern="900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チ　</a:t>
            </a:r>
            <a:r>
              <a:rPr lang="ja-JP" altLang="en-US" sz="4800" b="1" kern="900" dirty="0">
                <a:solidFill>
                  <a:srgbClr val="A11F8E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ツ</a:t>
            </a:r>
            <a:r>
              <a:rPr lang="ja-JP" altLang="en-US" sz="4800" b="1" kern="900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ja-JP" altLang="en-US" sz="4800" b="1" kern="900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テ</a:t>
            </a:r>
            <a:r>
              <a:rPr lang="ja-JP" altLang="en-US" sz="4800" b="1" kern="900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ja-JP" altLang="en-US" sz="4800" b="1" kern="900" dirty="0">
                <a:solidFill>
                  <a:srgbClr val="70AD47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ト</a:t>
            </a:r>
            <a:endParaRPr lang="en-US" altLang="ja-JP" sz="4800" b="1" kern="900" dirty="0">
              <a:solidFill>
                <a:srgbClr val="70AD47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/>
            <a:r>
              <a:rPr lang="en-US" altLang="ja-JP" sz="3600" b="1" kern="9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</a:t>
            </a:r>
            <a:r>
              <a:rPr lang="en-US" altLang="ja-JP" sz="3600" b="1" kern="900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CHI   </a:t>
            </a:r>
            <a:r>
              <a:rPr lang="en-US" altLang="ja-JP" sz="3600" b="1" kern="900" dirty="0">
                <a:solidFill>
                  <a:srgbClr val="A11F8E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TSU</a:t>
            </a:r>
            <a:r>
              <a:rPr lang="en-US" altLang="ja-JP" sz="3600" b="1" kern="900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en-US" altLang="ja-JP" sz="3600" b="1" kern="900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</a:t>
            </a:r>
            <a:r>
              <a:rPr lang="en-US" altLang="ja-JP" sz="3600" b="1" kern="900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en-US" altLang="ja-JP" sz="3600" b="1" kern="900" dirty="0">
                <a:solidFill>
                  <a:srgbClr val="70AD47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TO</a:t>
            </a:r>
          </a:p>
          <a:p>
            <a:pPr algn="ctr"/>
            <a:endParaRPr lang="ru-RU" altLang="ja-JP" sz="3600" b="1" dirty="0">
              <a:solidFill>
                <a:srgbClr val="7030A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97"/>
    </mc:Choice>
    <mc:Fallback xmlns="">
      <p:transition spd="slow" advTm="3619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B30135E-EC69-C259-E5D1-E0DC80FFB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18" name="Straight Connector 17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/>
          <p:cNvSpPr/>
          <p:nvPr/>
        </p:nvSpPr>
        <p:spPr>
          <a:xfrm>
            <a:off x="405092" y="324825"/>
            <a:ext cx="2815729" cy="523235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KATAKANA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0319208-7953-4D1E-B6AE-8AB27510AB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" t="1967" r="575" b="1639"/>
          <a:stretch>
            <a:fillRect/>
          </a:stretch>
        </p:blipFill>
        <p:spPr>
          <a:xfrm>
            <a:off x="306097" y="991518"/>
            <a:ext cx="9448793" cy="521063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1451A82-DD5F-34F9-6A52-0174BBCC52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757" y="488271"/>
            <a:ext cx="1396346" cy="624987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464"/>
    </mc:Choice>
    <mc:Fallback xmlns="">
      <p:transition spd="slow" advTm="3146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ABC0E6B-3574-DED4-849B-006E5F65E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/>
          <p:cNvSpPr/>
          <p:nvPr/>
        </p:nvSpPr>
        <p:spPr>
          <a:xfrm>
            <a:off x="305579" y="340586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 YOZILISH TARTIBI</a:t>
            </a:r>
          </a:p>
        </p:txBody>
      </p:sp>
      <p:sp>
        <p:nvSpPr>
          <p:cNvPr id="8" name="Скругленный прямоугольник 15"/>
          <p:cNvSpPr/>
          <p:nvPr/>
        </p:nvSpPr>
        <p:spPr>
          <a:xfrm>
            <a:off x="3790163" y="1201254"/>
            <a:ext cx="2352211" cy="669089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itchFamily="18" charset="0"/>
              </a:rPr>
              <a:t>TA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5" t="1137" r="1371" b="1468"/>
          <a:stretch/>
        </p:blipFill>
        <p:spPr>
          <a:xfrm>
            <a:off x="2961505" y="2079856"/>
            <a:ext cx="3921209" cy="3929647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90"/>
    </mc:Choice>
    <mc:Fallback xmlns="">
      <p:transition spd="slow" advTm="5469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FCDE5D6-B1A0-19AC-8542-889109E58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Объект 10"/>
          <p:cNvPicPr>
            <a:picLocks noGrp="1" noChangeAspect="1"/>
          </p:cNvPicPr>
          <p:nvPr>
            <p:ph idx="1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1" t="996" b="416"/>
          <a:stretch/>
        </p:blipFill>
        <p:spPr>
          <a:xfrm>
            <a:off x="2063516" y="1278731"/>
            <a:ext cx="1481137" cy="1490664"/>
          </a:xfrm>
          <a:prstGeom prst="rect">
            <a:avLst/>
          </a:prstGeom>
        </p:spPr>
      </p:pic>
      <p:sp>
        <p:nvSpPr>
          <p:cNvPr id="10" name="Rectangle: Rounded Corners 6"/>
          <p:cNvSpPr/>
          <p:nvPr/>
        </p:nvSpPr>
        <p:spPr>
          <a:xfrm>
            <a:off x="534318" y="3103423"/>
            <a:ext cx="2919470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000" b="1" kern="0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TA KO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7624D5E-A1C7-F666-C93E-89543944A45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1" t="1123" r="713" b="1264"/>
          <a:stretch/>
        </p:blipFill>
        <p:spPr>
          <a:xfrm>
            <a:off x="554832" y="1278731"/>
            <a:ext cx="1481136" cy="1473994"/>
          </a:xfrm>
          <a:prstGeom prst="rect">
            <a:avLst/>
          </a:prstGeom>
        </p:spPr>
      </p:pic>
      <p:sp>
        <p:nvSpPr>
          <p:cNvPr id="2" name="Rectangle: Rounded Corners 5">
            <a:extLst>
              <a:ext uri="{FF2B5EF4-FFF2-40B4-BE49-F238E27FC236}">
                <a16:creationId xmlns:a16="http://schemas.microsoft.com/office/drawing/2014/main" id="{BE56E000-9DA7-2E65-D138-1B238D2077ED}"/>
              </a:ext>
            </a:extLst>
          </p:cNvPr>
          <p:cNvSpPr/>
          <p:nvPr/>
        </p:nvSpPr>
        <p:spPr>
          <a:xfrm>
            <a:off x="305579" y="340586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SO’ZLAR</a:t>
            </a:r>
          </a:p>
        </p:txBody>
      </p:sp>
      <p:pic>
        <p:nvPicPr>
          <p:cNvPr id="1026" name="Picture 2" descr="泳いでいるタコのイラスト | かわいいフリー素材集 いらすとや">
            <a:extLst>
              <a:ext uri="{FF2B5EF4-FFF2-40B4-BE49-F238E27FC236}">
                <a16:creationId xmlns:a16="http://schemas.microsoft.com/office/drawing/2014/main" id="{A54430DA-60DE-45AF-8BD8-9BFB4DC4D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649" y="1332325"/>
            <a:ext cx="3905250" cy="32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90"/>
    </mc:Choice>
    <mc:Fallback xmlns="">
      <p:transition spd="slow" advTm="546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13B2737-689A-AE3A-20F4-CED3D49D5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/>
          <p:cNvSpPr/>
          <p:nvPr/>
        </p:nvSpPr>
        <p:spPr>
          <a:xfrm>
            <a:off x="305579" y="369614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 YOZILISH TARTIBI</a:t>
            </a:r>
          </a:p>
        </p:txBody>
      </p:sp>
      <p:sp>
        <p:nvSpPr>
          <p:cNvPr id="8" name="Скругленный прямоугольник 15"/>
          <p:cNvSpPr/>
          <p:nvPr/>
        </p:nvSpPr>
        <p:spPr>
          <a:xfrm>
            <a:off x="3790163" y="1201254"/>
            <a:ext cx="2352211" cy="669089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itchFamily="18" charset="0"/>
              </a:rPr>
              <a:t>CHI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" t="1225" r="1215" b="1270"/>
          <a:stretch/>
        </p:blipFill>
        <p:spPr>
          <a:xfrm>
            <a:off x="2943321" y="2078182"/>
            <a:ext cx="4042446" cy="4036291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90"/>
    </mc:Choice>
    <mc:Fallback xmlns="">
      <p:transition spd="slow" advTm="5469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35602C8-00AB-E9BF-443B-A22B7914F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3" t="1281" r="871" b="1105"/>
          <a:stretch/>
        </p:blipFill>
        <p:spPr>
          <a:xfrm>
            <a:off x="552450" y="1281113"/>
            <a:ext cx="1387034" cy="138034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7" t="1342" b="1010"/>
          <a:stretch/>
        </p:blipFill>
        <p:spPr>
          <a:xfrm>
            <a:off x="1972286" y="1281114"/>
            <a:ext cx="1387034" cy="1382574"/>
          </a:xfrm>
          <a:prstGeom prst="rect">
            <a:avLst/>
          </a:prstGeom>
        </p:spPr>
      </p:pic>
      <p:sp>
        <p:nvSpPr>
          <p:cNvPr id="10" name="Rectangle: Rounded Corners 6"/>
          <p:cNvSpPr/>
          <p:nvPr/>
        </p:nvSpPr>
        <p:spPr>
          <a:xfrm>
            <a:off x="604505" y="2964957"/>
            <a:ext cx="3212735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000" b="1" kern="0" noProof="0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CHIKACHIKA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7" name="Rectangle: Rounded Corners 5">
            <a:extLst>
              <a:ext uri="{FF2B5EF4-FFF2-40B4-BE49-F238E27FC236}">
                <a16:creationId xmlns:a16="http://schemas.microsoft.com/office/drawing/2014/main" id="{889ED019-7015-7066-6A57-BAFB1FFA6FDD}"/>
              </a:ext>
            </a:extLst>
          </p:cNvPr>
          <p:cNvSpPr/>
          <p:nvPr/>
        </p:nvSpPr>
        <p:spPr>
          <a:xfrm>
            <a:off x="305579" y="340586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SO’ZLAR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7711329-CCDF-4ED6-AA59-B86A84024A3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3" t="1281" r="871" b="1105"/>
          <a:stretch/>
        </p:blipFill>
        <p:spPr>
          <a:xfrm>
            <a:off x="3392122" y="1281113"/>
            <a:ext cx="1387034" cy="138034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7D8DCE6-B5C7-465E-8D6C-EA7DF98E383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7" t="1342" b="1010"/>
          <a:stretch/>
        </p:blipFill>
        <p:spPr>
          <a:xfrm>
            <a:off x="4811951" y="1281114"/>
            <a:ext cx="1387034" cy="1382574"/>
          </a:xfrm>
          <a:prstGeom prst="rect">
            <a:avLst/>
          </a:prstGeom>
        </p:spPr>
      </p:pic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76B64E95-3040-40B6-B66F-C5968918D674}"/>
              </a:ext>
            </a:extLst>
          </p:cNvPr>
          <p:cNvGrpSpPr/>
          <p:nvPr/>
        </p:nvGrpSpPr>
        <p:grpSpPr>
          <a:xfrm>
            <a:off x="4526333" y="2466754"/>
            <a:ext cx="4192294" cy="3483642"/>
            <a:chOff x="4526333" y="2466754"/>
            <a:chExt cx="4192294" cy="3483642"/>
          </a:xfrm>
        </p:grpSpPr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09F1DC82-F457-489E-B36E-F0514F6E2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165259">
              <a:off x="6277839" y="2466754"/>
              <a:ext cx="2440788" cy="1831939"/>
            </a:xfrm>
            <a:prstGeom prst="rect">
              <a:avLst/>
            </a:prstGeom>
          </p:spPr>
        </p:pic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F70BF381-EFF9-4835-833B-2A343E903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6333" y="2983369"/>
              <a:ext cx="2440788" cy="1831939"/>
            </a:xfrm>
            <a:prstGeom prst="rect">
              <a:avLst/>
            </a:prstGeom>
          </p:spPr>
        </p:pic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B46BD25D-D52C-4CD5-9F0F-D47CB3A8DB0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91607" y="4118457"/>
              <a:ext cx="2440788" cy="1831939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90"/>
    </mc:Choice>
    <mc:Fallback xmlns="">
      <p:transition spd="slow" advTm="546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86F858C-758F-F0A9-5F52-119D8AE95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Скругленный прямоугольник 15"/>
          <p:cNvSpPr/>
          <p:nvPr/>
        </p:nvSpPr>
        <p:spPr>
          <a:xfrm>
            <a:off x="3790163" y="1201254"/>
            <a:ext cx="2352211" cy="669089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itchFamily="18" charset="0"/>
              </a:rPr>
              <a:t>TSU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2" t="1285" r="1295" b="1244"/>
          <a:stretch/>
        </p:blipFill>
        <p:spPr>
          <a:xfrm>
            <a:off x="2944946" y="2013613"/>
            <a:ext cx="4037501" cy="4034889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7" name="Rectangle: Rounded Corners 5">
            <a:extLst>
              <a:ext uri="{FF2B5EF4-FFF2-40B4-BE49-F238E27FC236}">
                <a16:creationId xmlns:a16="http://schemas.microsoft.com/office/drawing/2014/main" id="{25BC7143-F650-A960-C560-FEBD80A18101}"/>
              </a:ext>
            </a:extLst>
          </p:cNvPr>
          <p:cNvSpPr/>
          <p:nvPr/>
        </p:nvSpPr>
        <p:spPr>
          <a:xfrm>
            <a:off x="305579" y="369614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 YOZILISH TARTIBI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90"/>
    </mc:Choice>
    <mc:Fallback xmlns="">
      <p:transition spd="slow" advTm="5469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86F858C-758F-F0A9-5F52-119D8AE95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Скругленный прямоугольник 15"/>
          <p:cNvSpPr/>
          <p:nvPr/>
        </p:nvSpPr>
        <p:spPr>
          <a:xfrm>
            <a:off x="1739800" y="1342652"/>
            <a:ext cx="2352211" cy="669089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itchFamily="18" charset="0"/>
              </a:rPr>
              <a:t>TSU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2" t="1285" r="1295" b="1244"/>
          <a:stretch/>
        </p:blipFill>
        <p:spPr>
          <a:xfrm>
            <a:off x="1205441" y="2333625"/>
            <a:ext cx="3420931" cy="3418718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7" name="Rectangle: Rounded Corners 5">
            <a:extLst>
              <a:ext uri="{FF2B5EF4-FFF2-40B4-BE49-F238E27FC236}">
                <a16:creationId xmlns:a16="http://schemas.microsoft.com/office/drawing/2014/main" id="{25BC7143-F650-A960-C560-FEBD80A18101}"/>
              </a:ext>
            </a:extLst>
          </p:cNvPr>
          <p:cNvSpPr/>
          <p:nvPr/>
        </p:nvSpPr>
        <p:spPr>
          <a:xfrm>
            <a:off x="305579" y="369614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 YOZILISH TARTIBI</a:t>
            </a:r>
          </a:p>
        </p:txBody>
      </p:sp>
      <p:sp>
        <p:nvSpPr>
          <p:cNvPr id="10" name="Скругленный прямоугольник 15">
            <a:extLst>
              <a:ext uri="{FF2B5EF4-FFF2-40B4-BE49-F238E27FC236}">
                <a16:creationId xmlns:a16="http://schemas.microsoft.com/office/drawing/2014/main" id="{C4A43AFD-3B6F-420F-BBC2-C13F0ADE95FD}"/>
              </a:ext>
            </a:extLst>
          </p:cNvPr>
          <p:cNvSpPr/>
          <p:nvPr/>
        </p:nvSpPr>
        <p:spPr>
          <a:xfrm>
            <a:off x="6050602" y="1342652"/>
            <a:ext cx="2352211" cy="669089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3600" b="1" dirty="0">
                <a:cs typeface="Times New Roman" pitchFamily="18" charset="0"/>
              </a:rPr>
              <a:t>SHI</a:t>
            </a:r>
            <a:endParaRPr lang="en-US" sz="3600" b="1" dirty="0">
              <a:cs typeface="Times New Roman" pitchFamily="18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84E02ED-E850-DF78-6ACD-98F08DF3D4C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7" t="1584" r="531" b="1384"/>
          <a:stretch>
            <a:fillRect/>
          </a:stretch>
        </p:blipFill>
        <p:spPr>
          <a:xfrm>
            <a:off x="5436174" y="2333625"/>
            <a:ext cx="3420930" cy="3398884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C8D0442-695A-4EC5-A6C3-21F25597A96F}"/>
              </a:ext>
            </a:extLst>
          </p:cNvPr>
          <p:cNvSpPr/>
          <p:nvPr/>
        </p:nvSpPr>
        <p:spPr>
          <a:xfrm>
            <a:off x="3322471" y="4543425"/>
            <a:ext cx="1303902" cy="1446550"/>
          </a:xfrm>
          <a:prstGeom prst="rect">
            <a:avLst/>
          </a:prstGeom>
          <a:effectLst>
            <a:glow rad="127000">
              <a:schemeClr val="accent1"/>
            </a:glow>
          </a:effectLst>
        </p:spPr>
        <p:txBody>
          <a:bodyPr wrap="square">
            <a:spAutoFit/>
          </a:bodyPr>
          <a:lstStyle/>
          <a:p>
            <a:r>
              <a:rPr lang="ja-JP" altLang="en-US" sz="8800" b="1" dirty="0">
                <a:latin typeface="Yu Mincho" panose="02020400000000000000" pitchFamily="18" charset="-128"/>
                <a:ea typeface="Yu Mincho" panose="02020400000000000000" pitchFamily="18" charset="-128"/>
                <a:cs typeface="Times New Roman" pitchFamily="18" charset="0"/>
              </a:rPr>
              <a:t>つ</a:t>
            </a:r>
            <a:endParaRPr lang="ru-RU" sz="88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C2BD2B2-6C6E-4AD3-85CC-7CDA009786B2}"/>
              </a:ext>
            </a:extLst>
          </p:cNvPr>
          <p:cNvSpPr/>
          <p:nvPr/>
        </p:nvSpPr>
        <p:spPr>
          <a:xfrm>
            <a:off x="7565629" y="4457700"/>
            <a:ext cx="1303902" cy="1446550"/>
          </a:xfrm>
          <a:prstGeom prst="rect">
            <a:avLst/>
          </a:prstGeom>
          <a:effectLst>
            <a:glow rad="127000">
              <a:schemeClr val="accent1"/>
            </a:glow>
          </a:effectLst>
        </p:spPr>
        <p:txBody>
          <a:bodyPr wrap="square">
            <a:spAutoFit/>
          </a:bodyPr>
          <a:lstStyle/>
          <a:p>
            <a:r>
              <a:rPr lang="ja-JP" altLang="en-US" sz="8800" b="1" dirty="0">
                <a:latin typeface="Yu Mincho" panose="02020400000000000000" pitchFamily="18" charset="-128"/>
                <a:ea typeface="Yu Mincho" panose="02020400000000000000" pitchFamily="18" charset="-128"/>
                <a:cs typeface="Times New Roman" pitchFamily="18" charset="0"/>
              </a:rPr>
              <a:t>し</a:t>
            </a:r>
            <a:endParaRPr lang="ru-RU" sz="88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0198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90"/>
    </mc:Choice>
    <mc:Fallback xmlns="">
      <p:transition spd="slow" advTm="5469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4DF79DA-F348-CD3A-CF3B-A779F7395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8" t="1500" r="1107" b="1482"/>
          <a:stretch/>
        </p:blipFill>
        <p:spPr>
          <a:xfrm>
            <a:off x="2145509" y="1283495"/>
            <a:ext cx="1478757" cy="1466850"/>
          </a:xfrm>
          <a:prstGeom prst="rect">
            <a:avLst/>
          </a:prstGeom>
        </p:spPr>
      </p:pic>
      <p:sp>
        <p:nvSpPr>
          <p:cNvPr id="10" name="Rectangle: Rounded Corners 6"/>
          <p:cNvSpPr/>
          <p:nvPr/>
        </p:nvSpPr>
        <p:spPr>
          <a:xfrm>
            <a:off x="534318" y="3103423"/>
            <a:ext cx="2919470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000" b="1" kern="0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 TSU  TA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48C4F1F-F593-4AAF-90D4-9E1DCBF694D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7" t="1500" r="888" b="1482"/>
          <a:stretch/>
        </p:blipFill>
        <p:spPr>
          <a:xfrm>
            <a:off x="573881" y="1283495"/>
            <a:ext cx="1478757" cy="1466850"/>
          </a:xfrm>
          <a:prstGeom prst="rect">
            <a:avLst/>
          </a:prstGeom>
        </p:spPr>
      </p:pic>
      <p:sp>
        <p:nvSpPr>
          <p:cNvPr id="2" name="Rectangle: Rounded Corners 5">
            <a:extLst>
              <a:ext uri="{FF2B5EF4-FFF2-40B4-BE49-F238E27FC236}">
                <a16:creationId xmlns:a16="http://schemas.microsoft.com/office/drawing/2014/main" id="{534CF251-6FBB-5DC5-D3D2-F5719E0D37FD}"/>
              </a:ext>
            </a:extLst>
          </p:cNvPr>
          <p:cNvSpPr/>
          <p:nvPr/>
        </p:nvSpPr>
        <p:spPr>
          <a:xfrm>
            <a:off x="305579" y="340586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SO’ZLAR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2158C91-5C74-4C08-824F-759024CCBCD4}"/>
              </a:ext>
            </a:extLst>
          </p:cNvPr>
          <p:cNvGrpSpPr/>
          <p:nvPr/>
        </p:nvGrpSpPr>
        <p:grpSpPr>
          <a:xfrm>
            <a:off x="3190818" y="2230686"/>
            <a:ext cx="7162248" cy="4052867"/>
            <a:chOff x="3190818" y="2230686"/>
            <a:chExt cx="7162248" cy="4052867"/>
          </a:xfrm>
        </p:grpSpPr>
        <p:pic>
          <p:nvPicPr>
            <p:cNvPr id="2050" name="Picture 2" descr="蔦の無料イラスト｜透過PNG・商用利用OK | 無料・商用OKのイラスト素材｜イラストセンター">
              <a:extLst>
                <a:ext uri="{FF2B5EF4-FFF2-40B4-BE49-F238E27FC236}">
                  <a16:creationId xmlns:a16="http://schemas.microsoft.com/office/drawing/2014/main" id="{F2AA5B5A-D5A1-4210-A906-1DC0D8BC3B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6870" y="2230686"/>
              <a:ext cx="4986196" cy="37396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2" descr="蔦の無料イラスト｜透過PNG・商用利用OK | 無料・商用OKのイラスト素材｜イラストセンター">
              <a:extLst>
                <a:ext uri="{FF2B5EF4-FFF2-40B4-BE49-F238E27FC236}">
                  <a16:creationId xmlns:a16="http://schemas.microsoft.com/office/drawing/2014/main" id="{6780634B-4A03-44A0-89F2-7D79BB02BB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464748">
              <a:off x="3190818" y="2543906"/>
              <a:ext cx="4986196" cy="37396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90"/>
    </mc:Choice>
    <mc:Fallback xmlns="">
      <p:transition spd="slow" advTm="546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90A0055-0376-3346-C8A1-1C44F567E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Скругленный прямоугольник 15"/>
          <p:cNvSpPr/>
          <p:nvPr/>
        </p:nvSpPr>
        <p:spPr>
          <a:xfrm>
            <a:off x="3790163" y="1201254"/>
            <a:ext cx="2352211" cy="669089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itchFamily="18" charset="0"/>
              </a:rPr>
              <a:t>TE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" t="1538" r="1243" b="1532"/>
          <a:stretch/>
        </p:blipFill>
        <p:spPr>
          <a:xfrm>
            <a:off x="2956561" y="2050829"/>
            <a:ext cx="4023359" cy="4003261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7" name="Rectangle: Rounded Corners 5">
            <a:extLst>
              <a:ext uri="{FF2B5EF4-FFF2-40B4-BE49-F238E27FC236}">
                <a16:creationId xmlns:a16="http://schemas.microsoft.com/office/drawing/2014/main" id="{5015D2B4-92BC-BDDC-1166-8F671F8705A7}"/>
              </a:ext>
            </a:extLst>
          </p:cNvPr>
          <p:cNvSpPr/>
          <p:nvPr/>
        </p:nvSpPr>
        <p:spPr>
          <a:xfrm>
            <a:off x="305579" y="369614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 YOZILISH TARTIBI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90"/>
    </mc:Choice>
    <mc:Fallback xmlns="">
      <p:transition spd="slow" advTm="5469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F87354E-0F79-118F-0AEE-9C95170A8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: Rounded Corners 6"/>
          <p:cNvSpPr/>
          <p:nvPr/>
        </p:nvSpPr>
        <p:spPr>
          <a:xfrm>
            <a:off x="534318" y="3103423"/>
            <a:ext cx="2919470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000" b="1" kern="0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TE KI SA SU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784" y="1262724"/>
            <a:ext cx="1255990" cy="1255990"/>
          </a:xfrm>
          <a:prstGeom prst="rect">
            <a:avLst/>
          </a:prstGeom>
        </p:spPr>
      </p:pic>
      <p:pic>
        <p:nvPicPr>
          <p:cNvPr id="12" name="Объект 11"/>
          <p:cNvPicPr>
            <a:picLocks noGrp="1" noChangeAspect="1"/>
          </p:cNvPicPr>
          <p:nvPr>
            <p:ph idx="1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2357" y="1263676"/>
            <a:ext cx="1254403" cy="1254403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AF50C19-A105-488E-1212-8AC62487924F}"/>
              </a:ext>
            </a:extLst>
          </p:cNvPr>
          <p:cNvSpPr/>
          <p:nvPr/>
        </p:nvSpPr>
        <p:spPr>
          <a:xfrm>
            <a:off x="305579" y="340586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SO’ZLAR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988642D-01D2-4654-86C5-65F2345BA7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7689" y="1781021"/>
            <a:ext cx="6354940" cy="476971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F97888A-53B9-4489-A92E-A198BD66E21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27282" y="1262724"/>
            <a:ext cx="1255990" cy="1255990"/>
          </a:xfrm>
          <a:prstGeom prst="rect">
            <a:avLst/>
          </a:prstGeom>
        </p:spPr>
      </p:pic>
      <p:pic>
        <p:nvPicPr>
          <p:cNvPr id="15" name="Объект 11">
            <a:extLst>
              <a:ext uri="{FF2B5EF4-FFF2-40B4-BE49-F238E27FC236}">
                <a16:creationId xmlns:a16="http://schemas.microsoft.com/office/drawing/2014/main" id="{B0C5DF78-EBCF-4761-8ACB-75B2E9999E4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13917" y="1263676"/>
            <a:ext cx="1254403" cy="125440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90"/>
    </mc:Choice>
    <mc:Fallback xmlns="">
      <p:transition spd="slow" advTm="546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A71FC36-3A44-3626-5922-5CDAE9A44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Скругленный прямоугольник 15"/>
          <p:cNvSpPr/>
          <p:nvPr/>
        </p:nvSpPr>
        <p:spPr>
          <a:xfrm>
            <a:off x="3790163" y="1201254"/>
            <a:ext cx="2352211" cy="669089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itchFamily="18" charset="0"/>
              </a:rPr>
              <a:t>TO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2" t="1139" r="1357" b="1241"/>
          <a:stretch/>
        </p:blipFill>
        <p:spPr>
          <a:xfrm>
            <a:off x="2947919" y="2035462"/>
            <a:ext cx="4029498" cy="4036072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7" name="Rectangle: Rounded Corners 5">
            <a:extLst>
              <a:ext uri="{FF2B5EF4-FFF2-40B4-BE49-F238E27FC236}">
                <a16:creationId xmlns:a16="http://schemas.microsoft.com/office/drawing/2014/main" id="{34BFF078-BE7C-CEAF-DE79-11C4B41C9415}"/>
              </a:ext>
            </a:extLst>
          </p:cNvPr>
          <p:cNvSpPr/>
          <p:nvPr/>
        </p:nvSpPr>
        <p:spPr>
          <a:xfrm>
            <a:off x="305579" y="369614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 YOZILISH TARTIBI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90"/>
    </mc:Choice>
    <mc:Fallback xmlns="">
      <p:transition spd="slow" advTm="5469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D0F8D-B0C9-24D7-7D29-2BE0C31A1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387193-325E-719D-234C-1D92C74C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6A992A-0E30-CB6C-DE68-6D5F3A449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C9801F8-A8FA-8468-EDF5-2641AE652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id="{E361B3CA-7CD6-2CC0-F534-CB815B422195}"/>
              </a:ext>
            </a:extLst>
          </p:cNvPr>
          <p:cNvSpPr/>
          <p:nvPr/>
        </p:nvSpPr>
        <p:spPr>
          <a:xfrm>
            <a:off x="715888" y="2809666"/>
            <a:ext cx="4213567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 SU TO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5680F4-1833-73D0-D53F-49745132C3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6741" y="1153861"/>
            <a:ext cx="1511862" cy="1511862"/>
          </a:xfrm>
          <a:prstGeom prst="rect">
            <a:avLst/>
          </a:prstGeom>
        </p:spPr>
      </p:pic>
      <p:pic>
        <p:nvPicPr>
          <p:cNvPr id="8" name="Content Placeholder 13">
            <a:extLst>
              <a:ext uri="{FF2B5EF4-FFF2-40B4-BE49-F238E27FC236}">
                <a16:creationId xmlns:a16="http://schemas.microsoft.com/office/drawing/2014/main" id="{4C07AEF8-C069-2433-F38D-6A071ED6725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8824" y="1153006"/>
            <a:ext cx="1513575" cy="1513575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F68ED9C-0642-BC4E-4EFF-457A0A5C438B}"/>
              </a:ext>
            </a:extLst>
          </p:cNvPr>
          <p:cNvSpPr/>
          <p:nvPr/>
        </p:nvSpPr>
        <p:spPr>
          <a:xfrm>
            <a:off x="405092" y="327101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uz-Latn-UZ" sz="4000" b="1" dirty="0"/>
              <a:t> YOZILISH TARTIBI</a:t>
            </a:r>
            <a:endParaRPr lang="en-US" sz="4000" b="1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234D48D-C38A-4AFE-F143-1AA119645E8B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id="{4CCC0B64-A50B-60C5-1B29-B5D84859A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鉛筆を転がしてテストに答える人のイラスト | かわいいフリー素材集 いらすとや">
            <a:extLst>
              <a:ext uri="{FF2B5EF4-FFF2-40B4-BE49-F238E27FC236}">
                <a16:creationId xmlns:a16="http://schemas.microsoft.com/office/drawing/2014/main" id="{DF1928EA-EF4C-4324-B3BD-160954422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2563" y="1679431"/>
            <a:ext cx="3814825" cy="405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>
            <a:extLst>
              <a:ext uri="{FF2B5EF4-FFF2-40B4-BE49-F238E27FC236}">
                <a16:creationId xmlns:a16="http://schemas.microsoft.com/office/drawing/2014/main" id="{59B36216-19BA-4EFB-9102-66812C1C157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5156" y="1153861"/>
            <a:ext cx="1511862" cy="151186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89656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181"/>
    </mc:Choice>
    <mc:Fallback xmlns="">
      <p:transition spd="slow" advTm="261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E9960-2C65-F774-E381-681B9AA14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D8A757-AF3E-DB2F-9177-24D99220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FCF44B2-76DC-9B55-E395-717F6DC48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37F1D5-700E-302A-10CA-EB27A9279525}"/>
              </a:ext>
            </a:extLst>
          </p:cNvPr>
          <p:cNvCxnSpPr/>
          <p:nvPr/>
        </p:nvCxnSpPr>
        <p:spPr>
          <a:xfrm>
            <a:off x="9821193" y="346561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80E666C7-A718-37D5-E89F-5D1252BDF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301B7F-F015-AC2C-6F56-E796CE34F1E0}"/>
              </a:ext>
            </a:extLst>
          </p:cNvPr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MASHQ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6842726-46AC-47E4-9381-BD058B92288E}"/>
              </a:ext>
            </a:extLst>
          </p:cNvPr>
          <p:cNvSpPr/>
          <p:nvPr/>
        </p:nvSpPr>
        <p:spPr>
          <a:xfrm>
            <a:off x="5548260" y="2705725"/>
            <a:ext cx="322445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ja-JP" altLang="en-US" sz="8800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u Gothic" panose="020B0400000000000000" pitchFamily="34" charset="-128"/>
                <a:ea typeface="Yu Gothic" panose="020B0400000000000000" pitchFamily="34" charset="-128"/>
              </a:rPr>
              <a:t>タ</a:t>
            </a:r>
            <a:r>
              <a:rPr lang="ja-JP" altLang="en-US" sz="8800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u Gothic" panose="020B0400000000000000" pitchFamily="34" charset="-128"/>
                <a:ea typeface="Yu Gothic" panose="020B0400000000000000" pitchFamily="34" charset="-128"/>
              </a:rPr>
              <a:t>コ</a:t>
            </a:r>
            <a:endParaRPr lang="ru-RU" sz="8800" b="1" dirty="0">
              <a:ln w="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pic>
        <p:nvPicPr>
          <p:cNvPr id="15" name="Picture 2" descr="泳いでいるタコのイラスト | かわいいフリー素材集 いらすとや">
            <a:extLst>
              <a:ext uri="{FF2B5EF4-FFF2-40B4-BE49-F238E27FC236}">
                <a16:creationId xmlns:a16="http://schemas.microsoft.com/office/drawing/2014/main" id="{3A0ED6E3-2C95-4148-A94D-C7B798123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690" y="1965572"/>
            <a:ext cx="3553088" cy="2926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7238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E9960-2C65-F774-E381-681B9AA14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D8A757-AF3E-DB2F-9177-24D99220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FCF44B2-76DC-9B55-E395-717F6DC48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37F1D5-700E-302A-10CA-EB27A9279525}"/>
              </a:ext>
            </a:extLst>
          </p:cNvPr>
          <p:cNvCxnSpPr/>
          <p:nvPr/>
        </p:nvCxnSpPr>
        <p:spPr>
          <a:xfrm>
            <a:off x="9821193" y="346561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80E666C7-A718-37D5-E89F-5D1252BDF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301B7F-F015-AC2C-6F56-E796CE34F1E0}"/>
              </a:ext>
            </a:extLst>
          </p:cNvPr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MASHQ</a:t>
            </a: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8C6B7EBC-BC47-4BC3-B1AF-0D96D8B96369}"/>
              </a:ext>
            </a:extLst>
          </p:cNvPr>
          <p:cNvGrpSpPr/>
          <p:nvPr/>
        </p:nvGrpSpPr>
        <p:grpSpPr>
          <a:xfrm>
            <a:off x="536260" y="1613328"/>
            <a:ext cx="3778275" cy="3517965"/>
            <a:chOff x="4526333" y="2466754"/>
            <a:chExt cx="4192294" cy="3483642"/>
          </a:xfrm>
        </p:grpSpPr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1E78D289-C636-48BA-9728-0D4DDFCF70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165259">
              <a:off x="6277839" y="2466754"/>
              <a:ext cx="2440788" cy="1831939"/>
            </a:xfrm>
            <a:prstGeom prst="rect">
              <a:avLst/>
            </a:prstGeom>
          </p:spPr>
        </p:pic>
        <p:pic>
          <p:nvPicPr>
            <p:cNvPr id="24" name="Рисунок 23">
              <a:extLst>
                <a:ext uri="{FF2B5EF4-FFF2-40B4-BE49-F238E27FC236}">
                  <a16:creationId xmlns:a16="http://schemas.microsoft.com/office/drawing/2014/main" id="{88E61A00-7843-47C2-B954-C408ABC74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6333" y="2983369"/>
              <a:ext cx="2440788" cy="1831939"/>
            </a:xfrm>
            <a:prstGeom prst="rect">
              <a:avLst/>
            </a:prstGeom>
          </p:spPr>
        </p:pic>
        <p:pic>
          <p:nvPicPr>
            <p:cNvPr id="25" name="Рисунок 24">
              <a:extLst>
                <a:ext uri="{FF2B5EF4-FFF2-40B4-BE49-F238E27FC236}">
                  <a16:creationId xmlns:a16="http://schemas.microsoft.com/office/drawing/2014/main" id="{E842CC6E-5C38-448C-9876-D65AE82BC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91607" y="4118457"/>
              <a:ext cx="2440788" cy="1831939"/>
            </a:xfrm>
            <a:prstGeom prst="rect">
              <a:avLst/>
            </a:prstGeom>
          </p:spPr>
        </p:pic>
      </p:grp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382A725-E9D8-4F50-BC0B-E4D36BFF7AD9}"/>
              </a:ext>
            </a:extLst>
          </p:cNvPr>
          <p:cNvSpPr/>
          <p:nvPr/>
        </p:nvSpPr>
        <p:spPr>
          <a:xfrm>
            <a:off x="4334463" y="2558030"/>
            <a:ext cx="5097696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ja-JP" altLang="en-US" sz="8800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u Gothic" panose="020B0400000000000000" pitchFamily="34" charset="-128"/>
                <a:ea typeface="Yu Gothic" panose="020B0400000000000000" pitchFamily="34" charset="-128"/>
              </a:rPr>
              <a:t>チ</a:t>
            </a:r>
            <a:r>
              <a:rPr lang="ja-JP" altLang="en-US" sz="8800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u Gothic" panose="020B0400000000000000" pitchFamily="34" charset="-128"/>
                <a:ea typeface="Yu Gothic" panose="020B0400000000000000" pitchFamily="34" charset="-128"/>
              </a:rPr>
              <a:t>カ</a:t>
            </a:r>
            <a:r>
              <a:rPr lang="ja-JP" altLang="en-US" sz="8800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u Gothic" panose="020B0400000000000000" pitchFamily="34" charset="-128"/>
                <a:ea typeface="Yu Gothic" panose="020B0400000000000000" pitchFamily="34" charset="-128"/>
              </a:rPr>
              <a:t>チ</a:t>
            </a:r>
            <a:r>
              <a:rPr lang="ja-JP" altLang="en-US" sz="8800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u Gothic" panose="020B0400000000000000" pitchFamily="34" charset="-128"/>
                <a:ea typeface="Yu Gothic" panose="020B0400000000000000" pitchFamily="34" charset="-128"/>
              </a:rPr>
              <a:t>カ</a:t>
            </a:r>
            <a:endParaRPr lang="ru-RU" sz="8800" b="1" dirty="0">
              <a:ln w="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1786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E9960-2C65-F774-E381-681B9AA14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D8A757-AF3E-DB2F-9177-24D99220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FCF44B2-76DC-9B55-E395-717F6DC48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37F1D5-700E-302A-10CA-EB27A9279525}"/>
              </a:ext>
            </a:extLst>
          </p:cNvPr>
          <p:cNvCxnSpPr/>
          <p:nvPr/>
        </p:nvCxnSpPr>
        <p:spPr>
          <a:xfrm>
            <a:off x="9821193" y="346561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80E666C7-A718-37D5-E89F-5D1252BDF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301B7F-F015-AC2C-6F56-E796CE34F1E0}"/>
              </a:ext>
            </a:extLst>
          </p:cNvPr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MASHQ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1FC6A13F-D546-4684-8342-05D9950F42C5}"/>
              </a:ext>
            </a:extLst>
          </p:cNvPr>
          <p:cNvGrpSpPr/>
          <p:nvPr/>
        </p:nvGrpSpPr>
        <p:grpSpPr>
          <a:xfrm>
            <a:off x="175298" y="1442941"/>
            <a:ext cx="5444263" cy="4264467"/>
            <a:chOff x="1227327" y="1849730"/>
            <a:chExt cx="3020265" cy="2384082"/>
          </a:xfrm>
        </p:grpSpPr>
        <p:pic>
          <p:nvPicPr>
            <p:cNvPr id="27" name="Picture 2" descr="蔦の無料イラスト｜透過PNG・商用利用OK | 無料・商用OKのイラスト素材｜イラストセンター">
              <a:extLst>
                <a:ext uri="{FF2B5EF4-FFF2-40B4-BE49-F238E27FC236}">
                  <a16:creationId xmlns:a16="http://schemas.microsoft.com/office/drawing/2014/main" id="{F2E58DB7-B79D-40F2-A08D-61074D2AE3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638222">
              <a:off x="2061041" y="2481039"/>
              <a:ext cx="2186551" cy="17527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" descr="蔦の無料イラスト｜透過PNG・商用利用OK | 無料・商用OKのイラスト素材｜イラストセンター">
              <a:extLst>
                <a:ext uri="{FF2B5EF4-FFF2-40B4-BE49-F238E27FC236}">
                  <a16:creationId xmlns:a16="http://schemas.microsoft.com/office/drawing/2014/main" id="{2C9E7E2C-7F16-4226-BC1A-2E307C6324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9926542">
              <a:off x="1227327" y="1849730"/>
              <a:ext cx="2186549" cy="17527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E05ABD1-9A00-43B5-806D-B9948BC56421}"/>
              </a:ext>
            </a:extLst>
          </p:cNvPr>
          <p:cNvSpPr/>
          <p:nvPr/>
        </p:nvSpPr>
        <p:spPr>
          <a:xfrm>
            <a:off x="5416358" y="2705725"/>
            <a:ext cx="322445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ja-JP" altLang="en-US" sz="8800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u Gothic" panose="020B0400000000000000" pitchFamily="34" charset="-128"/>
                <a:ea typeface="Yu Gothic" panose="020B0400000000000000" pitchFamily="34" charset="-128"/>
              </a:rPr>
              <a:t>ツ</a:t>
            </a:r>
            <a:r>
              <a:rPr lang="ja-JP" altLang="en-US" sz="8800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u Gothic" panose="020B0400000000000000" pitchFamily="34" charset="-128"/>
                <a:ea typeface="Yu Gothic" panose="020B0400000000000000" pitchFamily="34" charset="-128"/>
              </a:rPr>
              <a:t>タ</a:t>
            </a:r>
            <a:endParaRPr lang="ru-RU" sz="8800" b="1" dirty="0">
              <a:ln w="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7402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E9960-2C65-F774-E381-681B9AA14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D8A757-AF3E-DB2F-9177-24D99220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FCF44B2-76DC-9B55-E395-717F6DC48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37F1D5-700E-302A-10CA-EB27A9279525}"/>
              </a:ext>
            </a:extLst>
          </p:cNvPr>
          <p:cNvCxnSpPr/>
          <p:nvPr/>
        </p:nvCxnSpPr>
        <p:spPr>
          <a:xfrm>
            <a:off x="9821193" y="346561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80E666C7-A718-37D5-E89F-5D1252BDF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301B7F-F015-AC2C-6F56-E796CE34F1E0}"/>
              </a:ext>
            </a:extLst>
          </p:cNvPr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MASHQ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6D7EDD67-CF4E-43FE-8D09-0DDF8ECD7B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092" y="1595152"/>
            <a:ext cx="4641300" cy="3483538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07D830A-9FFF-486E-A76E-513165AE22C7}"/>
              </a:ext>
            </a:extLst>
          </p:cNvPr>
          <p:cNvSpPr/>
          <p:nvPr/>
        </p:nvSpPr>
        <p:spPr>
          <a:xfrm>
            <a:off x="4472760" y="2613646"/>
            <a:ext cx="5140106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ja-JP" altLang="en-US" sz="8800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u Gothic" panose="020B0400000000000000" pitchFamily="34" charset="-128"/>
                <a:ea typeface="Yu Gothic" panose="020B0400000000000000" pitchFamily="34" charset="-128"/>
              </a:rPr>
              <a:t>テ</a:t>
            </a:r>
            <a:r>
              <a:rPr lang="ja-JP" altLang="en-US" sz="8800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u Gothic" panose="020B0400000000000000" pitchFamily="34" charset="-128"/>
                <a:ea typeface="Yu Gothic" panose="020B0400000000000000" pitchFamily="34" charset="-128"/>
              </a:rPr>
              <a:t>キサス</a:t>
            </a:r>
            <a:endParaRPr lang="ru-RU" sz="8800" b="1" dirty="0">
              <a:ln w="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36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E9960-2C65-F774-E381-681B9AA14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D8A757-AF3E-DB2F-9177-24D99220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FCF44B2-76DC-9B55-E395-717F6DC48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37F1D5-700E-302A-10CA-EB27A9279525}"/>
              </a:ext>
            </a:extLst>
          </p:cNvPr>
          <p:cNvCxnSpPr/>
          <p:nvPr/>
        </p:nvCxnSpPr>
        <p:spPr>
          <a:xfrm>
            <a:off x="9821193" y="346561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80E666C7-A718-37D5-E89F-5D1252BDF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301B7F-F015-AC2C-6F56-E796CE34F1E0}"/>
              </a:ext>
            </a:extLst>
          </p:cNvPr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MASHQ</a:t>
            </a:r>
          </a:p>
        </p:txBody>
      </p:sp>
      <p:pic>
        <p:nvPicPr>
          <p:cNvPr id="11" name="Picture 2" descr="鉛筆を転がしてテストに答える人のイラスト | かわいいフリー素材集 いらすとや">
            <a:extLst>
              <a:ext uri="{FF2B5EF4-FFF2-40B4-BE49-F238E27FC236}">
                <a16:creationId xmlns:a16="http://schemas.microsoft.com/office/drawing/2014/main" id="{F76E47CF-EE1E-4516-B6C1-F0DCC7AD5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524" y="1535799"/>
            <a:ext cx="3745602" cy="398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B104961-CA4C-4D9F-84AF-C2229DB61EFE}"/>
              </a:ext>
            </a:extLst>
          </p:cNvPr>
          <p:cNvSpPr/>
          <p:nvPr/>
        </p:nvSpPr>
        <p:spPr>
          <a:xfrm>
            <a:off x="5042520" y="2644170"/>
            <a:ext cx="391499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ja-JP" altLang="en-US" sz="8800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u Gothic" panose="020B0400000000000000" pitchFamily="34" charset="-128"/>
                <a:ea typeface="Yu Gothic" panose="020B0400000000000000" pitchFamily="34" charset="-128"/>
              </a:rPr>
              <a:t>テス</a:t>
            </a:r>
            <a:r>
              <a:rPr lang="ja-JP" altLang="en-US" sz="8800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u Gothic" panose="020B0400000000000000" pitchFamily="34" charset="-128"/>
                <a:ea typeface="Yu Gothic" panose="020B0400000000000000" pitchFamily="34" charset="-128"/>
              </a:rPr>
              <a:t>ト</a:t>
            </a:r>
            <a:endParaRPr lang="ru-RU" sz="8800" b="1" dirty="0">
              <a:ln w="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562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91"/>
    </mc:Choice>
    <mc:Fallback xmlns="">
      <p:transition spd="slow" advTm="357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DD867-B3D1-B91C-C31A-5F65B5446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1955BA-FCEB-3269-DAED-8D82F299E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6497CF8-CB0B-E99A-C222-9155AB242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0DCA59-5F0D-BE82-33E4-3F6A0E1E398A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B5A5ED6C-0F5B-73DB-A489-D007D1F5F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F0C0119-467B-AF5B-7B16-940F5CB3E540}"/>
              </a:ext>
            </a:extLst>
          </p:cNvPr>
          <p:cNvSpPr/>
          <p:nvPr/>
        </p:nvSpPr>
        <p:spPr>
          <a:xfrm>
            <a:off x="308472" y="340365"/>
            <a:ext cx="2000013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MASHQ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8E0FA0A-E056-1CC5-5443-3DCAE40B5226}"/>
              </a:ext>
            </a:extLst>
          </p:cNvPr>
          <p:cNvSpPr/>
          <p:nvPr/>
        </p:nvSpPr>
        <p:spPr>
          <a:xfrm>
            <a:off x="659799" y="1311064"/>
            <a:ext cx="1361657" cy="75235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0000"/>
                </a:solidFill>
              </a:rPr>
              <a:t>タ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24" name="Oval 14">
            <a:extLst>
              <a:ext uri="{FF2B5EF4-FFF2-40B4-BE49-F238E27FC236}">
                <a16:creationId xmlns:a16="http://schemas.microsoft.com/office/drawing/2014/main" id="{88E0FA0A-E056-1CC5-5443-3DCAE40B5226}"/>
              </a:ext>
            </a:extLst>
          </p:cNvPr>
          <p:cNvSpPr/>
          <p:nvPr/>
        </p:nvSpPr>
        <p:spPr>
          <a:xfrm>
            <a:off x="659799" y="2271718"/>
            <a:ext cx="1361655" cy="75235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チ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25" name="Oval 14">
            <a:extLst>
              <a:ext uri="{FF2B5EF4-FFF2-40B4-BE49-F238E27FC236}">
                <a16:creationId xmlns:a16="http://schemas.microsoft.com/office/drawing/2014/main" id="{88E0FA0A-E056-1CC5-5443-3DCAE40B5226}"/>
              </a:ext>
            </a:extLst>
          </p:cNvPr>
          <p:cNvSpPr/>
          <p:nvPr/>
        </p:nvSpPr>
        <p:spPr>
          <a:xfrm>
            <a:off x="659799" y="3230188"/>
            <a:ext cx="1361653" cy="75235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ツ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13" name="Oval 14">
            <a:extLst>
              <a:ext uri="{FF2B5EF4-FFF2-40B4-BE49-F238E27FC236}">
                <a16:creationId xmlns:a16="http://schemas.microsoft.com/office/drawing/2014/main" id="{B8000BC5-2421-4D4A-8295-179FC263B62E}"/>
              </a:ext>
            </a:extLst>
          </p:cNvPr>
          <p:cNvSpPr/>
          <p:nvPr/>
        </p:nvSpPr>
        <p:spPr>
          <a:xfrm>
            <a:off x="659799" y="4188658"/>
            <a:ext cx="1361651" cy="75235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テ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16" name="Oval 14">
            <a:extLst>
              <a:ext uri="{FF2B5EF4-FFF2-40B4-BE49-F238E27FC236}">
                <a16:creationId xmlns:a16="http://schemas.microsoft.com/office/drawing/2014/main" id="{90C1AC43-AB3D-4AE1-AC5B-A29D6ADFF888}"/>
              </a:ext>
            </a:extLst>
          </p:cNvPr>
          <p:cNvSpPr/>
          <p:nvPr/>
        </p:nvSpPr>
        <p:spPr>
          <a:xfrm>
            <a:off x="659800" y="5081978"/>
            <a:ext cx="1361650" cy="75235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ト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17" name="Oval 14">
            <a:extLst>
              <a:ext uri="{FF2B5EF4-FFF2-40B4-BE49-F238E27FC236}">
                <a16:creationId xmlns:a16="http://schemas.microsoft.com/office/drawing/2014/main" id="{ADEF4330-1FD0-40F0-9AD2-CAB504D2FE8D}"/>
              </a:ext>
            </a:extLst>
          </p:cNvPr>
          <p:cNvSpPr/>
          <p:nvPr/>
        </p:nvSpPr>
        <p:spPr>
          <a:xfrm>
            <a:off x="5243423" y="1260354"/>
            <a:ext cx="1361658" cy="752355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altLang="ja-JP" sz="3600" b="1" dirty="0"/>
              <a:t>CHI</a:t>
            </a:r>
            <a:endParaRPr lang="en-US" sz="3600" b="1" dirty="0"/>
          </a:p>
        </p:txBody>
      </p:sp>
      <p:sp>
        <p:nvSpPr>
          <p:cNvPr id="18" name="Oval 14">
            <a:extLst>
              <a:ext uri="{FF2B5EF4-FFF2-40B4-BE49-F238E27FC236}">
                <a16:creationId xmlns:a16="http://schemas.microsoft.com/office/drawing/2014/main" id="{BEFA74C2-31E1-47FB-87B5-3D6C63E54EBE}"/>
              </a:ext>
            </a:extLst>
          </p:cNvPr>
          <p:cNvSpPr/>
          <p:nvPr/>
        </p:nvSpPr>
        <p:spPr>
          <a:xfrm>
            <a:off x="5243423" y="2221008"/>
            <a:ext cx="1361658" cy="752355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ea typeface="UD Digi Kyokasho N" panose="02020400000000000000" pitchFamily="17" charset="-128"/>
              </a:rPr>
              <a:t>TO</a:t>
            </a:r>
            <a:endParaRPr lang="en-US" sz="3600" dirty="0"/>
          </a:p>
        </p:txBody>
      </p:sp>
      <p:sp>
        <p:nvSpPr>
          <p:cNvPr id="19" name="Oval 14">
            <a:extLst>
              <a:ext uri="{FF2B5EF4-FFF2-40B4-BE49-F238E27FC236}">
                <a16:creationId xmlns:a16="http://schemas.microsoft.com/office/drawing/2014/main" id="{945537D2-8E8E-408B-974A-B52DE36F4A79}"/>
              </a:ext>
            </a:extLst>
          </p:cNvPr>
          <p:cNvSpPr/>
          <p:nvPr/>
        </p:nvSpPr>
        <p:spPr>
          <a:xfrm>
            <a:off x="5243423" y="3179478"/>
            <a:ext cx="1361658" cy="752355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ea typeface="UD Digi Kyokasho N" panose="02020400000000000000" pitchFamily="17" charset="-128"/>
              </a:rPr>
              <a:t>TA</a:t>
            </a:r>
            <a:endParaRPr lang="en-US" sz="3600" dirty="0"/>
          </a:p>
        </p:txBody>
      </p:sp>
      <p:sp>
        <p:nvSpPr>
          <p:cNvPr id="20" name="Oval 14">
            <a:extLst>
              <a:ext uri="{FF2B5EF4-FFF2-40B4-BE49-F238E27FC236}">
                <a16:creationId xmlns:a16="http://schemas.microsoft.com/office/drawing/2014/main" id="{4CFAE20C-126C-4134-8930-1109CF233AE7}"/>
              </a:ext>
            </a:extLst>
          </p:cNvPr>
          <p:cNvSpPr/>
          <p:nvPr/>
        </p:nvSpPr>
        <p:spPr>
          <a:xfrm>
            <a:off x="5243423" y="4137948"/>
            <a:ext cx="1361658" cy="752355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ea typeface="UD Digi Kyokasho N" panose="02020400000000000000" pitchFamily="17" charset="-128"/>
              </a:rPr>
              <a:t>TSU</a:t>
            </a:r>
            <a:endParaRPr lang="en-US" sz="3600" dirty="0"/>
          </a:p>
        </p:txBody>
      </p:sp>
      <p:sp>
        <p:nvSpPr>
          <p:cNvPr id="21" name="Oval 14">
            <a:extLst>
              <a:ext uri="{FF2B5EF4-FFF2-40B4-BE49-F238E27FC236}">
                <a16:creationId xmlns:a16="http://schemas.microsoft.com/office/drawing/2014/main" id="{E3EEE5EB-279E-4B81-8D4F-E75CD5EB2349}"/>
              </a:ext>
            </a:extLst>
          </p:cNvPr>
          <p:cNvSpPr/>
          <p:nvPr/>
        </p:nvSpPr>
        <p:spPr>
          <a:xfrm>
            <a:off x="5243423" y="5031268"/>
            <a:ext cx="1361658" cy="752355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altLang="ja-JP" sz="3600" b="1" dirty="0">
                <a:ea typeface="UD Digi Kyokasho N" panose="02020400000000000000" pitchFamily="17" charset="-128"/>
              </a:rPr>
              <a:t>TE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1687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13 -4.81481E-6 L 0.25403 0.2731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52" y="13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11111E-6 L 0.25143 -0.15208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65" y="-76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07407E-6 L 0.24987 0.1321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87" y="6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7.40741E-7 L 0.24987 0.12315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87" y="6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33333E-6 L 0.24987 -0.41713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87" y="-20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4" grpId="0" animBg="1"/>
      <p:bldP spid="25" grpId="0" animBg="1"/>
      <p:bldP spid="13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228D389-5A91-F77E-0E68-BAABE12B1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sp>
        <p:nvSpPr>
          <p:cNvPr id="6" name="Rectangle: Rounded Corners 7"/>
          <p:cNvSpPr/>
          <p:nvPr/>
        </p:nvSpPr>
        <p:spPr>
          <a:xfrm>
            <a:off x="2903442" y="376211"/>
            <a:ext cx="4807911" cy="756576"/>
          </a:xfrm>
          <a:prstGeom prst="roundRect">
            <a:avLst/>
          </a:prstGeom>
          <a:solidFill>
            <a:srgbClr val="DAE3F3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UMUMLASHTIRAMIZ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rcRect l="8458"/>
          <a:stretch>
            <a:fillRect/>
          </a:stretch>
        </p:blipFill>
        <p:spPr>
          <a:xfrm>
            <a:off x="9959256" y="3429000"/>
            <a:ext cx="1827652" cy="2652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18" name="Diagram 18"/>
          <p:cNvGraphicFramePr/>
          <p:nvPr>
            <p:extLst>
              <p:ext uri="{D42A27DB-BD31-4B8C-83A1-F6EECF244321}">
                <p14:modId xmlns:p14="http://schemas.microsoft.com/office/powerpoint/2010/main" val="4067307845"/>
              </p:ext>
            </p:extLst>
          </p:nvPr>
        </p:nvGraphicFramePr>
        <p:xfrm>
          <a:off x="5777466" y="3681184"/>
          <a:ext cx="3644488" cy="23574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B8611F9-6A61-4F28-A7D7-AAF9474F538B}"/>
              </a:ext>
            </a:extLst>
          </p:cNvPr>
          <p:cNvSpPr/>
          <p:nvPr/>
        </p:nvSpPr>
        <p:spPr>
          <a:xfrm>
            <a:off x="951500" y="3722731"/>
            <a:ext cx="4171779" cy="227432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Latn-UZ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1262365-D29A-4FC0-A56E-D4777B255328}"/>
              </a:ext>
            </a:extLst>
          </p:cNvPr>
          <p:cNvSpPr/>
          <p:nvPr/>
        </p:nvSpPr>
        <p:spPr>
          <a:xfrm>
            <a:off x="1065800" y="1508997"/>
            <a:ext cx="3934826" cy="197302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altLang="ja-JP" sz="3200" b="1" dirty="0">
                <a:solidFill>
                  <a:schemeClr val="tx1"/>
                </a:solidFill>
                <a:ea typeface="UD Digi Kyokasho N" panose="02020400000000000000"/>
              </a:rPr>
            </a:br>
            <a:r>
              <a:rPr lang="en-US" altLang="ja-JP" sz="3200" b="1" dirty="0">
                <a:solidFill>
                  <a:schemeClr val="tx1"/>
                </a:solidFill>
                <a:ea typeface="UD Digi Kyokasho N" panose="02020400000000000000"/>
              </a:rPr>
              <a:t>ALIFBO: KATAKANA</a:t>
            </a:r>
            <a:br>
              <a:rPr lang="en-US" altLang="ja-JP" sz="11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sz="11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</a:p>
          <a:p>
            <a:pPr algn="dist"/>
            <a:r>
              <a:rPr lang="ja-JP" altLang="en-US" sz="3200" b="1" kern="9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タ</a:t>
            </a:r>
            <a:r>
              <a:rPr lang="ja-JP" altLang="en-US" sz="3200" b="1" kern="900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チ </a:t>
            </a:r>
            <a:r>
              <a:rPr lang="ja-JP" altLang="en-US" sz="3200" b="1" kern="900" dirty="0">
                <a:solidFill>
                  <a:srgbClr val="A11F8E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ツ</a:t>
            </a:r>
            <a:r>
              <a:rPr lang="ja-JP" altLang="en-US" sz="3200" b="1" kern="900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3200" b="1" kern="900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テ</a:t>
            </a:r>
            <a:r>
              <a:rPr lang="ja-JP" altLang="en-US" sz="3200" b="1" kern="900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3200" b="1" kern="900" dirty="0">
                <a:solidFill>
                  <a:srgbClr val="70AD47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ト</a:t>
            </a:r>
            <a:endParaRPr lang="en-US" altLang="ja-JP" sz="3200" b="1" kern="900" dirty="0">
              <a:solidFill>
                <a:srgbClr val="70AD47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2000" b="1" kern="9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TA</a:t>
            </a:r>
            <a:r>
              <a:rPr lang="en-US" altLang="ja-JP" sz="2000" b="1" kern="900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   CHI     </a:t>
            </a:r>
            <a:r>
              <a:rPr lang="en-US" altLang="ja-JP" sz="2000" b="1" kern="900" dirty="0">
                <a:solidFill>
                  <a:srgbClr val="A11F8E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TSU</a:t>
            </a:r>
            <a:r>
              <a:rPr lang="en-US" altLang="ja-JP" sz="2000" b="1" kern="900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  </a:t>
            </a:r>
            <a:r>
              <a:rPr lang="en-US" altLang="ja-JP" sz="2000" b="1" kern="900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</a:t>
            </a:r>
            <a:r>
              <a:rPr lang="en-US" altLang="ja-JP" sz="2000" b="1" kern="900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   </a:t>
            </a:r>
            <a:r>
              <a:rPr lang="en-US" altLang="ja-JP" sz="2000" b="1" kern="900" dirty="0">
                <a:solidFill>
                  <a:srgbClr val="70AD47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TO</a:t>
            </a:r>
          </a:p>
          <a:p>
            <a:pPr algn="ctr"/>
            <a:endParaRPr lang="uz-Latn-UZ" sz="3200" dirty="0"/>
          </a:p>
        </p:txBody>
      </p:sp>
      <p:pic>
        <p:nvPicPr>
          <p:cNvPr id="17" name="Picture 2" descr="泳いでいるタコのイラスト | かわいいフリー素材集 いらすとや">
            <a:extLst>
              <a:ext uri="{FF2B5EF4-FFF2-40B4-BE49-F238E27FC236}">
                <a16:creationId xmlns:a16="http://schemas.microsoft.com/office/drawing/2014/main" id="{CC71D840-F13A-4343-AB9E-BBA9F8C2E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98165">
            <a:off x="1266858" y="3698623"/>
            <a:ext cx="1239625" cy="1021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C26B1C57-DA31-4296-B190-1AABDCCAA030}"/>
              </a:ext>
            </a:extLst>
          </p:cNvPr>
          <p:cNvGrpSpPr/>
          <p:nvPr/>
        </p:nvGrpSpPr>
        <p:grpSpPr>
          <a:xfrm>
            <a:off x="2113699" y="4511461"/>
            <a:ext cx="1239625" cy="1128149"/>
            <a:chOff x="4526333" y="2466754"/>
            <a:chExt cx="4192294" cy="3483642"/>
          </a:xfrm>
        </p:grpSpPr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5C7E64C8-8AEC-460A-891F-ED2DDAA10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165259">
              <a:off x="6277839" y="2466754"/>
              <a:ext cx="2440788" cy="1831939"/>
            </a:xfrm>
            <a:prstGeom prst="rect">
              <a:avLst/>
            </a:prstGeom>
          </p:spPr>
        </p:pic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A3F79C32-5F2C-404C-A9DC-DE1C5A4AB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6333" y="2983369"/>
              <a:ext cx="2440788" cy="1831939"/>
            </a:xfrm>
            <a:prstGeom prst="rect">
              <a:avLst/>
            </a:prstGeom>
          </p:spPr>
        </p:pic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D2709395-6011-4516-8309-90ADA66C97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91607" y="4118457"/>
              <a:ext cx="2440788" cy="1831939"/>
            </a:xfrm>
            <a:prstGeom prst="rect">
              <a:avLst/>
            </a:prstGeom>
          </p:spPr>
        </p:pic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E71D38C4-CB72-4CB1-831F-2F1978EB219E}"/>
              </a:ext>
            </a:extLst>
          </p:cNvPr>
          <p:cNvGrpSpPr/>
          <p:nvPr/>
        </p:nvGrpSpPr>
        <p:grpSpPr>
          <a:xfrm rot="1160241">
            <a:off x="2963241" y="4932801"/>
            <a:ext cx="1900731" cy="1149578"/>
            <a:chOff x="3190818" y="2230686"/>
            <a:chExt cx="7162248" cy="4052867"/>
          </a:xfrm>
        </p:grpSpPr>
        <p:pic>
          <p:nvPicPr>
            <p:cNvPr id="24" name="Picture 2" descr="蔦の無料イラスト｜透過PNG・商用利用OK | 無料・商用OKのイラスト素材｜イラストセンター">
              <a:extLst>
                <a:ext uri="{FF2B5EF4-FFF2-40B4-BE49-F238E27FC236}">
                  <a16:creationId xmlns:a16="http://schemas.microsoft.com/office/drawing/2014/main" id="{9800CEFB-8BE8-4B68-9636-5B8E583886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6870" y="2230686"/>
              <a:ext cx="4986196" cy="37396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蔦の無料イラスト｜透過PNG・商用利用OK | 無料・商用OKのイラスト素材｜イラストセンター">
              <a:extLst>
                <a:ext uri="{FF2B5EF4-FFF2-40B4-BE49-F238E27FC236}">
                  <a16:creationId xmlns:a16="http://schemas.microsoft.com/office/drawing/2014/main" id="{3E837228-D573-4207-8D78-3B27FA2C7C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464748">
              <a:off x="3190818" y="2543906"/>
              <a:ext cx="4986196" cy="37396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C6E486F-1002-43D0-A5DB-C4D6EC1512D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219" y="3583565"/>
            <a:ext cx="2213589" cy="1661414"/>
          </a:xfrm>
          <a:prstGeom prst="rect">
            <a:avLst/>
          </a:prstGeom>
        </p:spPr>
      </p:pic>
      <p:pic>
        <p:nvPicPr>
          <p:cNvPr id="27" name="Picture 2" descr="鉛筆を転がしてテストに答える人のイラスト | かわいいフリー素材集 いらすとや">
            <a:extLst>
              <a:ext uri="{FF2B5EF4-FFF2-40B4-BE49-F238E27FC236}">
                <a16:creationId xmlns:a16="http://schemas.microsoft.com/office/drawing/2014/main" id="{975311E1-48A9-45DF-9485-0F958442A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145" y="4612678"/>
            <a:ext cx="1239625" cy="1318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626"/>
    </mc:Choice>
    <mc:Fallback xmlns="">
      <p:transition spd="slow" advTm="536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94"/>
            <a:ext cx="12192000" cy="684580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544" y="409767"/>
            <a:ext cx="1780838" cy="1752549"/>
          </a:xfrm>
          <a:prstGeom prst="rect">
            <a:avLst/>
          </a:prstGeom>
        </p:spPr>
      </p:pic>
      <p:sp>
        <p:nvSpPr>
          <p:cNvPr id="6" name="Rectangle: Rounded Corners 7"/>
          <p:cNvSpPr/>
          <p:nvPr/>
        </p:nvSpPr>
        <p:spPr>
          <a:xfrm>
            <a:off x="3210319" y="1449849"/>
            <a:ext cx="5254906" cy="2060113"/>
          </a:xfrm>
          <a:prstGeom prst="roundRect">
            <a:avLst/>
          </a:prstGeom>
          <a:ln w="7620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NIHONGO NO MICHI</a:t>
            </a:r>
          </a:p>
          <a:p>
            <a:pPr algn="ctr"/>
            <a:r>
              <a:rPr lang="ja-JP" altLang="en-US" sz="4400" b="1" dirty="0">
                <a:latin typeface="UD Digi Kyokasho N" pitchFamily="17" charset="-128"/>
                <a:ea typeface="UD Digi Kyokasho N" pitchFamily="17" charset="-128"/>
                <a:cs typeface="Calibri" pitchFamily="34" charset="0"/>
              </a:rPr>
              <a:t>日本語の道</a:t>
            </a:r>
            <a:endParaRPr lang="en-US" sz="4400" b="1" dirty="0">
              <a:latin typeface="UD Digi Kyokasho N" pitchFamily="17" charset="-128"/>
              <a:ea typeface="UD Digi Kyokasho N" pitchFamily="17" charset="-128"/>
              <a:cs typeface="Calibr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rcRect l="8458"/>
          <a:stretch>
            <a:fillRect/>
          </a:stretch>
        </p:blipFill>
        <p:spPr>
          <a:xfrm>
            <a:off x="6465263" y="4224087"/>
            <a:ext cx="1345558" cy="1985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899221" y="4270721"/>
            <a:ext cx="1345559" cy="19392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344" y="4669133"/>
            <a:ext cx="922856" cy="12109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97"/>
    </mc:Choice>
    <mc:Fallback xmlns="">
      <p:transition spd="slow" advTm="36197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5|1.7|1.5|1.3|1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7|8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|2.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|2.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|2.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|2.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|2.9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136</Words>
  <Application>Microsoft Office PowerPoint</Application>
  <PresentationFormat>Широкоэкранный</PresentationFormat>
  <Paragraphs>64</Paragraphs>
  <Slides>21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8" baseType="lpstr">
      <vt:lpstr>UD Digi Kyokasho N</vt:lpstr>
      <vt:lpstr>Yu Gothic</vt:lpstr>
      <vt:lpstr>Yu Mincho</vt:lpstr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shaxboz2027@gmail.com</dc:creator>
  <cp:lastModifiedBy>Khabibullokh Sadirkhanov</cp:lastModifiedBy>
  <cp:revision>30</cp:revision>
  <dcterms:created xsi:type="dcterms:W3CDTF">1900-01-01T00:00:00Z</dcterms:created>
  <dcterms:modified xsi:type="dcterms:W3CDTF">2026-02-19T09:34:28Z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8CF76075DFA93276654A93694C97E6B4_33</vt:lpwstr>
  </property>
  <property fmtid="{D5CDD505-2E9C-101B-9397-08002B2CF9AE}" pid="3" name="KSOProductBuildVer">
    <vt:lpwstr>2052-11.37.30</vt:lpwstr>
  </property>
</Properties>
</file>