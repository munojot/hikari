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257" r:id="rId4"/>
    <p:sldId id="264" r:id="rId5"/>
    <p:sldId id="258" r:id="rId6"/>
    <p:sldId id="283" r:id="rId7"/>
    <p:sldId id="259" r:id="rId8"/>
    <p:sldId id="284" r:id="rId9"/>
    <p:sldId id="270" r:id="rId10"/>
    <p:sldId id="285" r:id="rId11"/>
    <p:sldId id="271" r:id="rId12"/>
    <p:sldId id="286" r:id="rId13"/>
    <p:sldId id="287" r:id="rId14"/>
    <p:sldId id="274" r:id="rId15"/>
    <p:sldId id="277" r:id="rId16"/>
    <p:sldId id="28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406A"/>
    <a:srgbClr val="2F5494"/>
    <a:srgbClr val="D5D5D5"/>
    <a:srgbClr val="00B050"/>
    <a:srgbClr val="2F5597"/>
    <a:srgbClr val="DAE3F3"/>
    <a:srgbClr val="4472C4"/>
    <a:srgbClr val="70AD47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E9C743-A46B-4402-A3C8-3A15B82E413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E42F7A-863F-4B06-B6FD-8221A611A62B}">
      <dgm:prSet phldrT="[Text]" custT="1"/>
      <dgm:spPr/>
      <dgm:t>
        <a:bodyPr/>
        <a:lstStyle/>
        <a:p>
          <a:r>
            <a:rPr lang="uz-Latn-UZ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YOZISH TARTIBI</a:t>
          </a:r>
          <a:endParaRPr lang="en-US" sz="3200" dirty="0"/>
        </a:p>
      </dgm:t>
    </dgm:pt>
    <dgm:pt modelId="{75669545-7AB7-4613-9BA2-500A863606B4}" type="parTrans" cxnId="{6EE2B4E3-66B6-435C-89D6-2D952B0901E1}">
      <dgm:prSet/>
      <dgm:spPr/>
      <dgm:t>
        <a:bodyPr/>
        <a:lstStyle/>
        <a:p>
          <a:endParaRPr lang="en-US"/>
        </a:p>
      </dgm:t>
    </dgm:pt>
    <dgm:pt modelId="{F5030BB9-21B7-4C22-B975-C46CE1E59C47}" type="sibTrans" cxnId="{6EE2B4E3-66B6-435C-89D6-2D952B0901E1}">
      <dgm:prSet/>
      <dgm:spPr/>
      <dgm:t>
        <a:bodyPr/>
        <a:lstStyle/>
        <a:p>
          <a:endParaRPr lang="en-US"/>
        </a:p>
      </dgm:t>
    </dgm:pt>
    <dgm:pt modelId="{F83A495B-DC2E-4083-BEF9-6EBF29456FFB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 TA HARF</a:t>
          </a:r>
        </a:p>
      </dgm:t>
    </dgm:pt>
    <dgm:pt modelId="{B06F3CB6-DA4A-4C17-B128-DAE446B18610}" type="parTrans" cxnId="{D77CA9EB-EEA7-4295-929C-DF8152D46643}">
      <dgm:prSet/>
      <dgm:spPr/>
      <dgm:t>
        <a:bodyPr/>
        <a:lstStyle/>
        <a:p>
          <a:endParaRPr lang="en-US"/>
        </a:p>
      </dgm:t>
    </dgm:pt>
    <dgm:pt modelId="{9FDBBFD2-8C9F-44F5-9138-595BFDB27247}" type="sibTrans" cxnId="{D77CA9EB-EEA7-4295-929C-DF8152D46643}">
      <dgm:prSet/>
      <dgm:spPr/>
      <dgm:t>
        <a:bodyPr/>
        <a:lstStyle/>
        <a:p>
          <a:endParaRPr lang="en-US"/>
        </a:p>
      </dgm:t>
    </dgm:pt>
    <dgm:pt modelId="{38563CFE-0F3C-4B86-A259-26D612FA5BD0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</a:t>
          </a:r>
          <a:r>
            <a:rPr lang="ru-RU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</a:t>
          </a: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TA SO‘Z</a:t>
          </a:r>
        </a:p>
      </dgm:t>
    </dgm:pt>
    <dgm:pt modelId="{9B2D42B0-1CEF-4006-B883-CB9A5096A6D1}" type="parTrans" cxnId="{A233889A-D29E-4372-BC2D-767F3D2BB7D1}">
      <dgm:prSet/>
      <dgm:spPr/>
      <dgm:t>
        <a:bodyPr/>
        <a:lstStyle/>
        <a:p>
          <a:endParaRPr lang="en-US"/>
        </a:p>
      </dgm:t>
    </dgm:pt>
    <dgm:pt modelId="{B71F37DF-B0F0-4974-8A45-B7FCD09F0FD1}" type="sibTrans" cxnId="{A233889A-D29E-4372-BC2D-767F3D2BB7D1}">
      <dgm:prSet/>
      <dgm:spPr/>
      <dgm:t>
        <a:bodyPr/>
        <a:lstStyle/>
        <a:p>
          <a:endParaRPr lang="en-US"/>
        </a:p>
      </dgm:t>
    </dgm:pt>
    <dgm:pt modelId="{9F3BDFE4-A36A-4721-B222-439FBFB4370F}" type="pres">
      <dgm:prSet presAssocID="{D9E9C743-A46B-4402-A3C8-3A15B82E4136}" presName="Name0" presStyleCnt="0">
        <dgm:presLayoutVars>
          <dgm:chMax val="7"/>
          <dgm:chPref val="7"/>
          <dgm:dir/>
        </dgm:presLayoutVars>
      </dgm:prSet>
      <dgm:spPr/>
    </dgm:pt>
    <dgm:pt modelId="{567993AD-CA05-4FE1-AB82-E44671B2220E}" type="pres">
      <dgm:prSet presAssocID="{D9E9C743-A46B-4402-A3C8-3A15B82E4136}" presName="Name1" presStyleCnt="0"/>
      <dgm:spPr/>
    </dgm:pt>
    <dgm:pt modelId="{F459BA65-E0F1-495C-9745-384B0C4F603D}" type="pres">
      <dgm:prSet presAssocID="{D9E9C743-A46B-4402-A3C8-3A15B82E4136}" presName="cycle" presStyleCnt="0"/>
      <dgm:spPr/>
    </dgm:pt>
    <dgm:pt modelId="{CFD17781-1984-444C-8A49-84289020D9CC}" type="pres">
      <dgm:prSet presAssocID="{D9E9C743-A46B-4402-A3C8-3A15B82E4136}" presName="srcNode" presStyleLbl="node1" presStyleIdx="0" presStyleCnt="3"/>
      <dgm:spPr/>
    </dgm:pt>
    <dgm:pt modelId="{A320096E-909F-49F3-87BC-7CF8A1EB7D83}" type="pres">
      <dgm:prSet presAssocID="{D9E9C743-A46B-4402-A3C8-3A15B82E4136}" presName="conn" presStyleLbl="parChTrans1D2" presStyleIdx="0" presStyleCnt="1"/>
      <dgm:spPr/>
    </dgm:pt>
    <dgm:pt modelId="{B12991B2-6543-4408-9243-5593857832F8}" type="pres">
      <dgm:prSet presAssocID="{D9E9C743-A46B-4402-A3C8-3A15B82E4136}" presName="extraNode" presStyleLbl="node1" presStyleIdx="0" presStyleCnt="3"/>
      <dgm:spPr/>
    </dgm:pt>
    <dgm:pt modelId="{26BB34ED-4C3D-44F2-B07C-14141B8AA798}" type="pres">
      <dgm:prSet presAssocID="{D9E9C743-A46B-4402-A3C8-3A15B82E4136}" presName="dstNode" presStyleLbl="node1" presStyleIdx="0" presStyleCnt="3"/>
      <dgm:spPr/>
    </dgm:pt>
    <dgm:pt modelId="{AE727E6E-99F9-441B-8AD9-41555BD86E37}" type="pres">
      <dgm:prSet presAssocID="{6EE42F7A-863F-4B06-B6FD-8221A611A62B}" presName="text_1" presStyleLbl="node1" presStyleIdx="0" presStyleCnt="3" custLinFactNeighborX="1932" custLinFactNeighborY="3538">
        <dgm:presLayoutVars>
          <dgm:bulletEnabled val="1"/>
        </dgm:presLayoutVars>
      </dgm:prSet>
      <dgm:spPr/>
    </dgm:pt>
    <dgm:pt modelId="{EFE4D478-FF3A-4BF9-B35B-0E3BDF833FE2}" type="pres">
      <dgm:prSet presAssocID="{6EE42F7A-863F-4B06-B6FD-8221A611A62B}" presName="accent_1" presStyleCnt="0"/>
      <dgm:spPr/>
    </dgm:pt>
    <dgm:pt modelId="{CAA44B2F-8692-4C20-802B-831E18719BAE}" type="pres">
      <dgm:prSet presAssocID="{6EE42F7A-863F-4B06-B6FD-8221A611A62B}" presName="accentRepeatNode" presStyleLbl="solidFgAcc1" presStyleIdx="0" presStyleCnt="3"/>
      <dgm:spPr>
        <a:solidFill>
          <a:schemeClr val="accent2">
            <a:lumMod val="60000"/>
            <a:lumOff val="40000"/>
          </a:schemeClr>
        </a:solidFill>
      </dgm:spPr>
    </dgm:pt>
    <dgm:pt modelId="{D3B3475D-60B1-4A7E-9211-77682918B9CF}" type="pres">
      <dgm:prSet presAssocID="{F83A495B-DC2E-4083-BEF9-6EBF29456FFB}" presName="text_2" presStyleLbl="node1" presStyleIdx="1" presStyleCnt="3" custLinFactNeighborX="-326" custLinFactNeighborY="1161">
        <dgm:presLayoutVars>
          <dgm:bulletEnabled val="1"/>
        </dgm:presLayoutVars>
      </dgm:prSet>
      <dgm:spPr/>
    </dgm:pt>
    <dgm:pt modelId="{C210925F-D9AF-4E32-9E86-55B764B1E2FD}" type="pres">
      <dgm:prSet presAssocID="{F83A495B-DC2E-4083-BEF9-6EBF29456FFB}" presName="accent_2" presStyleCnt="0"/>
      <dgm:spPr/>
    </dgm:pt>
    <dgm:pt modelId="{B976FAD9-828A-4C8A-BCC6-A274D527CECB}" type="pres">
      <dgm:prSet presAssocID="{F83A495B-DC2E-4083-BEF9-6EBF29456FFB}" presName="accentRepeatNode" presStyleLbl="solidFgAcc1" presStyleIdx="1" presStyleCnt="3"/>
      <dgm:spPr>
        <a:solidFill>
          <a:srgbClr val="FFFF00"/>
        </a:solidFill>
      </dgm:spPr>
    </dgm:pt>
    <dgm:pt modelId="{54CDDA00-B1AD-46BB-BCD4-E3894270E203}" type="pres">
      <dgm:prSet presAssocID="{38563CFE-0F3C-4B86-A259-26D612FA5BD0}" presName="text_3" presStyleLbl="node1" presStyleIdx="2" presStyleCnt="3">
        <dgm:presLayoutVars>
          <dgm:bulletEnabled val="1"/>
        </dgm:presLayoutVars>
      </dgm:prSet>
      <dgm:spPr/>
    </dgm:pt>
    <dgm:pt modelId="{EAB76C98-4BD5-4292-A8E3-50109015D109}" type="pres">
      <dgm:prSet presAssocID="{38563CFE-0F3C-4B86-A259-26D612FA5BD0}" presName="accent_3" presStyleCnt="0"/>
      <dgm:spPr/>
    </dgm:pt>
    <dgm:pt modelId="{9B9B9BAC-DE3F-43C2-B247-A17E08D1292D}" type="pres">
      <dgm:prSet presAssocID="{38563CFE-0F3C-4B86-A259-26D612FA5BD0}" presName="accentRepeatNode" presStyleLbl="solidFgAcc1" presStyleIdx="2" presStyleCnt="3"/>
      <dgm:spPr>
        <a:solidFill>
          <a:srgbClr val="92D050"/>
        </a:solidFill>
      </dgm:spPr>
    </dgm:pt>
  </dgm:ptLst>
  <dgm:cxnLst>
    <dgm:cxn modelId="{4D67B235-1312-4912-BE28-28293E9FA96D}" type="presOf" srcId="{F5030BB9-21B7-4C22-B975-C46CE1E59C47}" destId="{A320096E-909F-49F3-87BC-7CF8A1EB7D83}" srcOrd="0" destOrd="0" presId="urn:microsoft.com/office/officeart/2008/layout/VerticalCurvedList"/>
    <dgm:cxn modelId="{A233889A-D29E-4372-BC2D-767F3D2BB7D1}" srcId="{D9E9C743-A46B-4402-A3C8-3A15B82E4136}" destId="{38563CFE-0F3C-4B86-A259-26D612FA5BD0}" srcOrd="2" destOrd="0" parTransId="{9B2D42B0-1CEF-4006-B883-CB9A5096A6D1}" sibTransId="{B71F37DF-B0F0-4974-8A45-B7FCD09F0FD1}"/>
    <dgm:cxn modelId="{86C859C5-BA14-43B8-A7A8-255F8103BDA6}" type="presOf" srcId="{D9E9C743-A46B-4402-A3C8-3A15B82E4136}" destId="{9F3BDFE4-A36A-4721-B222-439FBFB4370F}" srcOrd="0" destOrd="0" presId="urn:microsoft.com/office/officeart/2008/layout/VerticalCurvedList"/>
    <dgm:cxn modelId="{6ECC77CD-B552-4C8C-8D59-90B0BEBEA757}" type="presOf" srcId="{38563CFE-0F3C-4B86-A259-26D612FA5BD0}" destId="{54CDDA00-B1AD-46BB-BCD4-E3894270E203}" srcOrd="0" destOrd="0" presId="urn:microsoft.com/office/officeart/2008/layout/VerticalCurvedList"/>
    <dgm:cxn modelId="{36EB13E1-6818-4BF1-9105-E3B5A24A1B92}" type="presOf" srcId="{6EE42F7A-863F-4B06-B6FD-8221A611A62B}" destId="{AE727E6E-99F9-441B-8AD9-41555BD86E37}" srcOrd="0" destOrd="0" presId="urn:microsoft.com/office/officeart/2008/layout/VerticalCurvedList"/>
    <dgm:cxn modelId="{6EE2B4E3-66B6-435C-89D6-2D952B0901E1}" srcId="{D9E9C743-A46B-4402-A3C8-3A15B82E4136}" destId="{6EE42F7A-863F-4B06-B6FD-8221A611A62B}" srcOrd="0" destOrd="0" parTransId="{75669545-7AB7-4613-9BA2-500A863606B4}" sibTransId="{F5030BB9-21B7-4C22-B975-C46CE1E59C47}"/>
    <dgm:cxn modelId="{D77CA9EB-EEA7-4295-929C-DF8152D46643}" srcId="{D9E9C743-A46B-4402-A3C8-3A15B82E4136}" destId="{F83A495B-DC2E-4083-BEF9-6EBF29456FFB}" srcOrd="1" destOrd="0" parTransId="{B06F3CB6-DA4A-4C17-B128-DAE446B18610}" sibTransId="{9FDBBFD2-8C9F-44F5-9138-595BFDB27247}"/>
    <dgm:cxn modelId="{0CF9C0F8-3203-4E20-B25C-339CE94DAACC}" type="presOf" srcId="{F83A495B-DC2E-4083-BEF9-6EBF29456FFB}" destId="{D3B3475D-60B1-4A7E-9211-77682918B9CF}" srcOrd="0" destOrd="0" presId="urn:microsoft.com/office/officeart/2008/layout/VerticalCurvedList"/>
    <dgm:cxn modelId="{F6B37D98-592D-412F-98C3-4C48E09D431E}" type="presParOf" srcId="{9F3BDFE4-A36A-4721-B222-439FBFB4370F}" destId="{567993AD-CA05-4FE1-AB82-E44671B2220E}" srcOrd="0" destOrd="0" presId="urn:microsoft.com/office/officeart/2008/layout/VerticalCurvedList"/>
    <dgm:cxn modelId="{A13F068B-CA24-4C0D-88F5-CD5CCFFD6D49}" type="presParOf" srcId="{567993AD-CA05-4FE1-AB82-E44671B2220E}" destId="{F459BA65-E0F1-495C-9745-384B0C4F603D}" srcOrd="0" destOrd="0" presId="urn:microsoft.com/office/officeart/2008/layout/VerticalCurvedList"/>
    <dgm:cxn modelId="{91DFFDCE-DC79-41EC-B387-68031014C00E}" type="presParOf" srcId="{F459BA65-E0F1-495C-9745-384B0C4F603D}" destId="{CFD17781-1984-444C-8A49-84289020D9CC}" srcOrd="0" destOrd="0" presId="urn:microsoft.com/office/officeart/2008/layout/VerticalCurvedList"/>
    <dgm:cxn modelId="{279332D0-512B-4649-9552-C56EAF794AE4}" type="presParOf" srcId="{F459BA65-E0F1-495C-9745-384B0C4F603D}" destId="{A320096E-909F-49F3-87BC-7CF8A1EB7D83}" srcOrd="1" destOrd="0" presId="urn:microsoft.com/office/officeart/2008/layout/VerticalCurvedList"/>
    <dgm:cxn modelId="{5F59F747-D022-4805-A827-8EBC01B31B5D}" type="presParOf" srcId="{F459BA65-E0F1-495C-9745-384B0C4F603D}" destId="{B12991B2-6543-4408-9243-5593857832F8}" srcOrd="2" destOrd="0" presId="urn:microsoft.com/office/officeart/2008/layout/VerticalCurvedList"/>
    <dgm:cxn modelId="{19CC59C6-05C1-45A6-B4B0-C72D5C0B3F62}" type="presParOf" srcId="{F459BA65-E0F1-495C-9745-384B0C4F603D}" destId="{26BB34ED-4C3D-44F2-B07C-14141B8AA798}" srcOrd="3" destOrd="0" presId="urn:microsoft.com/office/officeart/2008/layout/VerticalCurvedList"/>
    <dgm:cxn modelId="{06B4991D-0CC7-4B9B-A218-6504E496544F}" type="presParOf" srcId="{567993AD-CA05-4FE1-AB82-E44671B2220E}" destId="{AE727E6E-99F9-441B-8AD9-41555BD86E37}" srcOrd="1" destOrd="0" presId="urn:microsoft.com/office/officeart/2008/layout/VerticalCurvedList"/>
    <dgm:cxn modelId="{8F8BA0D1-5195-4990-81F2-C3D6875D37C1}" type="presParOf" srcId="{567993AD-CA05-4FE1-AB82-E44671B2220E}" destId="{EFE4D478-FF3A-4BF9-B35B-0E3BDF833FE2}" srcOrd="2" destOrd="0" presId="urn:microsoft.com/office/officeart/2008/layout/VerticalCurvedList"/>
    <dgm:cxn modelId="{04827AE2-321D-4A81-B13F-D30B7D6D00A2}" type="presParOf" srcId="{EFE4D478-FF3A-4BF9-B35B-0E3BDF833FE2}" destId="{CAA44B2F-8692-4C20-802B-831E18719BAE}" srcOrd="0" destOrd="0" presId="urn:microsoft.com/office/officeart/2008/layout/VerticalCurvedList"/>
    <dgm:cxn modelId="{F3D15140-E3CA-4936-B23B-4280D587EC62}" type="presParOf" srcId="{567993AD-CA05-4FE1-AB82-E44671B2220E}" destId="{D3B3475D-60B1-4A7E-9211-77682918B9CF}" srcOrd="3" destOrd="0" presId="urn:microsoft.com/office/officeart/2008/layout/VerticalCurvedList"/>
    <dgm:cxn modelId="{61D478AB-75AA-4DCC-990E-2A40CDBDD02C}" type="presParOf" srcId="{567993AD-CA05-4FE1-AB82-E44671B2220E}" destId="{C210925F-D9AF-4E32-9E86-55B764B1E2FD}" srcOrd="4" destOrd="0" presId="urn:microsoft.com/office/officeart/2008/layout/VerticalCurvedList"/>
    <dgm:cxn modelId="{A691E2F8-855C-4A13-A558-DDE23FE897D6}" type="presParOf" srcId="{C210925F-D9AF-4E32-9E86-55B764B1E2FD}" destId="{B976FAD9-828A-4C8A-BCC6-A274D527CECB}" srcOrd="0" destOrd="0" presId="urn:microsoft.com/office/officeart/2008/layout/VerticalCurvedList"/>
    <dgm:cxn modelId="{41DA3A97-5F37-4212-8171-E78F5318ACFB}" type="presParOf" srcId="{567993AD-CA05-4FE1-AB82-E44671B2220E}" destId="{54CDDA00-B1AD-46BB-BCD4-E3894270E203}" srcOrd="5" destOrd="0" presId="urn:microsoft.com/office/officeart/2008/layout/VerticalCurvedList"/>
    <dgm:cxn modelId="{61712080-023E-4479-A495-D3E1DF91DB0F}" type="presParOf" srcId="{567993AD-CA05-4FE1-AB82-E44671B2220E}" destId="{EAB76C98-4BD5-4292-A8E3-50109015D109}" srcOrd="6" destOrd="0" presId="urn:microsoft.com/office/officeart/2008/layout/VerticalCurvedList"/>
    <dgm:cxn modelId="{BDF4A7C2-5016-407E-A93B-AF237902AC3C}" type="presParOf" srcId="{EAB76C98-4BD5-4292-A8E3-50109015D109}" destId="{9B9B9BAC-DE3F-43C2-B247-A17E08D1292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0096E-909F-49F3-87BC-7CF8A1EB7D83}">
      <dsp:nvSpPr>
        <dsp:cNvPr id="0" name=""/>
        <dsp:cNvSpPr/>
      </dsp:nvSpPr>
      <dsp:spPr>
        <a:xfrm>
          <a:off x="-2451413" y="-378627"/>
          <a:ext cx="2927179" cy="2927179"/>
        </a:xfrm>
        <a:prstGeom prst="blockArc">
          <a:avLst>
            <a:gd name="adj1" fmla="val 18900000"/>
            <a:gd name="adj2" fmla="val 2700000"/>
            <a:gd name="adj3" fmla="val 73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27E6E-99F9-441B-8AD9-41555BD86E37}">
      <dsp:nvSpPr>
        <dsp:cNvPr id="0" name=""/>
        <dsp:cNvSpPr/>
      </dsp:nvSpPr>
      <dsp:spPr>
        <a:xfrm>
          <a:off x="331130" y="232346"/>
          <a:ext cx="3313357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-Latn-UZ" sz="3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YOZISH TARTIBI</a:t>
          </a:r>
          <a:endParaRPr lang="en-US" sz="3200" kern="1200" dirty="0"/>
        </a:p>
      </dsp:txBody>
      <dsp:txXfrm>
        <a:off x="331130" y="232346"/>
        <a:ext cx="3313357" cy="433985"/>
      </dsp:txXfrm>
    </dsp:sp>
    <dsp:sp modelId="{CAA44B2F-8692-4C20-802B-831E18719BAE}">
      <dsp:nvSpPr>
        <dsp:cNvPr id="0" name=""/>
        <dsp:cNvSpPr/>
      </dsp:nvSpPr>
      <dsp:spPr>
        <a:xfrm>
          <a:off x="34618" y="162744"/>
          <a:ext cx="542481" cy="542481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3475D-60B1-4A7E-9211-77682918B9CF}">
      <dsp:nvSpPr>
        <dsp:cNvPr id="0" name=""/>
        <dsp:cNvSpPr/>
      </dsp:nvSpPr>
      <dsp:spPr>
        <a:xfrm>
          <a:off x="453325" y="873008"/>
          <a:ext cx="3155603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 TA HARF</a:t>
          </a:r>
        </a:p>
      </dsp:txBody>
      <dsp:txXfrm>
        <a:off x="453325" y="873008"/>
        <a:ext cx="3155603" cy="433985"/>
      </dsp:txXfrm>
    </dsp:sp>
    <dsp:sp modelId="{B976FAD9-828A-4C8A-BCC6-A274D527CECB}">
      <dsp:nvSpPr>
        <dsp:cNvPr id="0" name=""/>
        <dsp:cNvSpPr/>
      </dsp:nvSpPr>
      <dsp:spPr>
        <a:xfrm>
          <a:off x="192371" y="813721"/>
          <a:ext cx="542481" cy="542481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DDA00-B1AD-46BB-BCD4-E3894270E203}">
      <dsp:nvSpPr>
        <dsp:cNvPr id="0" name=""/>
        <dsp:cNvSpPr/>
      </dsp:nvSpPr>
      <dsp:spPr>
        <a:xfrm>
          <a:off x="305858" y="1518947"/>
          <a:ext cx="3313357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</a:t>
          </a:r>
          <a:r>
            <a:rPr lang="ru-RU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</a:t>
          </a: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TA SO‘Z</a:t>
          </a:r>
        </a:p>
      </dsp:txBody>
      <dsp:txXfrm>
        <a:off x="305858" y="1518947"/>
        <a:ext cx="3313357" cy="433985"/>
      </dsp:txXfrm>
    </dsp:sp>
    <dsp:sp modelId="{9B9B9BAC-DE3F-43C2-B247-A17E08D1292D}">
      <dsp:nvSpPr>
        <dsp:cNvPr id="0" name=""/>
        <dsp:cNvSpPr/>
      </dsp:nvSpPr>
      <dsp:spPr>
        <a:xfrm>
          <a:off x="34618" y="1464699"/>
          <a:ext cx="542481" cy="542481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AA3C5-3615-4268-81A0-3B13FE5F03D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5E6C3-15F4-4AC0-BAD5-4F629E4D6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88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5E6C3-15F4-4AC0-BAD5-4F629E4D6EB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869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91985-99C2-B7BD-28BC-F5B67AC1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7944E5-0B09-2BE5-12EE-161B90810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A09D6-80C3-7E64-B655-E3980D1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B6C56-52F2-2475-9172-1402F733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996026-2F34-5DBD-B916-625515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0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839D7-D546-2CC0-647A-9F037D07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0732E3-2E98-DBB8-D33C-A7FDFF92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34B46-A1B2-8C25-13B6-8065D00A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DB7CDE-6C1A-0D54-50BB-7634EF8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EF067D-CF74-032A-0DD3-82D33204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8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A4249-C49E-B03A-97D8-A12E3F8F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E35A01-61D5-EB5B-2CA8-0784BF520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B9079F-D40D-D84D-8AA3-641B8AD5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283B8-309E-6CFE-935D-B4C6DDBE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D1BCD-00A1-154C-78B9-4D2AF98C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E4EB1-A1F1-26C3-C8AE-2084811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6C9F8-788B-9B22-BB6D-0A21452A3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C860A9-0AE0-5D61-B151-16929B73D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7570AC-5B40-9F5C-7995-7043BD4F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C40C34-01AE-BE85-0AAC-E1F1DE09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4AE3DE-E564-AF84-7F70-87111456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7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75BB4-1274-0134-6273-58957B5C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72EBC-2512-112F-80FA-DBD1C73C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143089-BEA7-D2C0-AFEA-00C475BE7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77C92C-1256-5FDF-C852-795B1884E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E956DA-7785-4D41-692E-F20E1C558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382BD8-99DE-DD8D-0527-A5159426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0095A3-9378-D751-F105-7F80A3B7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EEAA77-B307-887D-8ED1-3A6E66A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7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C0042-D2CE-DC4A-9C72-C27F0AC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D3075D-2E8B-DCDE-90F0-D48B3358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0C16A2-9883-1100-AC65-DB2B050A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AA1166-129F-EC78-E258-ED9DFA53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6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8FAF73-AE3E-D9CC-7DBA-B787AF77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CD6E2-BE00-EEC1-CF32-3F0B7205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B190F6-EA1E-2ABC-C24D-11434C4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6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53D46-AE90-4DB7-3976-3A1AD710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BE12E-2E53-435F-CA1E-21A56F83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DA1889-30C3-6134-3121-696A4FC1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B51E33-C5FE-6CDE-7F22-380E5A31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82FAA6-F200-B31D-1DE0-CD360534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6A84BD-E66D-F65D-CBD8-24CA6AA3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68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9707C-BB6D-6077-A500-E8262E10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4BB837-E662-99F7-CE70-13330A8B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9D8E05-331D-F630-6C48-42E0672B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5FB527-DF30-91B7-E040-778E0808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060B4E-361E-E28B-4C79-B76257D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6F6CF9-85B2-313D-7FA7-11E34004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517AD-A953-4B41-C99E-4B6345AA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70ABC3-C95E-B63B-E96F-BA18581D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E2DE09-5FA7-C0A7-13D6-25D21237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48ED7F-6555-B16C-DC8D-8A05A25F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618F3-EBD3-5E95-AB37-DDCE0E3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FA6972-F570-0155-AF1C-6F415709E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C90C2C-5D00-79EC-3CB6-D53DC423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737A90-638E-FC1E-BE5E-67CDC93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5D1C3-EA78-2E2C-1B8E-D070EFF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3DCA1C-3FD9-B960-8122-D00C4BE2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0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A9EAA-D8AA-9D1A-5C32-F100F921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268D6C-EE88-8984-6F4B-9415EE6BE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0603C5-2ED5-5F6C-DDE8-18C15E411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7CE5A0-F38A-7907-8C22-2D63B88FE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F53FC-C0C7-0FF6-CB8F-37FCA56F0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7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10.gif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/><Relationship Id="rId3" Type="http://schemas.openxmlformats.org/officeDocument/2006/relationships/image" Target="../media/image12.gif"/><Relationship Id="rId7" Type="http://schemas.openxmlformats.org/officeDocument/2006/relationships/image" Target="../media/image14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0.gif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.gif"/><Relationship Id="rId7" Type="http://schemas.openxmlformats.org/officeDocument/2006/relationships/image" Target="../media/image22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0.gif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25.gif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gif"/><Relationship Id="rId3" Type="http://schemas.openxmlformats.org/officeDocument/2006/relationships/image" Target="../media/image12.gif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5.gif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9.png"/><Relationship Id="rId5" Type="http://schemas.openxmlformats.org/officeDocument/2006/relationships/image" Target="../media/image28.gif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gif"/><Relationship Id="rId7" Type="http://schemas.openxmlformats.org/officeDocument/2006/relationships/image" Target="../media/image28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2.gif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32.png"/><Relationship Id="rId5" Type="http://schemas.openxmlformats.org/officeDocument/2006/relationships/image" Target="../media/image31.gif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2.gif"/><Relationship Id="rId7" Type="http://schemas.openxmlformats.org/officeDocument/2006/relationships/image" Target="../media/image34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31.gif"/><Relationship Id="rId5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39.png"/><Relationship Id="rId5" Type="http://schemas.openxmlformats.org/officeDocument/2006/relationships/image" Target="../media/image7.png"/><Relationship Id="rId10" Type="http://schemas.openxmlformats.org/officeDocument/2006/relationships/image" Target="../media/image43.png"/><Relationship Id="rId4" Type="http://schemas.openxmlformats.org/officeDocument/2006/relationships/image" Target="../media/image24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11" Type="http://schemas.openxmlformats.org/officeDocument/2006/relationships/image" Target="../media/image37.png"/><Relationship Id="rId5" Type="http://schemas.openxmlformats.org/officeDocument/2006/relationships/diagramData" Target="../diagrams/data2.xml"/><Relationship Id="rId15" Type="http://schemas.openxmlformats.org/officeDocument/2006/relationships/image" Target="../media/image35.png"/><Relationship Id="rId10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microsoft.com/office/2007/relationships/diagramDrawing" Target="../diagrams/drawing2.xml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2646573" y="1471142"/>
            <a:ext cx="6277079" cy="2575691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ALIFBO: KATAKANA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ハ </a:t>
            </a:r>
            <a:r>
              <a:rPr kumimoji="0" lang="ja-JP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ヒ </a:t>
            </a:r>
            <a:r>
              <a:rPr kumimoji="0" lang="ja-JP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フ </a:t>
            </a:r>
            <a:r>
              <a:rPr kumimoji="0" lang="ja-JP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ヘ </a:t>
            </a:r>
            <a:r>
              <a:rPr kumimoji="0" lang="ja-JP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ホ</a:t>
            </a:r>
            <a:endParaRPr kumimoji="0" lang="en-US" altLang="ja-JP" sz="5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ea typeface="UD Digi Kyokasho N" panose="02020400000000000000" pitchFamily="17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5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        </a:t>
            </a:r>
            <a:r>
              <a:rPr kumimoji="0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HA</a:t>
            </a:r>
            <a:r>
              <a:rPr kumimoji="0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 </a:t>
            </a:r>
            <a:r>
              <a:rPr kumimoji="0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 HI</a:t>
            </a:r>
            <a:r>
              <a:rPr kumimoji="0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   </a:t>
            </a:r>
            <a:r>
              <a:rPr kumimoji="0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FU</a:t>
            </a:r>
            <a:r>
              <a:rPr kumimoji="0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   </a:t>
            </a:r>
            <a:r>
              <a:rPr kumimoji="0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HE</a:t>
            </a:r>
            <a:r>
              <a:rPr kumimoji="0" lang="en-US" altLang="ja-JP" sz="3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UD Digi Kyokasho N" panose="02020400000000000000" pitchFamily="17" charset="-128"/>
                <a:cs typeface="+mn-cs"/>
              </a:rPr>
              <a:t>  HO  </a:t>
            </a:r>
            <a:endParaRPr kumimoji="0" lang="ru-RU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ea typeface="UD Digi Kyokasho N" panose="02020400000000000000" pitchFamily="17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66186" y="4317355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BAD23723-E93D-7DF6-353F-C5CAF9DAE075}"/>
              </a:ext>
            </a:extLst>
          </p:cNvPr>
          <p:cNvSpPr/>
          <p:nvPr/>
        </p:nvSpPr>
        <p:spPr>
          <a:xfrm>
            <a:off x="442641" y="389310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anose="02020400000000000000" pitchFamily="17" charset="-128"/>
              </a:rPr>
              <a:t>NIHONGO</a:t>
            </a:r>
            <a:r>
              <a:rPr lang="uz-Latn-UZ" altLang="ja-JP" sz="3800" b="1" dirty="0">
                <a:ea typeface="UD Digi Kyokasho N" panose="02020400000000000000" pitchFamily="17" charset="-128"/>
              </a:rPr>
              <a:t> NO MICHI</a:t>
            </a:r>
            <a:endParaRPr lang="en-US" sz="3800" b="1" dirty="0"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321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5A112-0BC6-8C19-295B-705008A0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0B0393ED-35C5-E5D6-7432-D089D64A9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8327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E1516A-0C73-3ECE-6285-6DC39EDBB5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3679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DA5FF7-D592-B021-30C3-0C84E73D2516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:a16="http://schemas.microsoft.com/office/drawing/2014/main" id="{705E1743-793C-0B50-DB93-9C95070E6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400101-85B9-BEE1-3E1D-95DD0ACE3E49}"/>
              </a:ext>
            </a:extLst>
          </p:cNvPr>
          <p:cNvSpPr/>
          <p:nvPr/>
        </p:nvSpPr>
        <p:spPr>
          <a:xfrm>
            <a:off x="405092" y="365125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</a:t>
            </a:r>
            <a:r>
              <a:rPr lang="uz-Latn-UZ" sz="4000" b="1" dirty="0"/>
              <a:t>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5155D9-FA23-14B4-0549-103A63A4AA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63" y="1028715"/>
            <a:ext cx="7700163" cy="480057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1E5473-D50C-7750-09F1-ADE82DA697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727" y="763082"/>
            <a:ext cx="1080656" cy="53318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635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EC2C-4971-FD33-7A34-069AFC06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3F6E53-4B74-17AC-2546-322B154F1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19"/>
            <a:ext cx="12192000" cy="6858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006D62-6A07-2C0A-3C51-560439C20F0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85ABA37F-EB1F-F22B-7FF7-A9273381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D19FE8-9D13-DA4A-A275-5CF63568582A}"/>
              </a:ext>
            </a:extLst>
          </p:cNvPr>
          <p:cNvSpPr/>
          <p:nvPr/>
        </p:nvSpPr>
        <p:spPr>
          <a:xfrm>
            <a:off x="245354" y="29194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8" name="Скругленный прямоугольник 15">
            <a:extLst>
              <a:ext uri="{FF2B5EF4-FFF2-40B4-BE49-F238E27FC236}">
                <a16:creationId xmlns:a16="http://schemas.microsoft.com/office/drawing/2014/main" id="{C8E1284B-04E4-3A68-D11E-5C0814F21446}"/>
              </a:ext>
            </a:extLst>
          </p:cNvPr>
          <p:cNvSpPr/>
          <p:nvPr/>
        </p:nvSpPr>
        <p:spPr>
          <a:xfrm>
            <a:off x="3449056" y="1232026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HA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17B5CAC-28B9-7C24-FE1A-A709D538EE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 t="1705" r="1414" b="1264"/>
          <a:stretch>
            <a:fillRect/>
          </a:stretch>
        </p:blipFill>
        <p:spPr>
          <a:xfrm>
            <a:off x="2682815" y="2190043"/>
            <a:ext cx="3731839" cy="3711994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D806B6-EA38-4EBE-AF75-1A935DFCC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2854" y="1027906"/>
            <a:ext cx="2174978" cy="20029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010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DCCF9-5322-E4BE-AE33-23B6809D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EDE6CD25-2295-7113-178E-0A3AD09D9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B931ED-FB05-DD7B-CD64-107C1D7DE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023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839BC0DF-4B57-025A-EA7C-08417E414415}"/>
              </a:ext>
            </a:extLst>
          </p:cNvPr>
          <p:cNvSpPr/>
          <p:nvPr/>
        </p:nvSpPr>
        <p:spPr>
          <a:xfrm>
            <a:off x="507857" y="5163654"/>
            <a:ext cx="6120685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            </a:t>
            </a: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          I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0075F0-6E3F-524E-09DF-7DAEA817A91B}"/>
              </a:ext>
            </a:extLst>
          </p:cNvPr>
          <p:cNvSpPr/>
          <p:nvPr/>
        </p:nvSpPr>
        <p:spPr>
          <a:xfrm>
            <a:off x="313427" y="355460"/>
            <a:ext cx="2154288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SO‘Z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A35E46-552C-4685-939F-F6B11452502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5BC904AC-8087-B314-8BBD-36AA0CDAF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5D49CB2-C6A8-EDE9-C718-E4BFB0D59B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" t="2458" r="1998"/>
          <a:stretch>
            <a:fillRect/>
          </a:stretch>
        </p:blipFill>
        <p:spPr>
          <a:xfrm>
            <a:off x="507857" y="2936007"/>
            <a:ext cx="1920319" cy="1992597"/>
          </a:xfrm>
          <a:prstGeom prst="rect">
            <a:avLst/>
          </a:prstGeom>
          <a:effectLst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A4B3F0-FF0B-EC95-743D-C98F633BDD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" t="2336" r="2380" b="-1"/>
          <a:stretch>
            <a:fillRect/>
          </a:stretch>
        </p:blipFill>
        <p:spPr>
          <a:xfrm>
            <a:off x="2590800" y="2936007"/>
            <a:ext cx="1920319" cy="1992598"/>
          </a:xfrm>
          <a:prstGeom prst="rect">
            <a:avLst/>
          </a:prstGeom>
          <a:effectLst/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405535E-E539-6B85-F430-22DFB305C1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" t="414" b="1245"/>
          <a:stretch>
            <a:fillRect/>
          </a:stretch>
        </p:blipFill>
        <p:spPr>
          <a:xfrm>
            <a:off x="4673743" y="2936007"/>
            <a:ext cx="1954799" cy="198310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93A1F2E-95EC-8904-1271-4D9B0E93C04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94" r="-294" b="6485"/>
          <a:stretch>
            <a:fillRect/>
          </a:stretch>
        </p:blipFill>
        <p:spPr>
          <a:xfrm>
            <a:off x="2830787" y="681037"/>
            <a:ext cx="3889472" cy="197907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89CBE05-A124-C2C6-EA90-BAE0BF0DB8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9560" y="1117034"/>
            <a:ext cx="1905000" cy="1905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A40B7CD-07E3-DC3C-58F5-A2AE108D87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9802" y="3577280"/>
            <a:ext cx="1529594" cy="21645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715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5448EB-229E-AE6D-A5A7-45E88F2B3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86" y="0"/>
            <a:ext cx="12192000" cy="68579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10B8CF-31AE-AACD-B4D0-2B36818FB825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7488D80A-F434-39EA-5EFE-90FAB9145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10F44A-2A11-C1B6-921D-CEE00B14A0D8}"/>
              </a:ext>
            </a:extLst>
          </p:cNvPr>
          <p:cNvSpPr/>
          <p:nvPr/>
        </p:nvSpPr>
        <p:spPr>
          <a:xfrm>
            <a:off x="481802" y="3620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2" name="Скругленный прямоугольник 15">
            <a:extLst>
              <a:ext uri="{FF2B5EF4-FFF2-40B4-BE49-F238E27FC236}">
                <a16:creationId xmlns:a16="http://schemas.microsoft.com/office/drawing/2014/main" id="{90D4BB64-8029-AE98-5477-F7AE8FD7B02C}"/>
              </a:ext>
            </a:extLst>
          </p:cNvPr>
          <p:cNvSpPr/>
          <p:nvPr/>
        </p:nvSpPr>
        <p:spPr>
          <a:xfrm>
            <a:off x="4097324" y="1331883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HI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4E02ED-E850-DF78-6ACD-98F08DF3D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" t="1305" r="1730" b="1108"/>
          <a:stretch>
            <a:fillRect/>
          </a:stretch>
        </p:blipFill>
        <p:spPr>
          <a:xfrm>
            <a:off x="3410089" y="2189018"/>
            <a:ext cx="3626379" cy="3699163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29C4B4-F7B2-71E6-03F2-FB7DE4A079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" t="2020" r="1413" b="1818"/>
          <a:stretch>
            <a:fillRect/>
          </a:stretch>
        </p:blipFill>
        <p:spPr>
          <a:xfrm>
            <a:off x="7623401" y="991518"/>
            <a:ext cx="1645457" cy="1633457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363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73"/>
    </mc:Choice>
    <mc:Fallback xmlns="">
      <p:transition spd="slow" advTm="2587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12E4-70C4-65AC-9251-D57942A4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DA270-294E-CF7E-0186-5A008CFE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28221F8C-20C0-FAD6-99E9-C1B90D201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82D829-AC75-771D-A0E6-A1E35D267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4F78BFEE-A468-F8A4-2006-F457A29DA0F4}"/>
              </a:ext>
            </a:extLst>
          </p:cNvPr>
          <p:cNvSpPr/>
          <p:nvPr/>
        </p:nvSpPr>
        <p:spPr>
          <a:xfrm>
            <a:off x="418328" y="4184365"/>
            <a:ext cx="4158071" cy="6025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             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04EF95-4290-21D3-380D-98BF8E5C334D}"/>
              </a:ext>
            </a:extLst>
          </p:cNvPr>
          <p:cNvSpPr/>
          <p:nvPr/>
        </p:nvSpPr>
        <p:spPr>
          <a:xfrm>
            <a:off x="313426" y="355460"/>
            <a:ext cx="4249491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SO‘Z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120348-F577-EB31-912A-3238B6F6FCB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78D037B6-767B-88E2-4B83-005955CD5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2A1A59-5EB9-2475-9758-44FC715BC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" t="2365" r="2308"/>
          <a:stretch>
            <a:fillRect/>
          </a:stretch>
        </p:blipFill>
        <p:spPr>
          <a:xfrm>
            <a:off x="444640" y="2055811"/>
            <a:ext cx="1920313" cy="1945483"/>
          </a:xfrm>
          <a:prstGeom prst="rect">
            <a:avLst/>
          </a:prstGeom>
          <a:effectLst/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67D98D-9F9D-E357-627C-184ECCCA15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" t="2047" r="-1" b="-1"/>
          <a:stretch>
            <a:fillRect/>
          </a:stretch>
        </p:blipFill>
        <p:spPr>
          <a:xfrm>
            <a:off x="2642605" y="2055811"/>
            <a:ext cx="1920313" cy="1945483"/>
          </a:xfrm>
          <a:prstGeom prst="rect">
            <a:avLst/>
          </a:prstGeom>
          <a:effectLst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EA5B2E-AEEB-1869-0F8C-3CA977FE7F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4169" y="1892108"/>
            <a:ext cx="2814528" cy="2814528"/>
          </a:xfrm>
          <a:prstGeom prst="rect">
            <a:avLst/>
          </a:prstGeom>
        </p:spPr>
      </p:pic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49AE59C-D0B8-3271-7FDD-41BEE68EB51C}"/>
              </a:ext>
            </a:extLst>
          </p:cNvPr>
          <p:cNvSpPr/>
          <p:nvPr/>
        </p:nvSpPr>
        <p:spPr>
          <a:xfrm>
            <a:off x="444640" y="4969990"/>
            <a:ext cx="4158071" cy="6025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239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7A263-8A70-65DC-3748-82B5E24B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FCDB8F-3F85-25DC-56A9-CABCD6DE3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5976D6-7C5A-7371-28B9-2435C8CD77EF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238FC0DE-96DC-441B-23E8-1179C113F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0CE45F-E4DF-5A05-B283-24A9DB4C4BFD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3" name="Скругленный прямоугольник 15">
            <a:extLst>
              <a:ext uri="{FF2B5EF4-FFF2-40B4-BE49-F238E27FC236}">
                <a16:creationId xmlns:a16="http://schemas.microsoft.com/office/drawing/2014/main" id="{4D190A46-787D-4B16-1775-A3936A0BC215}"/>
              </a:ext>
            </a:extLst>
          </p:cNvPr>
          <p:cNvSpPr/>
          <p:nvPr/>
        </p:nvSpPr>
        <p:spPr>
          <a:xfrm>
            <a:off x="3941518" y="1119540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F</a:t>
            </a:r>
            <a:r>
              <a:rPr lang="uz-Latn-UZ" sz="3600" b="1" dirty="0">
                <a:cs typeface="Times New Roman" panose="02020603050405020304" pitchFamily="18" charset="0"/>
              </a:rPr>
              <a:t>U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B015B7-9B96-8449-0B04-54DEB77714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" t="1285" r="1262" b="598"/>
          <a:stretch>
            <a:fillRect/>
          </a:stretch>
        </p:blipFill>
        <p:spPr>
          <a:xfrm>
            <a:off x="3200399" y="2289258"/>
            <a:ext cx="3978701" cy="3602183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333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81"/>
    </mc:Choice>
    <mc:Fallback xmlns="">
      <p:transition spd="slow" advTm="2908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DD380-E7AC-A2CE-E672-6E04D3C7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AB401-723B-988E-CF82-7C27F899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07C579AF-9A24-A142-EA71-DAF4B0152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C55135-A458-976A-7CC0-90F6563FF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C6F1160E-1BB1-CA42-29F0-84254B024901}"/>
              </a:ext>
            </a:extLst>
          </p:cNvPr>
          <p:cNvSpPr/>
          <p:nvPr/>
        </p:nvSpPr>
        <p:spPr>
          <a:xfrm>
            <a:off x="608911" y="4202219"/>
            <a:ext cx="4089973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              E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22A1B0-9667-9196-27A0-F0F2193C860B}"/>
              </a:ext>
            </a:extLst>
          </p:cNvPr>
          <p:cNvSpPr/>
          <p:nvPr/>
        </p:nvSpPr>
        <p:spPr>
          <a:xfrm>
            <a:off x="313427" y="355460"/>
            <a:ext cx="438545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SO‘Z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C5762C-3670-C31D-D623-FA91D712CFAF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26EB5A53-0E05-DE5E-AB25-81488A73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5C1F32-4CC2-B37E-F359-27E903ECBD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" t="1390" r="1636" b="1729"/>
          <a:stretch>
            <a:fillRect/>
          </a:stretch>
        </p:blipFill>
        <p:spPr>
          <a:xfrm>
            <a:off x="608912" y="2055813"/>
            <a:ext cx="1892932" cy="1899758"/>
          </a:xfrm>
          <a:prstGeom prst="rect">
            <a:avLst/>
          </a:prstGeom>
          <a:effectLst/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290C20-9FAE-933C-E13E-48D9D9061E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732870">
            <a:off x="5872940" y="1373708"/>
            <a:ext cx="3470693" cy="388873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969AC7-DD0B-C4FB-6434-9D3827675B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" t="1307" r="195" b="1177"/>
          <a:stretch>
            <a:fillRect/>
          </a:stretch>
        </p:blipFill>
        <p:spPr>
          <a:xfrm>
            <a:off x="2805952" y="2070900"/>
            <a:ext cx="1892933" cy="18846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846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C671-E216-0085-D3A7-23DB0D1E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69A3C-13DF-B3C3-7529-B6F59787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6D96ED-EBFE-6E57-0C40-1F91C224F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179A8-6DC9-C51D-90FC-F62EEAFE9DEC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79FD9CB0-8216-6C79-F5B6-9E1A2E02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3" name="Скругленный прямоугольник 15">
            <a:extLst>
              <a:ext uri="{FF2B5EF4-FFF2-40B4-BE49-F238E27FC236}">
                <a16:creationId xmlns:a16="http://schemas.microsoft.com/office/drawing/2014/main" id="{CFA6E501-2996-F426-61C2-FC5992A64115}"/>
              </a:ext>
            </a:extLst>
          </p:cNvPr>
          <p:cNvSpPr/>
          <p:nvPr/>
        </p:nvSpPr>
        <p:spPr>
          <a:xfrm>
            <a:off x="3954314" y="1386723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H</a:t>
            </a:r>
            <a:r>
              <a:rPr lang="uz-Latn-UZ" sz="3600" b="1" dirty="0">
                <a:cs typeface="Times New Roman" panose="02020603050405020304" pitchFamily="18" charset="0"/>
              </a:rPr>
              <a:t>E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A831C5-A5D7-5900-D3FD-496B2E0AD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" t="2210" r="1746" b="1163"/>
          <a:stretch>
            <a:fillRect/>
          </a:stretch>
        </p:blipFill>
        <p:spPr>
          <a:xfrm>
            <a:off x="3325907" y="2384005"/>
            <a:ext cx="3406588" cy="3415553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0" name="Рисунок 9" descr="Изображение выглядит как Красочность, Графика, вод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43E96B-18A5-783A-8E7E-206E8EFDF3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2689" y="899483"/>
            <a:ext cx="1859876" cy="1877258"/>
          </a:xfrm>
          <a:prstGeom prst="rect">
            <a:avLst/>
          </a:prstGeom>
        </p:spPr>
      </p:pic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4EA5BA05-A42D-134C-E260-C41189CF6CE1}"/>
              </a:ext>
            </a:extLst>
          </p:cNvPr>
          <p:cNvSpPr/>
          <p:nvPr/>
        </p:nvSpPr>
        <p:spPr>
          <a:xfrm>
            <a:off x="7981628" y="1690688"/>
            <a:ext cx="1022888" cy="618559"/>
          </a:xfrm>
          <a:custGeom>
            <a:avLst/>
            <a:gdLst>
              <a:gd name="csX0" fmla="*/ 0 w 991891"/>
              <a:gd name="csY0" fmla="*/ 301507 h 564978"/>
              <a:gd name="csX1" fmla="*/ 387457 w 991891"/>
              <a:gd name="csY1" fmla="*/ 7039 h 564978"/>
              <a:gd name="csX2" fmla="*/ 991891 w 991891"/>
              <a:gd name="csY2" fmla="*/ 564978 h 564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91891" h="564978">
                <a:moveTo>
                  <a:pt x="0" y="301507"/>
                </a:moveTo>
                <a:cubicBezTo>
                  <a:pt x="111071" y="132317"/>
                  <a:pt x="222142" y="-36873"/>
                  <a:pt x="387457" y="7039"/>
                </a:cubicBezTo>
                <a:cubicBezTo>
                  <a:pt x="552772" y="50951"/>
                  <a:pt x="772331" y="307964"/>
                  <a:pt x="991891" y="564978"/>
                </a:cubicBezTo>
              </a:path>
            </a:pathLst>
          </a:cu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110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88"/>
    </mc:Choice>
    <mc:Fallback xmlns="">
      <p:transition spd="slow" advTm="49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9C14-6E52-A885-3A6B-9EA30F1E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C5E09-5040-C6E0-6F54-D04EC86B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B918AA8D-8792-926B-E5DD-141901067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A45AAF-A001-ECBF-B883-86BCBCD0F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277755D-ADA1-55CF-EE74-C9215764D622}"/>
              </a:ext>
            </a:extLst>
          </p:cNvPr>
          <p:cNvSpPr/>
          <p:nvPr/>
        </p:nvSpPr>
        <p:spPr>
          <a:xfrm>
            <a:off x="394366" y="4186501"/>
            <a:ext cx="4095537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             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5AF85B-4DB7-2FD6-68AF-5B25470CF534}"/>
              </a:ext>
            </a:extLst>
          </p:cNvPr>
          <p:cNvSpPr/>
          <p:nvPr/>
        </p:nvSpPr>
        <p:spPr>
          <a:xfrm>
            <a:off x="313426" y="355460"/>
            <a:ext cx="4200451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SO‘Z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288CFC-375D-3E46-3661-6C58E3C2F075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B8AB14BE-89E8-B969-9090-5F6A595EE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30558CF-AB26-4DFC-047B-A0C0EA2986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" t="2121" b="223"/>
          <a:stretch>
            <a:fillRect/>
          </a:stretch>
        </p:blipFill>
        <p:spPr>
          <a:xfrm>
            <a:off x="2535912" y="2055810"/>
            <a:ext cx="1977966" cy="2019193"/>
          </a:xfrm>
          <a:prstGeom prst="rect">
            <a:avLst/>
          </a:prstGeom>
          <a:effectLst/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32AC667-4827-9E30-D3B3-E0C3DAF01B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" t="843" r="2441" b="1172"/>
          <a:stretch>
            <a:fillRect/>
          </a:stretch>
        </p:blipFill>
        <p:spPr>
          <a:xfrm>
            <a:off x="394366" y="2055811"/>
            <a:ext cx="1970587" cy="2019193"/>
          </a:xfrm>
          <a:prstGeom prst="rect">
            <a:avLst/>
          </a:prstGeom>
          <a:effectLst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DE4A04-7840-C8A1-5419-28BBC16B6A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3718" y="1394372"/>
            <a:ext cx="3069513" cy="38130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696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48548-BB8E-5CDA-C492-6C5B5062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B65AD-5AC4-1ACF-F031-E1C63369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0509DA-D168-DBA6-6999-9ACD11360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150308-12DB-2380-0100-5621921A934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E7749881-B44E-5B9F-5973-E9D631FD1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3F0842-157F-B2E8-676D-43A0B3A2FBC4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</a:t>
            </a:r>
            <a:r>
              <a:rPr lang="uz-Latn-UZ" sz="4000" b="1" dirty="0"/>
              <a:t>YOZILISH TARTIBI</a:t>
            </a:r>
            <a:endParaRPr lang="en-US" sz="4000" b="1" dirty="0"/>
          </a:p>
        </p:txBody>
      </p:sp>
      <p:sp>
        <p:nvSpPr>
          <p:cNvPr id="3" name="Скругленный прямоугольник 15">
            <a:extLst>
              <a:ext uri="{FF2B5EF4-FFF2-40B4-BE49-F238E27FC236}">
                <a16:creationId xmlns:a16="http://schemas.microsoft.com/office/drawing/2014/main" id="{524AEBE5-4DB1-EC88-1E23-B2FD3350F6D6}"/>
              </a:ext>
            </a:extLst>
          </p:cNvPr>
          <p:cNvSpPr/>
          <p:nvPr/>
        </p:nvSpPr>
        <p:spPr>
          <a:xfrm>
            <a:off x="4156518" y="1356143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HO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BAAC03-168F-BDA6-D80B-23FA26C29D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" t="999" r="1458" b="1525"/>
          <a:stretch>
            <a:fillRect/>
          </a:stretch>
        </p:blipFill>
        <p:spPr>
          <a:xfrm>
            <a:off x="3594846" y="2292492"/>
            <a:ext cx="3512335" cy="3543532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0CB504-6222-59C0-62F5-45CC5702D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793783">
            <a:off x="7550636" y="613434"/>
            <a:ext cx="2145895" cy="21458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707DB7-442F-6B1C-38DD-7E0EC78848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84802">
            <a:off x="7575965" y="1906580"/>
            <a:ext cx="701766" cy="7017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D37FA-1BA9-C968-2ACE-80A8D918F6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808810">
            <a:off x="8826896" y="1824534"/>
            <a:ext cx="714375" cy="714375"/>
          </a:xfrm>
          <a:prstGeom prst="rect">
            <a:avLst/>
          </a:prstGeom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51C0ABAE-E036-8A6D-C398-1B8BD04D9548}"/>
              </a:ext>
            </a:extLst>
          </p:cNvPr>
          <p:cNvCxnSpPr>
            <a:cxnSpLocks/>
          </p:cNvCxnSpPr>
          <p:nvPr/>
        </p:nvCxnSpPr>
        <p:spPr>
          <a:xfrm>
            <a:off x="7385540" y="1535799"/>
            <a:ext cx="2215169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2C33503-9162-F3B0-E80D-E6613B2FE43C}"/>
              </a:ext>
            </a:extLst>
          </p:cNvPr>
          <p:cNvCxnSpPr>
            <a:cxnSpLocks/>
          </p:cNvCxnSpPr>
          <p:nvPr/>
        </p:nvCxnSpPr>
        <p:spPr>
          <a:xfrm flipH="1">
            <a:off x="8467153" y="1027906"/>
            <a:ext cx="15445" cy="20033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1B41AEDD-CB38-24CC-7595-BB0330DB3FDB}"/>
              </a:ext>
            </a:extLst>
          </p:cNvPr>
          <p:cNvCxnSpPr/>
          <p:nvPr/>
        </p:nvCxnSpPr>
        <p:spPr>
          <a:xfrm flipH="1">
            <a:off x="7761681" y="1997655"/>
            <a:ext cx="286184" cy="4080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A6B3CA9-758E-44A0-022B-946FB317585D}"/>
              </a:ext>
            </a:extLst>
          </p:cNvPr>
          <p:cNvCxnSpPr>
            <a:cxnSpLocks/>
          </p:cNvCxnSpPr>
          <p:nvPr/>
        </p:nvCxnSpPr>
        <p:spPr>
          <a:xfrm>
            <a:off x="9034675" y="1983053"/>
            <a:ext cx="306121" cy="3029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6577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86"/>
    </mc:Choice>
    <mc:Fallback xmlns="">
      <p:transition spd="slow" advTm="176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06931-684C-0832-1B44-0AE1B7EC1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8F03D-40A8-6A92-63D4-143959D1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FAE58BDD-7A5E-67BD-CC9F-5DF1C4713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B90BA4-89D8-5A1F-FBE4-F4E1ECB23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2DED152D-41BA-0F69-7BDB-CBC920790BB4}"/>
              </a:ext>
            </a:extLst>
          </p:cNvPr>
          <p:cNvSpPr/>
          <p:nvPr/>
        </p:nvSpPr>
        <p:spPr>
          <a:xfrm>
            <a:off x="376010" y="4405232"/>
            <a:ext cx="5717479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       KA       HO      KA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BE9FFD-3DD5-EAC8-7681-F6AA957EA0CE}"/>
              </a:ext>
            </a:extLst>
          </p:cNvPr>
          <p:cNvSpPr/>
          <p:nvPr/>
        </p:nvSpPr>
        <p:spPr>
          <a:xfrm>
            <a:off x="313426" y="355460"/>
            <a:ext cx="4280262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SO‘Z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D8911B-73C6-F7D3-5070-6FD6121BB143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561C439F-B7F4-A798-F78A-5E92E60FC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A77CE0-DC44-0202-A4DD-83781F7878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010" y="2452768"/>
            <a:ext cx="1370514" cy="1370514"/>
          </a:xfrm>
          <a:prstGeom prst="rect">
            <a:avLst/>
          </a:prstGeom>
          <a:effectLst/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0E8E166-0564-3905-5208-03DA179D5E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5336" y="2452768"/>
            <a:ext cx="1364336" cy="1364336"/>
          </a:xfrm>
          <a:prstGeom prst="rect">
            <a:avLst/>
          </a:prstGeom>
          <a:effectLst/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0F460C-888E-F75C-ACE5-CF42899D10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6132" y="2443272"/>
            <a:ext cx="1373832" cy="1373832"/>
          </a:xfrm>
          <a:prstGeom prst="rect">
            <a:avLst/>
          </a:prstGeom>
          <a:effectLst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300670-A9BF-E3E7-6561-AEFC100EC3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19658" y="2455602"/>
            <a:ext cx="1373831" cy="1373831"/>
          </a:xfrm>
          <a:prstGeom prst="rect">
            <a:avLst/>
          </a:prstGeom>
          <a:effectLst/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36F1FE6-78AE-44D4-A7E8-0370E1F29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8643" y="619461"/>
            <a:ext cx="2170849" cy="228510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A54B719-1CB0-712B-1319-A47A91933A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7154" y="3429000"/>
            <a:ext cx="2608846" cy="23218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231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B420-537C-0E28-61A4-73760DBB1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FF2FC-CD69-AF10-A48C-82B55567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0EBD34-9AAE-1714-D7CD-44BA19CF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3FAF-C7CB-1222-5AD9-352B0096F65E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9D43EAFA-9168-9912-671C-D4C520AF0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3DEB5E-035E-36A1-6A31-0B4417160C15}"/>
              </a:ext>
            </a:extLst>
          </p:cNvPr>
          <p:cNvSpPr/>
          <p:nvPr/>
        </p:nvSpPr>
        <p:spPr>
          <a:xfrm>
            <a:off x="308472" y="340364"/>
            <a:ext cx="3878928" cy="538177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MASHQ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333FCE0-8BAF-F802-F61F-66007FA0A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76" y="4162479"/>
            <a:ext cx="1695420" cy="18226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2CA7D91-9F73-03FB-C46D-3903762E8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272" y="1454746"/>
            <a:ext cx="1484027" cy="16563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B25686B-B34E-6199-0601-70FC52A48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395" y="4452823"/>
            <a:ext cx="1357525" cy="142897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16A5FD2-D0BF-955B-366D-9A18C5E3AB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5691" y="657350"/>
            <a:ext cx="1521439" cy="152143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AAAEDD8-F59D-D4B1-8C70-4FF318F9B10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94" r="-294" b="6485"/>
          <a:stretch>
            <a:fillRect/>
          </a:stretch>
        </p:blipFill>
        <p:spPr>
          <a:xfrm>
            <a:off x="4187403" y="2856930"/>
            <a:ext cx="2176846" cy="1107642"/>
          </a:xfrm>
          <a:prstGeom prst="rect">
            <a:avLst/>
          </a:prstGeom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21B7B41-29F0-F226-F733-6CAE2BA5707B}"/>
              </a:ext>
            </a:extLst>
          </p:cNvPr>
          <p:cNvSpPr/>
          <p:nvPr/>
        </p:nvSpPr>
        <p:spPr>
          <a:xfrm>
            <a:off x="2128996" y="2366682"/>
            <a:ext cx="506617" cy="508496"/>
          </a:xfrm>
          <a:prstGeom prst="roundRect">
            <a:avLst/>
          </a:prstGeom>
          <a:solidFill>
            <a:srgbClr val="C840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ヘ</a:t>
            </a:r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FA9CB5C-A664-617C-D369-DF3A19F7364B}"/>
              </a:ext>
            </a:extLst>
          </p:cNvPr>
          <p:cNvSpPr/>
          <p:nvPr/>
        </p:nvSpPr>
        <p:spPr>
          <a:xfrm>
            <a:off x="2798814" y="2366682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ア</a:t>
            </a:r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743B9421-E4F2-D530-3E62-433F1840A0D0}"/>
              </a:ext>
            </a:extLst>
          </p:cNvPr>
          <p:cNvSpPr/>
          <p:nvPr/>
        </p:nvSpPr>
        <p:spPr>
          <a:xfrm>
            <a:off x="2798815" y="500058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エ</a:t>
            </a:r>
            <a:endParaRPr lang="ru-RU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E027BA40-42BD-7F7E-E585-9FB341301432}"/>
              </a:ext>
            </a:extLst>
          </p:cNvPr>
          <p:cNvSpPr/>
          <p:nvPr/>
        </p:nvSpPr>
        <p:spPr>
          <a:xfrm>
            <a:off x="2128996" y="5006310"/>
            <a:ext cx="506617" cy="508496"/>
          </a:xfrm>
          <a:prstGeom prst="roundRect">
            <a:avLst/>
          </a:prstGeom>
          <a:solidFill>
            <a:srgbClr val="C840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フ</a:t>
            </a:r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316CC09-DD0B-4E70-A470-4DCCF7FFE474}"/>
              </a:ext>
            </a:extLst>
          </p:cNvPr>
          <p:cNvSpPr/>
          <p:nvPr/>
        </p:nvSpPr>
        <p:spPr>
          <a:xfrm>
            <a:off x="7287599" y="1210189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ア</a:t>
            </a:r>
            <a:endParaRPr lang="ru-RU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2B5D7514-130C-D559-9C5A-EA0DC3FBE379}"/>
              </a:ext>
            </a:extLst>
          </p:cNvPr>
          <p:cNvSpPr/>
          <p:nvPr/>
        </p:nvSpPr>
        <p:spPr>
          <a:xfrm>
            <a:off x="6605377" y="1206953"/>
            <a:ext cx="506617" cy="508496"/>
          </a:xfrm>
          <a:prstGeom prst="roundRect">
            <a:avLst/>
          </a:prstGeom>
          <a:solidFill>
            <a:srgbClr val="C840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ヒ</a:t>
            </a:r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207E81E-F412-1F4E-9EEB-5E97D894812A}"/>
              </a:ext>
            </a:extLst>
          </p:cNvPr>
          <p:cNvSpPr/>
          <p:nvPr/>
        </p:nvSpPr>
        <p:spPr>
          <a:xfrm>
            <a:off x="8314207" y="3174750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イ</a:t>
            </a:r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2CABD7C1-ABE3-AA54-8A97-AB13AAC7FA71}"/>
              </a:ext>
            </a:extLst>
          </p:cNvPr>
          <p:cNvSpPr/>
          <p:nvPr/>
        </p:nvSpPr>
        <p:spPr>
          <a:xfrm>
            <a:off x="7631175" y="3174750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ノ</a:t>
            </a:r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663705D2-77AB-8BC6-1A97-1A3D6D693DA6}"/>
              </a:ext>
            </a:extLst>
          </p:cNvPr>
          <p:cNvSpPr/>
          <p:nvPr/>
        </p:nvSpPr>
        <p:spPr>
          <a:xfrm>
            <a:off x="6944598" y="3174750"/>
            <a:ext cx="506617" cy="508496"/>
          </a:xfrm>
          <a:prstGeom prst="roundRect">
            <a:avLst/>
          </a:prstGeom>
          <a:solidFill>
            <a:srgbClr val="C840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ハ</a:t>
            </a:r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9DD78E4B-DCF6-2A78-2B8E-AD6413F31685}"/>
              </a:ext>
            </a:extLst>
          </p:cNvPr>
          <p:cNvSpPr/>
          <p:nvPr/>
        </p:nvSpPr>
        <p:spPr>
          <a:xfrm>
            <a:off x="7034290" y="5000581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カ</a:t>
            </a:r>
            <a:endParaRPr lang="ru-RU" dirty="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3FF7169E-DEEF-BCED-335A-490DFEBFFD26}"/>
              </a:ext>
            </a:extLst>
          </p:cNvPr>
          <p:cNvSpPr/>
          <p:nvPr/>
        </p:nvSpPr>
        <p:spPr>
          <a:xfrm>
            <a:off x="6364471" y="5006310"/>
            <a:ext cx="506617" cy="508496"/>
          </a:xfrm>
          <a:prstGeom prst="roundRect">
            <a:avLst/>
          </a:prstGeom>
          <a:solidFill>
            <a:srgbClr val="C840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ホ</a:t>
            </a:r>
            <a:endParaRPr lang="ru-RU" dirty="0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08CC5703-DD29-0053-BF27-0EBD164FB5C3}"/>
              </a:ext>
            </a:extLst>
          </p:cNvPr>
          <p:cNvSpPr/>
          <p:nvPr/>
        </p:nvSpPr>
        <p:spPr>
          <a:xfrm>
            <a:off x="8379968" y="4985887"/>
            <a:ext cx="506617" cy="5084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カ</a:t>
            </a:r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B5BD8837-6C40-C9FA-2F18-13CA57AA6E5C}"/>
              </a:ext>
            </a:extLst>
          </p:cNvPr>
          <p:cNvSpPr/>
          <p:nvPr/>
        </p:nvSpPr>
        <p:spPr>
          <a:xfrm>
            <a:off x="7704109" y="5000581"/>
            <a:ext cx="506617" cy="508496"/>
          </a:xfrm>
          <a:prstGeom prst="roundRect">
            <a:avLst/>
          </a:prstGeom>
          <a:solidFill>
            <a:srgbClr val="C840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ホ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067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86"/>
    </mc:Choice>
    <mc:Fallback xmlns="">
      <p:transition spd="slow" advTm="176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3" grpId="0" animBg="1"/>
      <p:bldP spid="26" grpId="0" animBg="1"/>
      <p:bldP spid="28" grpId="0" animBg="1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C937-7C46-DDE8-B692-B4FA8FC6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398A3-0CAA-818B-9CB6-03BF173D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AC9107-1615-0F39-642B-D8803F5CE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3E3174-F807-006C-99CB-A56E71718A60}"/>
              </a:ext>
            </a:extLst>
          </p:cNvPr>
          <p:cNvCxnSpPr/>
          <p:nvPr/>
        </p:nvCxnSpPr>
        <p:spPr>
          <a:xfrm>
            <a:off x="9854342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AB4420C2-81B6-7D9B-5BD0-F7C415053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47C940-221E-60F5-F0CE-363DED9C84BE}"/>
              </a:ext>
            </a:extLst>
          </p:cNvPr>
          <p:cNvSpPr/>
          <p:nvPr/>
        </p:nvSpPr>
        <p:spPr>
          <a:xfrm>
            <a:off x="308472" y="340365"/>
            <a:ext cx="5133104" cy="590311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KULISHNI IFODALASH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70D742-A1CE-3B3A-6CE1-811D1674C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096" y="1167137"/>
            <a:ext cx="1417265" cy="1508282"/>
          </a:xfrm>
          <a:prstGeom prst="rect">
            <a:avLst/>
          </a:prstGeom>
        </p:spPr>
      </p:pic>
      <p:sp>
        <p:nvSpPr>
          <p:cNvPr id="7" name="Пузырек для мыслей: облако 6">
            <a:extLst>
              <a:ext uri="{FF2B5EF4-FFF2-40B4-BE49-F238E27FC236}">
                <a16:creationId xmlns:a16="http://schemas.microsoft.com/office/drawing/2014/main" id="{51AD93B3-2619-19C3-682D-B757C5396BB1}"/>
              </a:ext>
            </a:extLst>
          </p:cNvPr>
          <p:cNvSpPr/>
          <p:nvPr/>
        </p:nvSpPr>
        <p:spPr>
          <a:xfrm>
            <a:off x="7190469" y="847529"/>
            <a:ext cx="1737003" cy="483438"/>
          </a:xfrm>
          <a:prstGeom prst="cloudCallout">
            <a:avLst>
              <a:gd name="adj1" fmla="val -81484"/>
              <a:gd name="adj2" fmla="val 15272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ウフフ！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BEA7D7E-4579-80E2-07FD-7F63E552FF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098" y="2899347"/>
            <a:ext cx="1417263" cy="1478024"/>
          </a:xfrm>
          <a:prstGeom prst="rect">
            <a:avLst/>
          </a:prstGeom>
        </p:spPr>
      </p:pic>
      <p:sp>
        <p:nvSpPr>
          <p:cNvPr id="12" name="Пузырек для мыслей: облако 11">
            <a:extLst>
              <a:ext uri="{FF2B5EF4-FFF2-40B4-BE49-F238E27FC236}">
                <a16:creationId xmlns:a16="http://schemas.microsoft.com/office/drawing/2014/main" id="{68CA5D6E-C8DA-2EBE-0E43-1C82CA8093A1}"/>
              </a:ext>
            </a:extLst>
          </p:cNvPr>
          <p:cNvSpPr/>
          <p:nvPr/>
        </p:nvSpPr>
        <p:spPr>
          <a:xfrm>
            <a:off x="7239679" y="2634532"/>
            <a:ext cx="1603906" cy="558691"/>
          </a:xfrm>
          <a:prstGeom prst="cloudCallout">
            <a:avLst>
              <a:gd name="adj1" fmla="val -89746"/>
              <a:gd name="adj2" fmla="val 11506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イヒヒ！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43BAEDC-852D-2ADC-D563-938E0B97B3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092" y="1330967"/>
            <a:ext cx="1826028" cy="1833574"/>
          </a:xfrm>
          <a:prstGeom prst="rect">
            <a:avLst/>
          </a:prstGeom>
        </p:spPr>
      </p:pic>
      <p:sp>
        <p:nvSpPr>
          <p:cNvPr id="19" name="Пузырек для мыслей: облако 18">
            <a:extLst>
              <a:ext uri="{FF2B5EF4-FFF2-40B4-BE49-F238E27FC236}">
                <a16:creationId xmlns:a16="http://schemas.microsoft.com/office/drawing/2014/main" id="{17A35C4A-2AA2-5631-9901-167192B5495F}"/>
              </a:ext>
            </a:extLst>
          </p:cNvPr>
          <p:cNvSpPr/>
          <p:nvPr/>
        </p:nvSpPr>
        <p:spPr>
          <a:xfrm>
            <a:off x="2337657" y="1330967"/>
            <a:ext cx="1884719" cy="590311"/>
          </a:xfrm>
          <a:prstGeom prst="cloudCallout">
            <a:avLst>
              <a:gd name="adj1" fmla="val -62370"/>
              <a:gd name="adj2" fmla="val 7073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アハハ</a:t>
            </a:r>
            <a:r>
              <a:rPr lang="ja-JP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！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Пузырек для мыслей: облако 19">
            <a:extLst>
              <a:ext uri="{FF2B5EF4-FFF2-40B4-BE49-F238E27FC236}">
                <a16:creationId xmlns:a16="http://schemas.microsoft.com/office/drawing/2014/main" id="{0159781D-D654-3D35-7961-863A98CA2362}"/>
              </a:ext>
            </a:extLst>
          </p:cNvPr>
          <p:cNvSpPr/>
          <p:nvPr/>
        </p:nvSpPr>
        <p:spPr>
          <a:xfrm>
            <a:off x="7160793" y="4456212"/>
            <a:ext cx="1755767" cy="515115"/>
          </a:xfrm>
          <a:prstGeom prst="cloudCallout">
            <a:avLst>
              <a:gd name="adj1" fmla="val -82028"/>
              <a:gd name="adj2" fmla="val 13238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オホホ！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6FC4113-DB98-2304-D0AC-F2DAAEE49FA1}"/>
              </a:ext>
            </a:extLst>
          </p:cNvPr>
          <p:cNvSpPr/>
          <p:nvPr/>
        </p:nvSpPr>
        <p:spPr>
          <a:xfrm>
            <a:off x="2392763" y="2359855"/>
            <a:ext cx="1737940" cy="6950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Qah-qaha</a:t>
            </a:r>
            <a:r>
              <a:rPr lang="en-US" sz="1600" dirty="0"/>
              <a:t> </a:t>
            </a:r>
            <a:r>
              <a:rPr lang="en-US" sz="1600" dirty="0" err="1"/>
              <a:t>otib</a:t>
            </a:r>
            <a:r>
              <a:rPr lang="en-US" sz="1600" dirty="0"/>
              <a:t> </a:t>
            </a:r>
            <a:r>
              <a:rPr lang="en-US" sz="1600" dirty="0" err="1"/>
              <a:t>kulish</a:t>
            </a:r>
            <a:endParaRPr lang="ru-RU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853B7F-554A-72BC-7DD5-9841AE8DD8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0094" y="4595734"/>
            <a:ext cx="1417262" cy="1423284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DB5A232-0F08-9FBC-4CCE-5D006F919C35}"/>
              </a:ext>
            </a:extLst>
          </p:cNvPr>
          <p:cNvSpPr/>
          <p:nvPr/>
        </p:nvSpPr>
        <p:spPr>
          <a:xfrm>
            <a:off x="7189532" y="5167312"/>
            <a:ext cx="1737940" cy="6950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Ayollarning</a:t>
            </a:r>
            <a:r>
              <a:rPr lang="en-US" dirty="0"/>
              <a:t> </a:t>
            </a:r>
            <a:r>
              <a:rPr lang="en-US" dirty="0" err="1"/>
              <a:t>nafis</a:t>
            </a:r>
            <a:r>
              <a:rPr lang="en-US" dirty="0"/>
              <a:t> </a:t>
            </a:r>
            <a:r>
              <a:rPr lang="en-US" dirty="0" err="1"/>
              <a:t>kulishi</a:t>
            </a:r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B0FF126-E7BC-DFC3-CADE-21EBB1A20B56}"/>
              </a:ext>
            </a:extLst>
          </p:cNvPr>
          <p:cNvSpPr/>
          <p:nvPr/>
        </p:nvSpPr>
        <p:spPr>
          <a:xfrm>
            <a:off x="7189532" y="1690688"/>
            <a:ext cx="1737940" cy="6950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Yoqimli</a:t>
            </a:r>
            <a:r>
              <a:rPr lang="en-US" sz="1600" dirty="0"/>
              <a:t> </a:t>
            </a:r>
            <a:r>
              <a:rPr lang="en-US" sz="1600" dirty="0" err="1"/>
              <a:t>kulgu</a:t>
            </a:r>
            <a:r>
              <a:rPr lang="en-US" sz="1600" dirty="0"/>
              <a:t> (</a:t>
            </a:r>
            <a:r>
              <a:rPr lang="en-US" sz="1600" dirty="0" err="1"/>
              <a:t>ayollarga</a:t>
            </a:r>
            <a:r>
              <a:rPr lang="en-US" sz="1600" dirty="0"/>
              <a:t> </a:t>
            </a:r>
            <a:r>
              <a:rPr lang="en-US" sz="1600" dirty="0" err="1"/>
              <a:t>xos</a:t>
            </a:r>
            <a:r>
              <a:rPr lang="en-US" sz="1600" dirty="0"/>
              <a:t>)</a:t>
            </a:r>
            <a:endParaRPr lang="ru-RU" sz="16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7E675EA-08BE-3508-0F09-70B9D0E2E693}"/>
              </a:ext>
            </a:extLst>
          </p:cNvPr>
          <p:cNvSpPr/>
          <p:nvPr/>
        </p:nvSpPr>
        <p:spPr>
          <a:xfrm>
            <a:off x="7189532" y="3523076"/>
            <a:ext cx="1737940" cy="6950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Noxush</a:t>
            </a:r>
            <a:r>
              <a:rPr lang="en-US" sz="1600" dirty="0"/>
              <a:t> </a:t>
            </a:r>
            <a:r>
              <a:rPr lang="en-US" sz="1600" dirty="0" err="1"/>
              <a:t>kulgu</a:t>
            </a:r>
            <a:endParaRPr lang="en-US" sz="1600" dirty="0"/>
          </a:p>
          <a:p>
            <a:pPr algn="ctr"/>
            <a:r>
              <a:rPr lang="en-US" sz="1400" dirty="0"/>
              <a:t>(</a:t>
            </a:r>
            <a:r>
              <a:rPr lang="en-US" sz="1400" dirty="0" err="1"/>
              <a:t>yomon</a:t>
            </a:r>
            <a:r>
              <a:rPr lang="en-US" sz="1400" dirty="0"/>
              <a:t> </a:t>
            </a:r>
            <a:r>
              <a:rPr lang="en-US" sz="1400" dirty="0" err="1"/>
              <a:t>odamning</a:t>
            </a:r>
            <a:r>
              <a:rPr lang="en-US" sz="1400" dirty="0"/>
              <a:t> </a:t>
            </a:r>
            <a:r>
              <a:rPr lang="en-US" sz="1400" dirty="0" err="1"/>
              <a:t>qiyofasi</a:t>
            </a:r>
            <a:r>
              <a:rPr lang="en-US" sz="1400" dirty="0"/>
              <a:t>)</a:t>
            </a:r>
            <a:endParaRPr lang="ru-RU" sz="14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C825DDE-47E2-D1BE-9A94-22BF7D3E97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821" y="3920019"/>
            <a:ext cx="1825299" cy="1833574"/>
          </a:xfrm>
          <a:prstGeom prst="rect">
            <a:avLst/>
          </a:prstGeom>
        </p:spPr>
      </p:pic>
      <p:sp>
        <p:nvSpPr>
          <p:cNvPr id="22" name="Пузырек для мыслей: облако 21">
            <a:extLst>
              <a:ext uri="{FF2B5EF4-FFF2-40B4-BE49-F238E27FC236}">
                <a16:creationId xmlns:a16="http://schemas.microsoft.com/office/drawing/2014/main" id="{65C77741-1546-C9A6-A418-940E87E86E20}"/>
              </a:ext>
            </a:extLst>
          </p:cNvPr>
          <p:cNvSpPr/>
          <p:nvPr/>
        </p:nvSpPr>
        <p:spPr>
          <a:xfrm>
            <a:off x="2521312" y="3695188"/>
            <a:ext cx="1603906" cy="558691"/>
          </a:xfrm>
          <a:prstGeom prst="cloudCallout">
            <a:avLst>
              <a:gd name="adj1" fmla="val -93100"/>
              <a:gd name="adj2" fmla="val 9260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エへへ！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54A4358-B031-3003-20BB-859F3F585AD7}"/>
              </a:ext>
            </a:extLst>
          </p:cNvPr>
          <p:cNvSpPr/>
          <p:nvPr/>
        </p:nvSpPr>
        <p:spPr>
          <a:xfrm>
            <a:off x="2411047" y="4595733"/>
            <a:ext cx="2196812" cy="115785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Noqulay</a:t>
            </a:r>
            <a:r>
              <a:rPr lang="en-US" sz="1600" dirty="0"/>
              <a:t> </a:t>
            </a:r>
            <a:r>
              <a:rPr lang="en-US" sz="1600" dirty="0" err="1"/>
              <a:t>vaziyatga</a:t>
            </a:r>
            <a:r>
              <a:rPr lang="en-US" sz="1600" dirty="0"/>
              <a:t> </a:t>
            </a:r>
            <a:r>
              <a:rPr lang="en-US" sz="1600" dirty="0" err="1"/>
              <a:t>tushib</a:t>
            </a:r>
            <a:r>
              <a:rPr lang="en-US" sz="1600" dirty="0"/>
              <a:t> </a:t>
            </a:r>
            <a:r>
              <a:rPr lang="en-US" sz="1600" dirty="0" err="1"/>
              <a:t>qolgandagi</a:t>
            </a:r>
            <a:r>
              <a:rPr lang="en-US" sz="1600" dirty="0"/>
              <a:t> </a:t>
            </a:r>
            <a:r>
              <a:rPr lang="en-US" sz="1600" dirty="0" err="1"/>
              <a:t>kulgu</a:t>
            </a:r>
            <a:r>
              <a:rPr lang="en-US" sz="1600" dirty="0"/>
              <a:t> (</a:t>
            </a:r>
            <a:r>
              <a:rPr lang="en-US" sz="1600" dirty="0" err="1"/>
              <a:t>urushilayotgan</a:t>
            </a:r>
            <a:r>
              <a:rPr lang="en-US" sz="1600" dirty="0"/>
              <a:t> bola </a:t>
            </a:r>
            <a:r>
              <a:rPr lang="en-US" sz="1600" dirty="0" err="1"/>
              <a:t>qiyofasi</a:t>
            </a:r>
            <a:r>
              <a:rPr lang="en-US" sz="1600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95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43"/>
    </mc:Choice>
    <mc:Fallback xmlns="">
      <p:transition spd="slow" advTm="654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A4F3-403C-8671-2C07-21F5B52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3B440-0A84-3D19-7078-A90A49BD0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336BA7-08E7-F740-7793-0527604F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9B2964-7C35-907D-8742-EF4AFB67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rgbClr val="DAE3F3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uz-Latn-UZ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UMUMLASHTIRAMIZ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4D0F-1F30-0353-892F-50EC5BE4D81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89485-AAFD-E55D-0D25-CB2C15CE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CA959F87-9B87-AB33-7612-2AC2DD0F88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9934154"/>
              </p:ext>
            </p:extLst>
          </p:nvPr>
        </p:nvGraphicFramePr>
        <p:xfrm>
          <a:off x="4802823" y="3828629"/>
          <a:ext cx="3644488" cy="216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46E999B-1003-EEC5-4DFF-216F1C3BEB75}"/>
              </a:ext>
            </a:extLst>
          </p:cNvPr>
          <p:cNvSpPr/>
          <p:nvPr/>
        </p:nvSpPr>
        <p:spPr>
          <a:xfrm>
            <a:off x="3193082" y="1298293"/>
            <a:ext cx="4228630" cy="2169925"/>
          </a:xfrm>
          <a:prstGeom prst="rect">
            <a:avLst/>
          </a:prstGeom>
          <a:solidFill>
            <a:schemeClr val="bg1"/>
          </a:solidFill>
          <a:ln w="38100">
            <a:solidFill>
              <a:srgbClr val="2F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tx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ALIFBO: KATAKANA </a:t>
            </a:r>
          </a:p>
          <a:p>
            <a:pPr lvl="0" algn="ctr">
              <a:defRPr/>
            </a:pP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ハ </a:t>
            </a:r>
            <a:r>
              <a:rPr lang="ja-JP" altLang="en-US" sz="4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ヒ </a:t>
            </a:r>
            <a:r>
              <a:rPr lang="ja-JP" altLang="en-US" sz="40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フ </a:t>
            </a:r>
            <a:r>
              <a:rPr lang="ja-JP" altLang="en-US" sz="4000" b="1" dirty="0">
                <a:solidFill>
                  <a:srgbClr val="FFC000"/>
                </a:solidFill>
                <a:ea typeface="UD Digi Kyokasho N" panose="02020400000000000000" pitchFamily="17" charset="-128"/>
              </a:rPr>
              <a:t>ヘ </a:t>
            </a:r>
            <a:r>
              <a:rPr lang="ja-JP" altLang="en-US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ホ</a:t>
            </a:r>
            <a:endParaRPr lang="en-US" altLang="ja-JP" sz="40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lvl="0">
              <a:defRPr/>
            </a:pP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   </a:t>
            </a:r>
            <a:r>
              <a:rPr lang="en-US" altLang="ja-JP" sz="24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HA</a:t>
            </a:r>
            <a:r>
              <a:rPr lang="en-US" altLang="ja-JP" sz="24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     HI</a:t>
            </a:r>
            <a:r>
              <a:rPr lang="en-US" altLang="ja-JP" sz="24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  </a:t>
            </a:r>
            <a:r>
              <a:rPr lang="en-US" altLang="ja-JP" sz="24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FU</a:t>
            </a:r>
            <a:r>
              <a:rPr lang="en-US" altLang="ja-JP" sz="24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  </a:t>
            </a:r>
            <a:r>
              <a:rPr lang="en-US" altLang="ja-JP" sz="2400" b="1" dirty="0">
                <a:solidFill>
                  <a:srgbClr val="FFC000"/>
                </a:solidFill>
                <a:ea typeface="UD Digi Kyokasho N" panose="02020400000000000000" pitchFamily="17" charset="-128"/>
              </a:rPr>
              <a:t>HE  </a:t>
            </a:r>
            <a:r>
              <a:rPr lang="en-US" altLang="ja-JP" sz="24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HO  </a:t>
            </a:r>
            <a:endParaRPr lang="ru-RU" altLang="ja-JP" sz="24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7C8A36F-694C-C9BA-96D1-4EC38DDC795B}"/>
              </a:ext>
            </a:extLst>
          </p:cNvPr>
          <p:cNvSpPr/>
          <p:nvPr/>
        </p:nvSpPr>
        <p:spPr>
          <a:xfrm>
            <a:off x="580714" y="3805799"/>
            <a:ext cx="4228630" cy="2169925"/>
          </a:xfrm>
          <a:prstGeom prst="rect">
            <a:avLst/>
          </a:prstGeom>
          <a:solidFill>
            <a:schemeClr val="bg1"/>
          </a:solidFill>
          <a:ln w="38100">
            <a:solidFill>
              <a:srgbClr val="2F5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ja-JP" sz="28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6AC25B-9520-9764-E8B0-B85C36C923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865" y="4972113"/>
            <a:ext cx="860607" cy="96055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4454ECB-BFA8-9A53-E142-F9478DA576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9128" y="4903252"/>
            <a:ext cx="1075886" cy="1156616"/>
          </a:xfrm>
          <a:prstGeom prst="rect">
            <a:avLst/>
          </a:prstGeom>
        </p:spPr>
      </p:pic>
      <p:pic>
        <p:nvPicPr>
          <p:cNvPr id="25" name="Рисунок 24" descr="Изображение выглядит как Красочность, Графика, вод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ED707F-6050-72A3-7C3E-DA0BC94012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0082" y="3828629"/>
            <a:ext cx="922734" cy="93135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366E2AA-2191-328F-675F-E533349144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9793783">
            <a:off x="2622464" y="3886008"/>
            <a:ext cx="920871" cy="92087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292BB4B-7984-6F04-4C97-75D7352FD38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497" y="4916270"/>
            <a:ext cx="1019967" cy="101996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1D3977C-5356-4504-B17B-A7BD7383ABD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18690" y="4916270"/>
            <a:ext cx="969249" cy="97813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FD27EA7-B166-7C3A-E80E-B17F0279B2C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294" r="-294" b="6485"/>
          <a:stretch>
            <a:fillRect/>
          </a:stretch>
        </p:blipFill>
        <p:spPr>
          <a:xfrm>
            <a:off x="656963" y="3897874"/>
            <a:ext cx="1836083" cy="93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NIHONGO</a:t>
            </a:r>
            <a:r>
              <a:rPr lang="uz-Latn-UZ" altLang="ja-JP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MICHI</a:t>
            </a:r>
            <a:endParaRPr lang="en-US" altLang="ja-JP" sz="4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  <a:cs typeface="Calibri" panose="020F0502020204030204" pitchFamily="34" charset="0"/>
              </a:rPr>
              <a:t>日本語の道</a:t>
            </a:r>
            <a:endParaRPr 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9.1|2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.1|2.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14189</TotalTime>
  <Words>170</Words>
  <Application>Microsoft Office PowerPoint</Application>
  <PresentationFormat>Широкоэкранный</PresentationFormat>
  <Paragraphs>62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UD Digi Kyokasho N</vt:lpstr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shaxboz2027@gmail.com</dc:creator>
  <cp:lastModifiedBy>MYPRO</cp:lastModifiedBy>
  <cp:revision>28</cp:revision>
  <dcterms:created xsi:type="dcterms:W3CDTF">2026-01-28T00:18:32Z</dcterms:created>
  <dcterms:modified xsi:type="dcterms:W3CDTF">2026-02-20T06:59:26Z</dcterms:modified>
</cp:coreProperties>
</file>