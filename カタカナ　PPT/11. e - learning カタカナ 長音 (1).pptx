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2" r:id="rId3"/>
    <p:sldId id="306" r:id="rId5"/>
    <p:sldId id="257" r:id="rId6"/>
    <p:sldId id="291" r:id="rId7"/>
    <p:sldId id="258" r:id="rId8"/>
    <p:sldId id="292" r:id="rId9"/>
    <p:sldId id="270" r:id="rId10"/>
    <p:sldId id="284" r:id="rId11"/>
    <p:sldId id="290" r:id="rId12"/>
  </p:sldIdLst>
  <p:sldSz cx="12192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8B"/>
    <a:srgbClr val="FFFFFF"/>
    <a:srgbClr val="32BBE0"/>
    <a:srgbClr val="944F38"/>
    <a:srgbClr val="70AD47"/>
    <a:srgbClr val="F8CCA4"/>
    <a:srgbClr val="FEF17D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0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0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7731D-A5FC-4D10-ACB4-474E73000112}" type="datetimeFigureOut">
              <a:rPr lang="en-US" smtClean="0"/>
            </a:fld>
            <a:endParaRPr lang="en-US"/>
          </a:p>
        </p:txBody>
      </p:sp>
      <p:sp>
        <p:nvSpPr>
          <p:cNvPr id="4" name="Образ слайда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50689-DEA1-4C60-983A-F5CB66E3074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5"/>
          </p:nvPr>
        </p:nvSpPr>
        <p:spPr/>
        <p:txBody>
          <a:bodyPr/>
          <a:lstStyle/>
          <a:p>
            <a:fld id="{33F50689-DEA1-4C60-983A-F5CB66E307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スライドイメージプレースホルダ 1"/>
          <p:cNvSpPr/>
          <p:nvPr>
            <p:ph type="sldImg" idx="2"/>
          </p:nvPr>
        </p:nvSpPr>
        <p:spPr/>
      </p:sp>
      <p:sp>
        <p:nvSpPr>
          <p:cNvPr id="3" name="文字列プレースホルダ 2"/>
          <p:cNvSpPr/>
          <p:nvPr>
            <p:ph type="body" idx="3"/>
          </p:nvPr>
        </p:nvSpPr>
        <p:spPr/>
        <p:txBody>
          <a:bodyPr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/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/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/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/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/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/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/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image" Target="../media/image11.GIF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25.png"/><Relationship Id="rId14" Type="http://schemas.openxmlformats.org/officeDocument/2006/relationships/image" Target="../media/image21.png"/><Relationship Id="rId13" Type="http://schemas.openxmlformats.org/officeDocument/2006/relationships/image" Target="../media/image26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/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7180" y="463550"/>
            <a:ext cx="4538980" cy="65849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200" b="1" dirty="0">
                <a:ea typeface="UD Digi Kyokasho N" pitchFamily="17" charset="-128"/>
              </a:rPr>
              <a:t>NIHONGO NO MICHI</a:t>
            </a:r>
            <a:endParaRPr lang="en-US" altLang="ja-JP" sz="3200" b="1" dirty="0">
              <a:ea typeface="UD Digi Kyokasho N" pitchFamily="17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66185" y="4234323"/>
            <a:ext cx="1403172" cy="2022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1" name="Rectangle: Rounded Corners 8"/>
          <p:cNvSpPr/>
          <p:nvPr/>
        </p:nvSpPr>
        <p:spPr>
          <a:xfrm>
            <a:off x="2699232" y="1471460"/>
            <a:ext cx="6277079" cy="257569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ea typeface="UD Digi Kyokasho N" pitchFamily="17" charset="-128"/>
              </a:rPr>
              <a:t>UNLI TOVUSHLARNING</a:t>
            </a:r>
            <a:endParaRPr lang="en-US" altLang="ja-JP" sz="4000" b="1" dirty="0">
              <a:ea typeface="UD Digi Kyokasho N" pitchFamily="17" charset="-128"/>
            </a:endParaRPr>
          </a:p>
          <a:p>
            <a:pPr algn="ctr"/>
            <a:r>
              <a:rPr lang="en-US" altLang="ja-JP" sz="4200" b="1" dirty="0">
                <a:solidFill>
                  <a:schemeClr val="tx1"/>
                </a:solidFill>
                <a:ea typeface="UD Digi Kyokasho N" pitchFamily="17" charset="-128"/>
              </a:rPr>
              <a:t>CHO</a:t>
            </a:r>
            <a:r>
              <a:rPr lang="en-US" sz="4200" b="1" dirty="0">
                <a:sym typeface="+mn-ea"/>
              </a:rPr>
              <a:t>‘</a:t>
            </a:r>
            <a:r>
              <a:rPr lang="en-US" altLang="ja-JP" sz="4200" b="1" dirty="0">
                <a:solidFill>
                  <a:schemeClr val="tx1"/>
                </a:solidFill>
                <a:ea typeface="UD Digi Kyokasho N" pitchFamily="17" charset="-128"/>
              </a:rPr>
              <a:t>ZILISH QOIDASI</a:t>
            </a:r>
            <a:r>
              <a:rPr lang="ja-JP" altLang="en-US" sz="4200" b="1" dirty="0">
                <a:solidFill>
                  <a:schemeClr val="tx1"/>
                </a:solidFill>
                <a:ea typeface="UD Digi Kyokasho N" pitchFamily="17" charset="-128"/>
              </a:rPr>
              <a:t>　 </a:t>
            </a:r>
            <a:endParaRPr lang="ja-JP" altLang="en-US" sz="4200" b="1" dirty="0">
              <a:solidFill>
                <a:schemeClr val="tx1"/>
              </a:solidFill>
              <a:ea typeface="UD Digi Kyokasho N" pitchFamily="17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197"/>
    </mc:Choice>
    <mc:Fallback>
      <p:transition spd="slow" advTm="36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タイトル 1"/>
          <p:cNvSpPr/>
          <p:nvPr>
            <p:ph type="title"/>
          </p:nvPr>
        </p:nvSpPr>
        <p:spPr/>
        <p:txBody>
          <a:bodyPr/>
          <a:p>
            <a:endParaRPr lang="ja-JP" altLang="en-US"/>
          </a:p>
        </p:txBody>
      </p:sp>
      <p:sp>
        <p:nvSpPr>
          <p:cNvPr id="3" name="コンテンツプレースホルダ 2"/>
          <p:cNvSpPr/>
          <p:nvPr>
            <p:ph idx="1"/>
          </p:nvPr>
        </p:nvSpPr>
        <p:spPr/>
        <p:txBody>
          <a:bodyPr/>
          <a:p>
            <a:endParaRPr lang="ja-JP" alt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7"/>
          <p:cNvSpPr/>
          <p:nvPr/>
        </p:nvSpPr>
        <p:spPr>
          <a:xfrm>
            <a:off x="1337945" y="447040"/>
            <a:ext cx="7719060" cy="108902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ja-JP" sz="3800" b="1" dirty="0">
                <a:ea typeface="UD Digi Kyokasho N" pitchFamily="17" charset="-128"/>
                <a:sym typeface="+mn-ea"/>
              </a:rPr>
              <a:t>KATAKANADA</a:t>
            </a:r>
            <a:endParaRPr lang="en-US" altLang="ja-JP" sz="3800" b="1" dirty="0">
              <a:ea typeface="UD Digi Kyokasho N" pitchFamily="17" charset="-128"/>
            </a:endParaRPr>
          </a:p>
          <a:p>
            <a:pPr algn="ctr"/>
            <a:r>
              <a:rPr lang="en-US" altLang="ja-JP" sz="3800" b="1" dirty="0">
                <a:solidFill>
                  <a:schemeClr val="tx1"/>
                </a:solidFill>
                <a:ea typeface="UD Digi Kyokasho N" pitchFamily="17" charset="-128"/>
                <a:sym typeface="+mn-ea"/>
              </a:rPr>
              <a:t>CHO</a:t>
            </a:r>
            <a:r>
              <a:rPr lang="en-US" sz="3800" b="1" dirty="0">
                <a:sym typeface="+mn-ea"/>
              </a:rPr>
              <a:t>‘</a:t>
            </a:r>
            <a:r>
              <a:rPr lang="en-US" altLang="ja-JP" sz="3800" b="1" dirty="0">
                <a:solidFill>
                  <a:schemeClr val="tx1"/>
                </a:solidFill>
                <a:ea typeface="UD Digi Kyokasho N" pitchFamily="17" charset="-128"/>
                <a:sym typeface="+mn-ea"/>
              </a:rPr>
              <a:t>ZILISH BELGISI</a:t>
            </a:r>
            <a:endParaRPr lang="en-US" sz="3800" b="1" dirty="0">
              <a:ea typeface="UD Digi Kyokasho N" pitchFamily="17" charset="-128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656965" y="2573655"/>
            <a:ext cx="2993390" cy="2415540"/>
          </a:xfrm>
          <a:prstGeom prst="rect">
            <a:avLst/>
          </a:prstGeom>
          <a:noFill/>
          <a:ln w="28575">
            <a:solidFill>
              <a:srgbClr val="07B7EA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657600" y="2573655"/>
            <a:ext cx="2992755" cy="2416175"/>
          </a:xfrm>
          <a:prstGeom prst="rect">
            <a:avLst/>
          </a:prstGeom>
          <a:solidFill>
            <a:srgbClr val="FBFDF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ja-JP" altLang="en-US" sz="13800" dirty="0">
                <a:solidFill>
                  <a:srgbClr val="DFE0E1"/>
                </a:solidFill>
                <a:latin typeface="Yu Mincho Demibold" pitchFamily="18" charset="-128"/>
                <a:ea typeface="Yu Mincho Demibold" pitchFamily="18" charset="-128"/>
              </a:rPr>
              <a:t>ー</a:t>
            </a:r>
            <a:endParaRPr lang="ja-JP" altLang="en-US" sz="13800" dirty="0">
              <a:solidFill>
                <a:srgbClr val="DFE0E1"/>
              </a:solidFill>
              <a:latin typeface="Yu Mincho Demibold" pitchFamily="18" charset="-128"/>
              <a:ea typeface="Yu Mincho Demibold" pitchFamily="18" charset="-128"/>
            </a:endParaRPr>
          </a:p>
        </p:txBody>
      </p:sp>
      <p:cxnSp>
        <p:nvCxnSpPr>
          <p:cNvPr id="18" name="Прямая соединительная линия 17"/>
          <p:cNvCxnSpPr>
            <a:stCxn id="12" idx="0"/>
          </p:cNvCxnSpPr>
          <p:nvPr/>
        </p:nvCxnSpPr>
        <p:spPr>
          <a:xfrm flipH="1">
            <a:off x="5153660" y="2573655"/>
            <a:ext cx="635" cy="2493645"/>
          </a:xfrm>
          <a:prstGeom prst="line">
            <a:avLst/>
          </a:prstGeom>
          <a:ln w="4445">
            <a:solidFill>
              <a:srgbClr val="C5E6F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656965" y="3781425"/>
            <a:ext cx="2993390" cy="635"/>
          </a:xfrm>
          <a:prstGeom prst="line">
            <a:avLst/>
          </a:prstGeom>
          <a:ln w="4445">
            <a:solidFill>
              <a:srgbClr val="C5E6F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95"/>
            <a:ext cx="12192000" cy="685800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3" name="Заголовок 1"/>
          <p:cNvSpPr txBox="1"/>
          <p:nvPr/>
        </p:nvSpPr>
        <p:spPr>
          <a:xfrm>
            <a:off x="4123866" y="1316212"/>
            <a:ext cx="976684" cy="6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299720" y="340360"/>
            <a:ext cx="5007610" cy="650875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Cho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zilish qoidalari</a:t>
            </a:r>
            <a:endParaRPr lang="en-US" sz="4000" b="1" dirty="0"/>
          </a:p>
        </p:txBody>
      </p:sp>
      <p:sp>
        <p:nvSpPr>
          <p:cNvPr id="8" name="Rectangle: Rounded Corners 5"/>
          <p:cNvSpPr/>
          <p:nvPr/>
        </p:nvSpPr>
        <p:spPr>
          <a:xfrm>
            <a:off x="393065" y="1416685"/>
            <a:ext cx="7221220" cy="629920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r>
              <a:rPr lang="en-US" sz="4000" b="1" dirty="0"/>
              <a:t>Cho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ziq unlining yozilishi</a:t>
            </a:r>
            <a:endParaRPr lang="en-US" sz="4000" b="1" dirty="0"/>
          </a:p>
        </p:txBody>
      </p:sp>
      <p:cxnSp>
        <p:nvCxnSpPr>
          <p:cNvPr id="24" name="Прямая соединительная линия 14"/>
          <p:cNvCxnSpPr/>
          <p:nvPr/>
        </p:nvCxnSpPr>
        <p:spPr>
          <a:xfrm>
            <a:off x="3348355" y="3681730"/>
            <a:ext cx="1480185" cy="0"/>
          </a:xfrm>
          <a:prstGeom prst="line">
            <a:avLst/>
          </a:prstGeom>
          <a:ln w="4445">
            <a:solidFill>
              <a:srgbClr val="C5E6F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"/>
          <p:cNvSpPr txBox="1"/>
          <p:nvPr/>
        </p:nvSpPr>
        <p:spPr>
          <a:xfrm>
            <a:off x="838200" y="3068320"/>
            <a:ext cx="24860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4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コーヒー</a:t>
            </a:r>
            <a:endParaRPr lang="ja-JP" altLang="en-US" sz="4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29" name="TextBox 2"/>
          <p:cNvSpPr txBox="1"/>
          <p:nvPr/>
        </p:nvSpPr>
        <p:spPr>
          <a:xfrm>
            <a:off x="838200" y="4858385"/>
            <a:ext cx="24860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4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カード</a:t>
            </a:r>
            <a:endParaRPr lang="ja-JP" altLang="en-US" sz="4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pic>
        <p:nvPicPr>
          <p:cNvPr id="32" name="図形 31" descr="telegram-cloud-document-2-52359521876868199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2789555"/>
            <a:ext cx="2303145" cy="1325880"/>
          </a:xfrm>
          <a:prstGeom prst="rect">
            <a:avLst/>
          </a:prstGeom>
        </p:spPr>
      </p:pic>
      <p:pic>
        <p:nvPicPr>
          <p:cNvPr id="9" name="図形 8" descr="photo_0008-02-18 09.50.34-Photoroo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540" y="4537710"/>
            <a:ext cx="2303145" cy="1089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3"/>
          <p:cNvSpPr/>
          <p:nvPr/>
        </p:nvSpPr>
        <p:spPr>
          <a:xfrm>
            <a:off x="299085" y="447040"/>
            <a:ext cx="7972425" cy="1165860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1)SO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Z OXIRI-</a:t>
            </a:r>
            <a:r>
              <a:rPr lang="en-US" altLang="ja-JP" sz="4000" b="1" dirty="0">
                <a:solidFill>
                  <a:srgbClr val="FF0000"/>
                </a:solidFill>
              </a:rPr>
              <a:t>ER</a:t>
            </a:r>
            <a:r>
              <a:rPr lang="en-US" altLang="ja-JP" sz="4000" b="1" dirty="0"/>
              <a:t>,-</a:t>
            </a:r>
            <a:r>
              <a:rPr lang="en-US" altLang="ja-JP" sz="4000" b="1" dirty="0">
                <a:solidFill>
                  <a:srgbClr val="00B0F0"/>
                </a:solidFill>
                <a:sym typeface="+mn-ea"/>
              </a:rPr>
              <a:t>OR</a:t>
            </a:r>
            <a:r>
              <a:rPr lang="en-US" altLang="ja-JP" sz="4000" b="1" dirty="0">
                <a:sym typeface="+mn-ea"/>
              </a:rPr>
              <a:t>,-</a:t>
            </a:r>
            <a:r>
              <a:rPr lang="en-US" altLang="ja-JP" sz="4000" b="1" dirty="0">
                <a:solidFill>
                  <a:schemeClr val="accent4">
                    <a:lumMod val="75000"/>
                  </a:schemeClr>
                </a:solidFill>
                <a:sym typeface="+mn-ea"/>
              </a:rPr>
              <a:t>AR</a:t>
            </a:r>
            <a:r>
              <a:rPr lang="en-US" altLang="ja-JP" sz="4000" b="1" dirty="0">
                <a:sym typeface="+mn-ea"/>
              </a:rPr>
              <a:t>,-</a:t>
            </a:r>
            <a:r>
              <a:rPr lang="en-US" altLang="ja-JP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sym typeface="+mn-ea"/>
              </a:rPr>
              <a:t>Y</a:t>
            </a:r>
            <a:r>
              <a:rPr lang="en-US" altLang="ja-JP" sz="4000" b="1" dirty="0">
                <a:sym typeface="+mn-ea"/>
              </a:rPr>
              <a:t> BILAN TUGASA</a:t>
            </a:r>
            <a:endParaRPr lang="en-US" altLang="ja-JP" sz="4000" b="1" dirty="0">
              <a:sym typeface="+mn-ea"/>
            </a:endParaRPr>
          </a:p>
        </p:txBody>
      </p:sp>
      <p:sp>
        <p:nvSpPr>
          <p:cNvPr id="27" name="TextBox 2"/>
          <p:cNvSpPr txBox="1"/>
          <p:nvPr/>
        </p:nvSpPr>
        <p:spPr>
          <a:xfrm>
            <a:off x="494665" y="1931035"/>
            <a:ext cx="24409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ティーチャー</a:t>
            </a:r>
            <a:endParaRPr lang="en-US" altLang="ja-JP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3234690" y="1931035"/>
            <a:ext cx="18478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ドクター</a:t>
            </a:r>
            <a:endParaRPr lang="en-US" altLang="ja-JP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12" name="TextBox 2"/>
          <p:cNvSpPr txBox="1"/>
          <p:nvPr/>
        </p:nvSpPr>
        <p:spPr>
          <a:xfrm>
            <a:off x="5367655" y="1931035"/>
            <a:ext cx="12877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カー</a:t>
            </a:r>
            <a:endParaRPr lang="en-US" altLang="ja-JP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16" name="TextBox 2"/>
          <p:cNvSpPr txBox="1"/>
          <p:nvPr/>
        </p:nvSpPr>
        <p:spPr>
          <a:xfrm>
            <a:off x="6830060" y="1931035"/>
            <a:ext cx="2247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パーティー</a:t>
            </a:r>
            <a:endParaRPr lang="en-US" altLang="ja-JP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pic>
        <p:nvPicPr>
          <p:cNvPr id="17" name="図形 16" descr="photo_0008-02-17 23.55.33-Photor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15" y="2929255"/>
            <a:ext cx="1762125" cy="2324735"/>
          </a:xfrm>
          <a:prstGeom prst="rect">
            <a:avLst/>
          </a:prstGeom>
        </p:spPr>
      </p:pic>
      <p:pic>
        <p:nvPicPr>
          <p:cNvPr id="18" name="図形 17" descr="photo_0008-02-18 00.03.06-Photoroo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8610" y="2832735"/>
            <a:ext cx="1848485" cy="2324735"/>
          </a:xfrm>
          <a:prstGeom prst="rect">
            <a:avLst/>
          </a:prstGeom>
        </p:spPr>
      </p:pic>
      <p:pic>
        <p:nvPicPr>
          <p:cNvPr id="19" name="図形 18" descr="photo_0008-02-18 00.06.46-Photoroo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095" y="2832735"/>
            <a:ext cx="1692910" cy="23247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2615" y="5370195"/>
            <a:ext cx="2245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TEACH</a:t>
            </a:r>
            <a:r>
              <a:rPr lang="en-US" altLang="ja-JP" sz="32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ER</a:t>
            </a:r>
            <a:endParaRPr lang="en-US" altLang="ja-JP" sz="32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2935605" y="5370195"/>
            <a:ext cx="19926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DOCT</a:t>
            </a:r>
            <a:r>
              <a:rPr lang="en-US" altLang="ja-JP" sz="3200" b="1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OR</a:t>
            </a:r>
            <a:endParaRPr lang="en-US" altLang="ja-JP" sz="3200" b="1" dirty="0"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5276215" y="5370195"/>
            <a:ext cx="1113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C</a:t>
            </a:r>
            <a:r>
              <a:rPr lang="en-US" altLang="ja-JP" sz="32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AR</a:t>
            </a:r>
            <a:endParaRPr lang="en-US" altLang="ja-JP" sz="3200" b="1" dirty="0"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7239635" y="5370195"/>
            <a:ext cx="19926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PART</a:t>
            </a:r>
            <a:r>
              <a:rPr lang="en-US" altLang="ja-JP" sz="3200" b="1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Y</a:t>
            </a:r>
            <a:endParaRPr lang="en-US" altLang="ja-JP" sz="3200" b="1" dirty="0"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pic>
        <p:nvPicPr>
          <p:cNvPr id="8" name="図形 7" descr="photo_0008-02-20 12.34.11-Photoroo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2929255"/>
            <a:ext cx="2247265" cy="192976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181"/>
    </mc:Choice>
    <mc:Fallback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  <p:bldP spid="3" grpId="0"/>
      <p:bldP spid="5" grpId="0"/>
      <p:bldP spid="6" grpId="0"/>
      <p:bldP spid="7" grpId="0"/>
      <p:bldP spid="27" grpId="0"/>
      <p:bldP spid="2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3"/>
          <p:cNvSpPr/>
          <p:nvPr/>
        </p:nvSpPr>
        <p:spPr>
          <a:xfrm>
            <a:off x="299720" y="340360"/>
            <a:ext cx="7270750" cy="1088390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r>
              <a:rPr lang="en-US" sz="4000" b="1" dirty="0"/>
              <a:t>2)TALAFFUZDA -</a:t>
            </a:r>
            <a:r>
              <a:rPr lang="en-US" sz="4000" b="1" dirty="0">
                <a:solidFill>
                  <a:srgbClr val="00B0F0"/>
                </a:solidFill>
              </a:rPr>
              <a:t>EI</a:t>
            </a:r>
            <a:r>
              <a:rPr lang="en-US" sz="4000" b="1" dirty="0"/>
              <a:t>,-</a:t>
            </a:r>
            <a:r>
              <a:rPr lang="en-US" sz="4000" b="1" dirty="0">
                <a:solidFill>
                  <a:srgbClr val="00B050"/>
                </a:solidFill>
              </a:rPr>
              <a:t>OU</a:t>
            </a:r>
            <a:r>
              <a:rPr lang="en-US" sz="4000" b="1" dirty="0"/>
              <a:t> KABI TOVUSHLAR BO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LSA</a:t>
            </a:r>
            <a:endParaRPr lang="en-US" sz="4000" b="1" dirty="0"/>
          </a:p>
        </p:txBody>
      </p:sp>
      <p:sp>
        <p:nvSpPr>
          <p:cNvPr id="27" name="TextBox 2"/>
          <p:cNvSpPr txBox="1"/>
          <p:nvPr/>
        </p:nvSpPr>
        <p:spPr>
          <a:xfrm>
            <a:off x="1628140" y="2184400"/>
            <a:ext cx="203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スケ</a:t>
            </a:r>
            <a:r>
              <a:rPr lang="ja-JP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ート</a:t>
            </a:r>
            <a:endParaRPr lang="ja-JP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5952490" y="2184400"/>
            <a:ext cx="203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スト</a:t>
            </a:r>
            <a:r>
              <a:rPr lang="ja-JP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ーン</a:t>
            </a:r>
            <a:endParaRPr lang="ja-JP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pic>
        <p:nvPicPr>
          <p:cNvPr id="5" name="図形 4" descr="photo_0008-02-18 00.35.10-Photoro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140" y="3136900"/>
            <a:ext cx="1720850" cy="1699895"/>
          </a:xfrm>
          <a:prstGeom prst="rect">
            <a:avLst/>
          </a:prstGeom>
        </p:spPr>
      </p:pic>
      <p:pic>
        <p:nvPicPr>
          <p:cNvPr id="11" name="図形 10" descr="photo_0008-02-18 00.41.57-Photor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895" y="3136900"/>
            <a:ext cx="1899285" cy="1819275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6017895" y="5083175"/>
            <a:ext cx="203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   STONE</a:t>
            </a:r>
            <a:endParaRPr lang="en-US" altLang="ja-JP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55140" y="5083175"/>
            <a:ext cx="203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SKATE</a:t>
            </a:r>
            <a:endParaRPr lang="en-US" altLang="ja-JP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3"/>
          <p:cNvSpPr/>
          <p:nvPr/>
        </p:nvSpPr>
        <p:spPr>
          <a:xfrm>
            <a:off x="299720" y="372110"/>
            <a:ext cx="7915275" cy="1089025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3)SO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Z OXIRI -</a:t>
            </a:r>
            <a:r>
              <a:rPr lang="en-US" sz="4000" b="1" dirty="0">
                <a:solidFill>
                  <a:srgbClr val="00B0F0"/>
                </a:solidFill>
              </a:rPr>
              <a:t>RE</a:t>
            </a:r>
            <a:r>
              <a:rPr lang="en-US" sz="4000" b="1" dirty="0"/>
              <a:t> BILAN TUGASA(</a:t>
            </a:r>
            <a:r>
              <a:rPr lang="en-US" sz="4000" b="1" dirty="0">
                <a:solidFill>
                  <a:srgbClr val="FF0000"/>
                </a:solidFill>
              </a:rPr>
              <a:t>HAR DOIM EMAS!</a:t>
            </a:r>
            <a:r>
              <a:rPr lang="en-US" sz="4000" b="1" dirty="0"/>
              <a:t>)</a:t>
            </a:r>
            <a:endParaRPr lang="en-US" sz="4000" b="1" dirty="0"/>
          </a:p>
        </p:txBody>
      </p:sp>
      <p:pic>
        <p:nvPicPr>
          <p:cNvPr id="5" name="コンテンツプレースホルダ 4" descr="photo_0008-02-18 09.23.32-Photoroom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2625" y="3152775"/>
            <a:ext cx="2321560" cy="2121535"/>
          </a:xfrm>
          <a:prstGeom prst="rect">
            <a:avLst/>
          </a:prstGeom>
        </p:spPr>
      </p:pic>
      <p:sp>
        <p:nvSpPr>
          <p:cNvPr id="8" name="TextBox 2"/>
          <p:cNvSpPr txBox="1"/>
          <p:nvPr/>
        </p:nvSpPr>
        <p:spPr>
          <a:xfrm>
            <a:off x="682625" y="2252345"/>
            <a:ext cx="2083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センター</a:t>
            </a:r>
            <a:endParaRPr lang="en-US" sz="3200" b="1" dirty="0"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3541395" y="2252345"/>
            <a:ext cx="2083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　</a:t>
            </a:r>
            <a:r>
              <a:rPr 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シアター</a:t>
            </a:r>
            <a:endParaRPr lang="en-US" sz="3200" b="1" dirty="0"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6400165" y="2252345"/>
            <a:ext cx="23209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　リットル</a:t>
            </a:r>
            <a:endParaRPr lang="ja-JP" altLang="en-US" sz="3200" b="1" dirty="0"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pic>
        <p:nvPicPr>
          <p:cNvPr id="14" name="図形 13" descr="photo_0008-02-18 09.33.39-Photor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3152775"/>
            <a:ext cx="2320290" cy="17964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8040" y="5274310"/>
            <a:ext cx="203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CENT</a:t>
            </a:r>
            <a:r>
              <a:rPr lang="en-US" altLang="ja-JP" sz="3200" b="1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RE</a:t>
            </a:r>
            <a:endParaRPr lang="en-US" altLang="ja-JP" sz="3200" b="1" dirty="0"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3884930" y="5274310"/>
            <a:ext cx="203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THEAT</a:t>
            </a:r>
            <a:r>
              <a:rPr lang="en-US" altLang="ja-JP" sz="3200" b="1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RE</a:t>
            </a:r>
            <a:endParaRPr lang="en-US" altLang="ja-JP" sz="3200" b="1" dirty="0"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15" name="TextBox 2"/>
          <p:cNvSpPr txBox="1"/>
          <p:nvPr/>
        </p:nvSpPr>
        <p:spPr>
          <a:xfrm>
            <a:off x="6795135" y="5274310"/>
            <a:ext cx="2030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  LIT</a:t>
            </a:r>
            <a:r>
              <a:rPr lang="en-US" altLang="ja-JP" sz="3200" b="1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UD デジタル 教科書体 N" pitchFamily="17" charset="-128"/>
                <a:ea typeface="UD デジタル 教科書体 N" pitchFamily="17" charset="-128"/>
              </a:rPr>
              <a:t>RE</a:t>
            </a:r>
            <a:endParaRPr lang="en-US" altLang="ja-JP" sz="3200" b="1" dirty="0"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pic>
        <p:nvPicPr>
          <p:cNvPr id="16" name="図形 15" descr="photo_0008-02-20 12.54.02-Photoroo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820" y="3230245"/>
            <a:ext cx="1946275" cy="17303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181"/>
    </mc:Choice>
    <mc:Fallback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3" grpId="0"/>
      <p:bldP spid="7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299720" y="365125"/>
            <a:ext cx="8391525" cy="1089025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4)QO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SHMA SO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Z BO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LSA HAM QOIDA O</a:t>
            </a:r>
            <a:r>
              <a:rPr lang="en-US" sz="4000" b="1" dirty="0">
                <a:sym typeface="+mn-ea"/>
              </a:rPr>
              <a:t>‘</a:t>
            </a:r>
            <a:r>
              <a:rPr lang="en-US" sz="4000" b="1" dirty="0"/>
              <a:t>ZGARMAYDI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918970"/>
            <a:ext cx="37826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スーパーマーケット</a:t>
            </a:r>
            <a:endParaRPr lang="en-US" sz="3200" b="1" dirty="0"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5977890" y="1985645"/>
            <a:ext cx="24923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チーズケーキ</a:t>
            </a:r>
            <a:endParaRPr lang="en-US" sz="3200" b="1" dirty="0"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pic>
        <p:nvPicPr>
          <p:cNvPr id="6" name="図形 5" descr="photo_0008-02-18 09.42.37-Photoro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165" y="2636520"/>
            <a:ext cx="3331210" cy="2148205"/>
          </a:xfrm>
          <a:prstGeom prst="rect">
            <a:avLst/>
          </a:prstGeom>
        </p:spPr>
      </p:pic>
      <p:pic>
        <p:nvPicPr>
          <p:cNvPr id="7" name="図形 6" descr="photo_0008-02-18 09.42.35-Photor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59405"/>
            <a:ext cx="3782695" cy="1925320"/>
          </a:xfrm>
          <a:prstGeom prst="rect">
            <a:avLst/>
          </a:prstGeom>
        </p:spPr>
      </p:pic>
      <p:sp>
        <p:nvSpPr>
          <p:cNvPr id="10" name="TextBox 2"/>
          <p:cNvSpPr txBox="1"/>
          <p:nvPr/>
        </p:nvSpPr>
        <p:spPr>
          <a:xfrm>
            <a:off x="838200" y="5046980"/>
            <a:ext cx="37826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  SUP</a:t>
            </a:r>
            <a:r>
              <a:rPr lang="en-US" sz="3200" b="1" dirty="0">
                <a:solidFill>
                  <a:srgbClr val="FF0000"/>
                </a:solidFill>
                <a:latin typeface="UD デジタル 教科書体 N" pitchFamily="17" charset="-128"/>
                <a:ea typeface="UD デジタル 教科書体 N" pitchFamily="17" charset="-128"/>
              </a:rPr>
              <a:t>ER</a:t>
            </a:r>
            <a:r>
              <a:rPr 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M</a:t>
            </a: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UD デジタル 教科書体 N" pitchFamily="17" charset="-128"/>
                <a:ea typeface="UD デジタル 教科書体 N" pitchFamily="17" charset="-128"/>
              </a:rPr>
              <a:t>AR</a:t>
            </a:r>
            <a:r>
              <a:rPr 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KET</a:t>
            </a:r>
            <a:endParaRPr lang="en-US" sz="3200" b="1" dirty="0"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5849620" y="5046980"/>
            <a:ext cx="33312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UD デジタル 教科書体 N" pitchFamily="17" charset="-128"/>
                <a:ea typeface="UD デジタル 教科書体 N" pitchFamily="17" charset="-128"/>
              </a:rPr>
              <a:t>CHEESECAKE</a:t>
            </a:r>
            <a:endParaRPr lang="en-US" sz="3200" b="1" dirty="0">
              <a:latin typeface="UD デジタル 教科書体 N" pitchFamily="17" charset="-128"/>
              <a:ea typeface="UD デジタル 教科書体 N" pitchFamily="1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/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346960" y="375920"/>
            <a:ext cx="5765165" cy="7562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UMUMLASHTIRAMIZ</a:t>
            </a:r>
            <a:endParaRPr lang="en-US" sz="4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Прямоугольник 6"/>
          <p:cNvSpPr/>
          <p:nvPr/>
        </p:nvSpPr>
        <p:spPr>
          <a:xfrm>
            <a:off x="525081" y="1602352"/>
            <a:ext cx="4171779" cy="17487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ea typeface="UD Digi Kyokasho N" pitchFamily="17" charset="-128"/>
                <a:sym typeface="+mn-ea"/>
              </a:rPr>
              <a:t>UNLI TOVUSHLARNING CHO</a:t>
            </a:r>
            <a:r>
              <a:rPr lang="en-US" sz="2800" b="1" dirty="0">
                <a:sym typeface="+mn-ea"/>
              </a:rPr>
              <a:t>‘</a:t>
            </a:r>
            <a:r>
              <a:rPr lang="en-US" altLang="ja-JP" sz="2800" b="1" dirty="0">
                <a:ea typeface="UD Digi Kyokasho N" pitchFamily="17" charset="-128"/>
                <a:sym typeface="+mn-ea"/>
              </a:rPr>
              <a:t>ZILISH QOIDASI   </a:t>
            </a:r>
            <a:endParaRPr lang="ru-RU" altLang="ja-JP" sz="2800" b="1" dirty="0">
              <a:solidFill>
                <a:srgbClr val="7030A0"/>
              </a:solidFill>
              <a:ea typeface="UD Digi Kyokasho N" pitchFamily="17" charset="-128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25081" y="3807502"/>
            <a:ext cx="4171779" cy="2274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図形 8" descr="photo_0008-02-18 09.42.37-Photor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495" y="5354955"/>
            <a:ext cx="547370" cy="495300"/>
          </a:xfrm>
          <a:prstGeom prst="rect">
            <a:avLst/>
          </a:prstGeom>
        </p:spPr>
      </p:pic>
      <p:pic>
        <p:nvPicPr>
          <p:cNvPr id="32" name="図形 31" descr="telegram-cloud-document-2-52359521876868199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994150"/>
            <a:ext cx="838200" cy="454660"/>
          </a:xfrm>
          <a:prstGeom prst="rect">
            <a:avLst/>
          </a:prstGeom>
        </p:spPr>
      </p:pic>
      <p:pic>
        <p:nvPicPr>
          <p:cNvPr id="12" name="図形 11" descr="photo_0008-02-18 09.50.34-Photoroo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0850" y="3994150"/>
            <a:ext cx="838200" cy="454660"/>
          </a:xfrm>
          <a:prstGeom prst="rect">
            <a:avLst/>
          </a:prstGeom>
        </p:spPr>
      </p:pic>
      <p:pic>
        <p:nvPicPr>
          <p:cNvPr id="13" name="図形 12" descr="photo_0008-02-17 23.55.33-Photoroo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3050" y="3994150"/>
            <a:ext cx="461645" cy="454660"/>
          </a:xfrm>
          <a:prstGeom prst="rect">
            <a:avLst/>
          </a:prstGeom>
        </p:spPr>
      </p:pic>
      <p:pic>
        <p:nvPicPr>
          <p:cNvPr id="14" name="図形 13" descr="photo_0008-02-18 00.03.06-Photoroo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1730" y="3994785"/>
            <a:ext cx="548005" cy="454025"/>
          </a:xfrm>
          <a:prstGeom prst="rect">
            <a:avLst/>
          </a:prstGeom>
        </p:spPr>
      </p:pic>
      <p:pic>
        <p:nvPicPr>
          <p:cNvPr id="22" name="図形 21" descr="photo_0008-02-18 00.06.46-Photoroo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065" y="4659630"/>
            <a:ext cx="548005" cy="550545"/>
          </a:xfrm>
          <a:prstGeom prst="rect">
            <a:avLst/>
          </a:prstGeom>
        </p:spPr>
      </p:pic>
      <p:pic>
        <p:nvPicPr>
          <p:cNvPr id="24" name="図形 23" descr="photo_0008-02-18 00.35.10-Photoroo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3050" y="4648200"/>
            <a:ext cx="626110" cy="549910"/>
          </a:xfrm>
          <a:prstGeom prst="rect">
            <a:avLst/>
          </a:prstGeom>
        </p:spPr>
      </p:pic>
      <p:pic>
        <p:nvPicPr>
          <p:cNvPr id="25" name="図形 24" descr="photo_0008-02-18 00.41.57-Photoroo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9675" y="4681855"/>
            <a:ext cx="548005" cy="550545"/>
          </a:xfrm>
          <a:prstGeom prst="rect">
            <a:avLst/>
          </a:prstGeom>
        </p:spPr>
      </p:pic>
      <p:pic>
        <p:nvPicPr>
          <p:cNvPr id="27" name="コンテンツプレースホルダ 4" descr="photo_0008-02-18 09.23.32-Photoroo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755" y="5354955"/>
            <a:ext cx="548005" cy="550545"/>
          </a:xfrm>
          <a:prstGeom prst="rect">
            <a:avLst/>
          </a:prstGeom>
        </p:spPr>
      </p:pic>
      <p:pic>
        <p:nvPicPr>
          <p:cNvPr id="28" name="図形 27" descr="photo_0008-02-18 09.23.28-Photoroom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6850" y="5438775"/>
            <a:ext cx="814070" cy="405765"/>
          </a:xfrm>
          <a:prstGeom prst="rect">
            <a:avLst/>
          </a:prstGeom>
        </p:spPr>
      </p:pic>
      <p:pic>
        <p:nvPicPr>
          <p:cNvPr id="29" name="図形 28" descr="photo_0008-02-18 09.33.39-Photoroom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36190" y="5397500"/>
            <a:ext cx="461645" cy="453390"/>
          </a:xfrm>
          <a:prstGeom prst="rect">
            <a:avLst/>
          </a:prstGeom>
        </p:spPr>
      </p:pic>
      <p:pic>
        <p:nvPicPr>
          <p:cNvPr id="30" name="図形 29" descr="photo_0008-02-18 09.42.35-Photoroom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22930" y="5397500"/>
            <a:ext cx="548005" cy="406400"/>
          </a:xfrm>
          <a:prstGeom prst="rect">
            <a:avLst/>
          </a:prstGeom>
        </p:spPr>
      </p:pic>
      <p:sp>
        <p:nvSpPr>
          <p:cNvPr id="35" name="Rectangle 19"/>
          <p:cNvSpPr/>
          <p:nvPr/>
        </p:nvSpPr>
        <p:spPr>
          <a:xfrm>
            <a:off x="5220970" y="2040890"/>
            <a:ext cx="3550285" cy="75565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CHO</a:t>
            </a:r>
            <a:r>
              <a:rPr lang="en-US" sz="2000" b="1" dirty="0">
                <a:sym typeface="+mn-ea"/>
              </a:rPr>
              <a:t>‘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ZILISHNING 4 QOIDASI</a:t>
            </a:r>
            <a:endParaRPr lang="en-US" sz="2000" b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6" name="Rectangle 19"/>
          <p:cNvSpPr/>
          <p:nvPr/>
        </p:nvSpPr>
        <p:spPr>
          <a:xfrm>
            <a:off x="5221605" y="4448810"/>
            <a:ext cx="3549650" cy="8096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YANGI SO</a:t>
            </a:r>
            <a:r>
              <a:rPr lang="en-US" sz="2000" b="1" dirty="0">
                <a:sym typeface="+mn-ea"/>
              </a:rPr>
              <a:t>‘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ZLAR</a:t>
            </a: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endParaRPr lang="en-US" sz="3200" b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15" name="図形 14" descr="photo_0008-02-20 12.34.11-Photoroom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0215" y="4647565"/>
            <a:ext cx="814070" cy="550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626"/>
    </mc:Choice>
    <mc:Fallback>
      <p:transition spd="slow" advTm="53626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/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ea typeface="Calibri" pitchFamily="34" charset="0"/>
                <a:cs typeface="Calibri" pitchFamily="34" charset="0"/>
              </a:rPr>
              <a:t>NIHONGO NO MICHI</a:t>
            </a:r>
            <a:endParaRPr lang="en-US" altLang="ja-JP" sz="4400" b="1" dirty="0"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ja-JP" altLang="en-US" sz="4400" b="1" dirty="0">
                <a:ea typeface="UD Digi Kyokasho N" pitchFamily="17" charset="-128"/>
                <a:cs typeface="Calibri" pitchFamily="34" charset="0"/>
              </a:rPr>
              <a:t>日本語の道</a:t>
            </a:r>
            <a:endParaRPr lang="en-US" sz="4400" b="1" dirty="0">
              <a:ea typeface="UD Digi Kyokasho N" pitchFamily="17" charset="-128"/>
              <a:cs typeface="Calibr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197"/>
    </mc:Choice>
    <mc:Fallback>
      <p:transition spd="slow" advTm="36197"/>
    </mc:Fallback>
  </mc:AlternateContent>
</p:sld>
</file>

<file path=ppt/tags/tag1.xml><?xml version="1.0" encoding="utf-8"?>
<p:tagLst xmlns:p="http://schemas.openxmlformats.org/presentationml/2006/main">
  <p:tag name="TIMING" val="|6.7|8.2"/>
</p:tagLst>
</file>

<file path=ppt/tags/tag2.xml><?xml version="1.0" encoding="utf-8"?>
<p:tagLst xmlns:p="http://schemas.openxmlformats.org/presentationml/2006/main">
  <p:tag name="TIMING" val="|6.7|8.2"/>
</p:tagLst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WPS Writer</Application>
  <PresentationFormat>Широкоэкранный</PresentationFormat>
  <Paragraphs>81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2" baseType="lpstr">
      <vt:lpstr>Arial</vt:lpstr>
      <vt:lpstr>MS PGothic</vt:lpstr>
      <vt:lpstr>Wingdings</vt:lpstr>
      <vt:lpstr>UD Digi Kyokasho N</vt:lpstr>
      <vt:lpstr>Geeza Pro</vt:lpstr>
      <vt:lpstr>Yu Mincho Demibold</vt:lpstr>
      <vt:lpstr>Times New Roman</vt:lpstr>
      <vt:lpstr>UD デジタル 教科書体 N</vt:lpstr>
      <vt:lpstr>Apple SD Gothic Neo</vt:lpstr>
      <vt:lpstr>Calibri</vt:lpstr>
      <vt:lpstr>Helvetica Neue</vt:lpstr>
      <vt:lpstr>Calibri Light</vt:lpstr>
      <vt:lpstr>游ゴシック Light</vt:lpstr>
      <vt:lpstr>苹方-简</vt:lpstr>
      <vt:lpstr>MS PGothic</vt:lpstr>
      <vt:lpstr>游ゴシック</vt:lpstr>
      <vt:lpstr>Microsoft YaHei</vt:lpstr>
      <vt:lpstr>汉仪旗黑</vt:lpstr>
      <vt:lpstr>Arial Unicode MS</vt:lpstr>
      <vt:lpstr>MS PGothic</vt:lpstr>
      <vt:lpstr>SimSun</vt:lpstr>
      <vt:lpstr>宋体-简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ﾅ</dc:title>
  <dc:creator>shaxboz2027@gmail.com</dc:creator>
  <cp:lastModifiedBy>WPS_1709261976</cp:lastModifiedBy>
  <cp:revision>98</cp:revision>
  <dcterms:created xsi:type="dcterms:W3CDTF">2026-02-22T11:07:53Z</dcterms:created>
  <dcterms:modified xsi:type="dcterms:W3CDTF">2026-02-22T11:07:53Z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1041-4.9.2.7909</vt:lpwstr>
  </property>
  <property fmtid="{D5CDD505-2E9C-101B-9397-08002B2CF9AE}" pid="3" name="ICV">
    <vt:lpwstr>D1B7A7B3FBF82003344A9569DA267C98_32</vt:lpwstr>
  </property>
</Properties>
</file>