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79" r:id="rId4"/>
    <p:sldId id="285" r:id="rId5"/>
    <p:sldId id="282" r:id="rId6"/>
    <p:sldId id="280" r:id="rId7"/>
    <p:sldId id="284" r:id="rId8"/>
    <p:sldId id="278" r:id="rId9"/>
    <p:sldId id="281" r:id="rId10"/>
    <p:sldId id="286" r:id="rId11"/>
    <p:sldId id="277" r:id="rId12"/>
    <p:sldId id="288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9482"/>
    <a:srgbClr val="FFFF66"/>
    <a:srgbClr val="FF9966"/>
    <a:srgbClr val="70AD47"/>
    <a:srgbClr val="F6C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43" autoAdjust="0"/>
    <p:restoredTop sz="94660"/>
  </p:normalViewPr>
  <p:slideViewPr>
    <p:cSldViewPr snapToGrid="0">
      <p:cViewPr varScale="1">
        <p:scale>
          <a:sx n="74" d="100"/>
          <a:sy n="74" d="100"/>
        </p:scale>
        <p:origin x="4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A9F3CA-2769-4AFA-94EB-287201B9F2C3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ru-RU"/>
        </a:p>
      </dgm:t>
    </dgm:pt>
    <dgm:pt modelId="{5037A2AE-E2D8-43A9-A173-A4EFC55D5126}">
      <dgm:prSet phldrT="[Текст]" phldr="1"/>
      <dgm:spPr/>
      <dgm:t>
        <a:bodyPr/>
        <a:lstStyle/>
        <a:p>
          <a:endParaRPr lang="ru-RU"/>
        </a:p>
      </dgm:t>
    </dgm:pt>
    <dgm:pt modelId="{2EC5FF4E-C791-4EF2-9646-30BC00320BAB}" type="parTrans" cxnId="{46D65CF8-BFBF-4F5B-94DB-A236E7EDD4A1}">
      <dgm:prSet/>
      <dgm:spPr/>
      <dgm:t>
        <a:bodyPr/>
        <a:lstStyle/>
        <a:p>
          <a:endParaRPr lang="ru-RU"/>
        </a:p>
      </dgm:t>
    </dgm:pt>
    <dgm:pt modelId="{09E67D74-5AF3-4A35-A8D8-589373171C3C}" type="sibTrans" cxnId="{46D65CF8-BFBF-4F5B-94DB-A236E7EDD4A1}">
      <dgm:prSet/>
      <dgm:spPr/>
      <dgm:t>
        <a:bodyPr/>
        <a:lstStyle/>
        <a:p>
          <a:endParaRPr lang="ru-RU"/>
        </a:p>
      </dgm:t>
    </dgm:pt>
    <dgm:pt modelId="{DA26B7A0-DDDA-4AE9-B154-2312908A21F4}">
      <dgm:prSet phldrT="[Текст]" phldr="1"/>
      <dgm:spPr/>
      <dgm:t>
        <a:bodyPr/>
        <a:lstStyle/>
        <a:p>
          <a:endParaRPr lang="ru-RU"/>
        </a:p>
      </dgm:t>
    </dgm:pt>
    <dgm:pt modelId="{920F9D17-8BB3-40FC-8063-A02A7335DB64}" type="parTrans" cxnId="{6227C500-95A8-419E-9B11-F204D8644E27}">
      <dgm:prSet/>
      <dgm:spPr/>
      <dgm:t>
        <a:bodyPr/>
        <a:lstStyle/>
        <a:p>
          <a:endParaRPr lang="ru-RU"/>
        </a:p>
      </dgm:t>
    </dgm:pt>
    <dgm:pt modelId="{89129D73-EFE3-4249-A7D6-E7F251F7FDBD}" type="sibTrans" cxnId="{6227C500-95A8-419E-9B11-F204D8644E27}">
      <dgm:prSet/>
      <dgm:spPr/>
      <dgm:t>
        <a:bodyPr/>
        <a:lstStyle/>
        <a:p>
          <a:endParaRPr lang="ru-RU"/>
        </a:p>
      </dgm:t>
    </dgm:pt>
    <dgm:pt modelId="{82045F8E-7B49-4C3F-9C34-3B4A75A0895B}">
      <dgm:prSet phldrT="[Текст]" phldr="1"/>
      <dgm:spPr/>
      <dgm:t>
        <a:bodyPr/>
        <a:lstStyle/>
        <a:p>
          <a:endParaRPr lang="ru-RU"/>
        </a:p>
      </dgm:t>
    </dgm:pt>
    <dgm:pt modelId="{8EA9F104-BA3D-4B34-8C4C-225A67502001}" type="parTrans" cxnId="{D021D65C-8A52-4D03-BEDA-0080E8654474}">
      <dgm:prSet/>
      <dgm:spPr/>
      <dgm:t>
        <a:bodyPr/>
        <a:lstStyle/>
        <a:p>
          <a:endParaRPr lang="ru-RU"/>
        </a:p>
      </dgm:t>
    </dgm:pt>
    <dgm:pt modelId="{4995D1B3-8431-4174-AE06-31AFFCABAA59}" type="sibTrans" cxnId="{D021D65C-8A52-4D03-BEDA-0080E8654474}">
      <dgm:prSet/>
      <dgm:spPr/>
      <dgm:t>
        <a:bodyPr/>
        <a:lstStyle/>
        <a:p>
          <a:endParaRPr lang="ru-RU"/>
        </a:p>
      </dgm:t>
    </dgm:pt>
    <dgm:pt modelId="{CC914FA3-1A11-44F7-8F56-9CED9DBD2856}" type="pres">
      <dgm:prSet presAssocID="{1EA9F3CA-2769-4AFA-94EB-287201B9F2C3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464CC5B-A93A-4BA5-9ACF-B6E41E37FC8C}" type="pres">
      <dgm:prSet presAssocID="{5037A2AE-E2D8-43A9-A173-A4EFC55D5126}" presName="parentLin" presStyleCnt="0"/>
      <dgm:spPr/>
    </dgm:pt>
    <dgm:pt modelId="{18241D02-CA49-43F0-BCA2-28090FD813DA}" type="pres">
      <dgm:prSet presAssocID="{5037A2AE-E2D8-43A9-A173-A4EFC55D5126}" presName="parentLeftMargin" presStyleLbl="node1" presStyleIdx="0" presStyleCnt="3"/>
      <dgm:spPr/>
      <dgm:t>
        <a:bodyPr/>
        <a:lstStyle/>
        <a:p>
          <a:endParaRPr lang="ru-RU"/>
        </a:p>
      </dgm:t>
    </dgm:pt>
    <dgm:pt modelId="{ED715189-FFC5-4A9D-844A-C5D7CECCC1F7}" type="pres">
      <dgm:prSet presAssocID="{5037A2AE-E2D8-43A9-A173-A4EFC55D5126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9075B03-AA80-4CFC-B8BA-25FD9CD862F1}" type="pres">
      <dgm:prSet presAssocID="{5037A2AE-E2D8-43A9-A173-A4EFC55D5126}" presName="negativeSpace" presStyleCnt="0"/>
      <dgm:spPr/>
    </dgm:pt>
    <dgm:pt modelId="{9C2CAF39-3E3F-4773-BB42-DF0631F2779D}" type="pres">
      <dgm:prSet presAssocID="{5037A2AE-E2D8-43A9-A173-A4EFC55D5126}" presName="childText" presStyleLbl="conFgAcc1" presStyleIdx="0" presStyleCnt="3">
        <dgm:presLayoutVars>
          <dgm:bulletEnabled val="1"/>
        </dgm:presLayoutVars>
      </dgm:prSet>
      <dgm:spPr/>
    </dgm:pt>
    <dgm:pt modelId="{88F18172-B8FE-40AE-A05B-18C20735A8D3}" type="pres">
      <dgm:prSet presAssocID="{09E67D74-5AF3-4A35-A8D8-589373171C3C}" presName="spaceBetweenRectangles" presStyleCnt="0"/>
      <dgm:spPr/>
    </dgm:pt>
    <dgm:pt modelId="{A1895881-E0D2-4A83-8948-91D3003B9F62}" type="pres">
      <dgm:prSet presAssocID="{DA26B7A0-DDDA-4AE9-B154-2312908A21F4}" presName="parentLin" presStyleCnt="0"/>
      <dgm:spPr/>
    </dgm:pt>
    <dgm:pt modelId="{C9B15F00-44E9-4B41-9ED1-B5730B7449B3}" type="pres">
      <dgm:prSet presAssocID="{DA26B7A0-DDDA-4AE9-B154-2312908A21F4}" presName="parentLeftMargin" presStyleLbl="node1" presStyleIdx="0" presStyleCnt="3"/>
      <dgm:spPr/>
      <dgm:t>
        <a:bodyPr/>
        <a:lstStyle/>
        <a:p>
          <a:endParaRPr lang="ru-RU"/>
        </a:p>
      </dgm:t>
    </dgm:pt>
    <dgm:pt modelId="{5842CC0C-2640-4026-8FFF-34A37A35D9D2}" type="pres">
      <dgm:prSet presAssocID="{DA26B7A0-DDDA-4AE9-B154-2312908A21F4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1E10EAD-BFA2-4DB8-AF00-32F9B9610466}" type="pres">
      <dgm:prSet presAssocID="{DA26B7A0-DDDA-4AE9-B154-2312908A21F4}" presName="negativeSpace" presStyleCnt="0"/>
      <dgm:spPr/>
    </dgm:pt>
    <dgm:pt modelId="{382B28C7-6C81-4202-A2DF-7AD2DEF069E7}" type="pres">
      <dgm:prSet presAssocID="{DA26B7A0-DDDA-4AE9-B154-2312908A21F4}" presName="childText" presStyleLbl="conFgAcc1" presStyleIdx="1" presStyleCnt="3">
        <dgm:presLayoutVars>
          <dgm:bulletEnabled val="1"/>
        </dgm:presLayoutVars>
      </dgm:prSet>
      <dgm:spPr/>
    </dgm:pt>
    <dgm:pt modelId="{71420350-8FB8-4978-BBCA-79DE85BF616A}" type="pres">
      <dgm:prSet presAssocID="{89129D73-EFE3-4249-A7D6-E7F251F7FDBD}" presName="spaceBetweenRectangles" presStyleCnt="0"/>
      <dgm:spPr/>
    </dgm:pt>
    <dgm:pt modelId="{202BD818-9BD1-482A-B6AB-F2076AA17C56}" type="pres">
      <dgm:prSet presAssocID="{82045F8E-7B49-4C3F-9C34-3B4A75A0895B}" presName="parentLin" presStyleCnt="0"/>
      <dgm:spPr/>
    </dgm:pt>
    <dgm:pt modelId="{A24B50FB-FE54-4FFA-B4BC-A6E766369AC3}" type="pres">
      <dgm:prSet presAssocID="{82045F8E-7B49-4C3F-9C34-3B4A75A0895B}" presName="parentLeftMargin" presStyleLbl="node1" presStyleIdx="1" presStyleCnt="3"/>
      <dgm:spPr/>
      <dgm:t>
        <a:bodyPr/>
        <a:lstStyle/>
        <a:p>
          <a:endParaRPr lang="ru-RU"/>
        </a:p>
      </dgm:t>
    </dgm:pt>
    <dgm:pt modelId="{0A5C6528-5ECF-46AF-A0ED-6D8EE22CC2A4}" type="pres">
      <dgm:prSet presAssocID="{82045F8E-7B49-4C3F-9C34-3B4A75A0895B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D979E40-6E6A-4462-B542-0A3152F07A68}" type="pres">
      <dgm:prSet presAssocID="{82045F8E-7B49-4C3F-9C34-3B4A75A0895B}" presName="negativeSpace" presStyleCnt="0"/>
      <dgm:spPr/>
    </dgm:pt>
    <dgm:pt modelId="{2A726C37-0BFA-42F9-9C9E-E99B2341DAAF}" type="pres">
      <dgm:prSet presAssocID="{82045F8E-7B49-4C3F-9C34-3B4A75A0895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F02D266-ED6F-488B-9A17-55DAAD6E4413}" type="presOf" srcId="{DA26B7A0-DDDA-4AE9-B154-2312908A21F4}" destId="{5842CC0C-2640-4026-8FFF-34A37A35D9D2}" srcOrd="1" destOrd="0" presId="urn:microsoft.com/office/officeart/2005/8/layout/list1"/>
    <dgm:cxn modelId="{6227C500-95A8-419E-9B11-F204D8644E27}" srcId="{1EA9F3CA-2769-4AFA-94EB-287201B9F2C3}" destId="{DA26B7A0-DDDA-4AE9-B154-2312908A21F4}" srcOrd="1" destOrd="0" parTransId="{920F9D17-8BB3-40FC-8063-A02A7335DB64}" sibTransId="{89129D73-EFE3-4249-A7D6-E7F251F7FDBD}"/>
    <dgm:cxn modelId="{46D65CF8-BFBF-4F5B-94DB-A236E7EDD4A1}" srcId="{1EA9F3CA-2769-4AFA-94EB-287201B9F2C3}" destId="{5037A2AE-E2D8-43A9-A173-A4EFC55D5126}" srcOrd="0" destOrd="0" parTransId="{2EC5FF4E-C791-4EF2-9646-30BC00320BAB}" sibTransId="{09E67D74-5AF3-4A35-A8D8-589373171C3C}"/>
    <dgm:cxn modelId="{7544325D-FFD7-4D3C-9FCC-F60F3AC63E4B}" type="presOf" srcId="{5037A2AE-E2D8-43A9-A173-A4EFC55D5126}" destId="{ED715189-FFC5-4A9D-844A-C5D7CECCC1F7}" srcOrd="1" destOrd="0" presId="urn:microsoft.com/office/officeart/2005/8/layout/list1"/>
    <dgm:cxn modelId="{52F9F250-08E1-462E-8142-00A6A4C56D1E}" type="presOf" srcId="{82045F8E-7B49-4C3F-9C34-3B4A75A0895B}" destId="{0A5C6528-5ECF-46AF-A0ED-6D8EE22CC2A4}" srcOrd="1" destOrd="0" presId="urn:microsoft.com/office/officeart/2005/8/layout/list1"/>
    <dgm:cxn modelId="{D021D65C-8A52-4D03-BEDA-0080E8654474}" srcId="{1EA9F3CA-2769-4AFA-94EB-287201B9F2C3}" destId="{82045F8E-7B49-4C3F-9C34-3B4A75A0895B}" srcOrd="2" destOrd="0" parTransId="{8EA9F104-BA3D-4B34-8C4C-225A67502001}" sibTransId="{4995D1B3-8431-4174-AE06-31AFFCABAA59}"/>
    <dgm:cxn modelId="{25BC858B-EE40-491D-B027-9D51CABD16A1}" type="presOf" srcId="{1EA9F3CA-2769-4AFA-94EB-287201B9F2C3}" destId="{CC914FA3-1A11-44F7-8F56-9CED9DBD2856}" srcOrd="0" destOrd="0" presId="urn:microsoft.com/office/officeart/2005/8/layout/list1"/>
    <dgm:cxn modelId="{6A0820B5-7451-4E4A-9D70-2A5F71EB42B8}" type="presOf" srcId="{DA26B7A0-DDDA-4AE9-B154-2312908A21F4}" destId="{C9B15F00-44E9-4B41-9ED1-B5730B7449B3}" srcOrd="0" destOrd="0" presId="urn:microsoft.com/office/officeart/2005/8/layout/list1"/>
    <dgm:cxn modelId="{BC667EDD-651C-414C-A685-4119971ED0A1}" type="presOf" srcId="{82045F8E-7B49-4C3F-9C34-3B4A75A0895B}" destId="{A24B50FB-FE54-4FFA-B4BC-A6E766369AC3}" srcOrd="0" destOrd="0" presId="urn:microsoft.com/office/officeart/2005/8/layout/list1"/>
    <dgm:cxn modelId="{CF738C8D-E7A8-49B6-AE4E-D1463CDE6995}" type="presOf" srcId="{5037A2AE-E2D8-43A9-A173-A4EFC55D5126}" destId="{18241D02-CA49-43F0-BCA2-28090FD813DA}" srcOrd="0" destOrd="0" presId="urn:microsoft.com/office/officeart/2005/8/layout/list1"/>
    <dgm:cxn modelId="{6D3A314C-0223-4FB0-8F84-B7143452EB0C}" type="presParOf" srcId="{CC914FA3-1A11-44F7-8F56-9CED9DBD2856}" destId="{3464CC5B-A93A-4BA5-9ACF-B6E41E37FC8C}" srcOrd="0" destOrd="0" presId="urn:microsoft.com/office/officeart/2005/8/layout/list1"/>
    <dgm:cxn modelId="{E5ECC63A-8C42-43C8-9871-AC6EA678E213}" type="presParOf" srcId="{3464CC5B-A93A-4BA5-9ACF-B6E41E37FC8C}" destId="{18241D02-CA49-43F0-BCA2-28090FD813DA}" srcOrd="0" destOrd="0" presId="urn:microsoft.com/office/officeart/2005/8/layout/list1"/>
    <dgm:cxn modelId="{4AFDEB6A-F902-4520-AFF7-4CB06299C7E7}" type="presParOf" srcId="{3464CC5B-A93A-4BA5-9ACF-B6E41E37FC8C}" destId="{ED715189-FFC5-4A9D-844A-C5D7CECCC1F7}" srcOrd="1" destOrd="0" presId="urn:microsoft.com/office/officeart/2005/8/layout/list1"/>
    <dgm:cxn modelId="{33056C38-9185-4396-A893-ADBA51168C26}" type="presParOf" srcId="{CC914FA3-1A11-44F7-8F56-9CED9DBD2856}" destId="{F9075B03-AA80-4CFC-B8BA-25FD9CD862F1}" srcOrd="1" destOrd="0" presId="urn:microsoft.com/office/officeart/2005/8/layout/list1"/>
    <dgm:cxn modelId="{5880F821-5273-485C-AE40-A028C7BD2060}" type="presParOf" srcId="{CC914FA3-1A11-44F7-8F56-9CED9DBD2856}" destId="{9C2CAF39-3E3F-4773-BB42-DF0631F2779D}" srcOrd="2" destOrd="0" presId="urn:microsoft.com/office/officeart/2005/8/layout/list1"/>
    <dgm:cxn modelId="{AAD1C1AA-89B1-4538-8594-6A12B4BFECBD}" type="presParOf" srcId="{CC914FA3-1A11-44F7-8F56-9CED9DBD2856}" destId="{88F18172-B8FE-40AE-A05B-18C20735A8D3}" srcOrd="3" destOrd="0" presId="urn:microsoft.com/office/officeart/2005/8/layout/list1"/>
    <dgm:cxn modelId="{7CE507B2-08A0-4BBD-9587-95B086E254A3}" type="presParOf" srcId="{CC914FA3-1A11-44F7-8F56-9CED9DBD2856}" destId="{A1895881-E0D2-4A83-8948-91D3003B9F62}" srcOrd="4" destOrd="0" presId="urn:microsoft.com/office/officeart/2005/8/layout/list1"/>
    <dgm:cxn modelId="{6F8758F7-7855-48A2-8C3F-D1E29EDF0713}" type="presParOf" srcId="{A1895881-E0D2-4A83-8948-91D3003B9F62}" destId="{C9B15F00-44E9-4B41-9ED1-B5730B7449B3}" srcOrd="0" destOrd="0" presId="urn:microsoft.com/office/officeart/2005/8/layout/list1"/>
    <dgm:cxn modelId="{27420123-7D73-4E7F-878C-337E1F321529}" type="presParOf" srcId="{A1895881-E0D2-4A83-8948-91D3003B9F62}" destId="{5842CC0C-2640-4026-8FFF-34A37A35D9D2}" srcOrd="1" destOrd="0" presId="urn:microsoft.com/office/officeart/2005/8/layout/list1"/>
    <dgm:cxn modelId="{C6C43FE4-A294-40EB-95B7-E0621BE073D7}" type="presParOf" srcId="{CC914FA3-1A11-44F7-8F56-9CED9DBD2856}" destId="{D1E10EAD-BFA2-4DB8-AF00-32F9B9610466}" srcOrd="5" destOrd="0" presId="urn:microsoft.com/office/officeart/2005/8/layout/list1"/>
    <dgm:cxn modelId="{6D80595B-FEEB-4196-8B9F-AD567830AF1D}" type="presParOf" srcId="{CC914FA3-1A11-44F7-8F56-9CED9DBD2856}" destId="{382B28C7-6C81-4202-A2DF-7AD2DEF069E7}" srcOrd="6" destOrd="0" presId="urn:microsoft.com/office/officeart/2005/8/layout/list1"/>
    <dgm:cxn modelId="{39B626AA-E656-44D3-B74E-3E60F1DA9941}" type="presParOf" srcId="{CC914FA3-1A11-44F7-8F56-9CED9DBD2856}" destId="{71420350-8FB8-4978-BBCA-79DE85BF616A}" srcOrd="7" destOrd="0" presId="urn:microsoft.com/office/officeart/2005/8/layout/list1"/>
    <dgm:cxn modelId="{11D8B5C5-800B-4E61-BB5B-7AFE0057E68A}" type="presParOf" srcId="{CC914FA3-1A11-44F7-8F56-9CED9DBD2856}" destId="{202BD818-9BD1-482A-B6AB-F2076AA17C56}" srcOrd="8" destOrd="0" presId="urn:microsoft.com/office/officeart/2005/8/layout/list1"/>
    <dgm:cxn modelId="{6EA45172-AD43-44E8-BF24-FDEED0ACE355}" type="presParOf" srcId="{202BD818-9BD1-482A-B6AB-F2076AA17C56}" destId="{A24B50FB-FE54-4FFA-B4BC-A6E766369AC3}" srcOrd="0" destOrd="0" presId="urn:microsoft.com/office/officeart/2005/8/layout/list1"/>
    <dgm:cxn modelId="{4A20E814-3490-4AC1-9C11-299506B74949}" type="presParOf" srcId="{202BD818-9BD1-482A-B6AB-F2076AA17C56}" destId="{0A5C6528-5ECF-46AF-A0ED-6D8EE22CC2A4}" srcOrd="1" destOrd="0" presId="urn:microsoft.com/office/officeart/2005/8/layout/list1"/>
    <dgm:cxn modelId="{4170CC49-1971-4F23-AC7A-DC4F30E0C5EC}" type="presParOf" srcId="{CC914FA3-1A11-44F7-8F56-9CED9DBD2856}" destId="{8D979E40-6E6A-4462-B542-0A3152F07A68}" srcOrd="9" destOrd="0" presId="urn:microsoft.com/office/officeart/2005/8/layout/list1"/>
    <dgm:cxn modelId="{4AE5F698-B82E-44DA-86F3-5FD32FA2FE93}" type="presParOf" srcId="{CC914FA3-1A11-44F7-8F56-9CED9DBD2856}" destId="{2A726C37-0BFA-42F9-9C9E-E99B2341DAA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A9F3CA-2769-4AFA-94EB-287201B9F2C3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ru-RU"/>
        </a:p>
      </dgm:t>
    </dgm:pt>
    <dgm:pt modelId="{5037A2AE-E2D8-43A9-A173-A4EFC55D5126}">
      <dgm:prSet phldrT="[Текст]" phldr="1"/>
      <dgm:spPr/>
      <dgm:t>
        <a:bodyPr/>
        <a:lstStyle/>
        <a:p>
          <a:endParaRPr lang="ru-RU"/>
        </a:p>
      </dgm:t>
    </dgm:pt>
    <dgm:pt modelId="{2EC5FF4E-C791-4EF2-9646-30BC00320BAB}" type="parTrans" cxnId="{46D65CF8-BFBF-4F5B-94DB-A236E7EDD4A1}">
      <dgm:prSet/>
      <dgm:spPr/>
      <dgm:t>
        <a:bodyPr/>
        <a:lstStyle/>
        <a:p>
          <a:endParaRPr lang="ru-RU"/>
        </a:p>
      </dgm:t>
    </dgm:pt>
    <dgm:pt modelId="{09E67D74-5AF3-4A35-A8D8-589373171C3C}" type="sibTrans" cxnId="{46D65CF8-BFBF-4F5B-94DB-A236E7EDD4A1}">
      <dgm:prSet/>
      <dgm:spPr/>
      <dgm:t>
        <a:bodyPr/>
        <a:lstStyle/>
        <a:p>
          <a:endParaRPr lang="ru-RU"/>
        </a:p>
      </dgm:t>
    </dgm:pt>
    <dgm:pt modelId="{DA26B7A0-DDDA-4AE9-B154-2312908A21F4}">
      <dgm:prSet phldrT="[Текст]" phldr="1"/>
      <dgm:spPr/>
      <dgm:t>
        <a:bodyPr/>
        <a:lstStyle/>
        <a:p>
          <a:endParaRPr lang="ru-RU"/>
        </a:p>
      </dgm:t>
    </dgm:pt>
    <dgm:pt modelId="{920F9D17-8BB3-40FC-8063-A02A7335DB64}" type="parTrans" cxnId="{6227C500-95A8-419E-9B11-F204D8644E27}">
      <dgm:prSet/>
      <dgm:spPr/>
      <dgm:t>
        <a:bodyPr/>
        <a:lstStyle/>
        <a:p>
          <a:endParaRPr lang="ru-RU"/>
        </a:p>
      </dgm:t>
    </dgm:pt>
    <dgm:pt modelId="{89129D73-EFE3-4249-A7D6-E7F251F7FDBD}" type="sibTrans" cxnId="{6227C500-95A8-419E-9B11-F204D8644E27}">
      <dgm:prSet/>
      <dgm:spPr/>
      <dgm:t>
        <a:bodyPr/>
        <a:lstStyle/>
        <a:p>
          <a:endParaRPr lang="ru-RU"/>
        </a:p>
      </dgm:t>
    </dgm:pt>
    <dgm:pt modelId="{82045F8E-7B49-4C3F-9C34-3B4A75A0895B}">
      <dgm:prSet phldrT="[Текст]" phldr="1"/>
      <dgm:spPr/>
      <dgm:t>
        <a:bodyPr/>
        <a:lstStyle/>
        <a:p>
          <a:endParaRPr lang="ru-RU"/>
        </a:p>
      </dgm:t>
    </dgm:pt>
    <dgm:pt modelId="{8EA9F104-BA3D-4B34-8C4C-225A67502001}" type="parTrans" cxnId="{D021D65C-8A52-4D03-BEDA-0080E8654474}">
      <dgm:prSet/>
      <dgm:spPr/>
      <dgm:t>
        <a:bodyPr/>
        <a:lstStyle/>
        <a:p>
          <a:endParaRPr lang="ru-RU"/>
        </a:p>
      </dgm:t>
    </dgm:pt>
    <dgm:pt modelId="{4995D1B3-8431-4174-AE06-31AFFCABAA59}" type="sibTrans" cxnId="{D021D65C-8A52-4D03-BEDA-0080E8654474}">
      <dgm:prSet/>
      <dgm:spPr/>
      <dgm:t>
        <a:bodyPr/>
        <a:lstStyle/>
        <a:p>
          <a:endParaRPr lang="ru-RU"/>
        </a:p>
      </dgm:t>
    </dgm:pt>
    <dgm:pt modelId="{CC914FA3-1A11-44F7-8F56-9CED9DBD2856}" type="pres">
      <dgm:prSet presAssocID="{1EA9F3CA-2769-4AFA-94EB-287201B9F2C3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464CC5B-A93A-4BA5-9ACF-B6E41E37FC8C}" type="pres">
      <dgm:prSet presAssocID="{5037A2AE-E2D8-43A9-A173-A4EFC55D5126}" presName="parentLin" presStyleCnt="0"/>
      <dgm:spPr/>
    </dgm:pt>
    <dgm:pt modelId="{18241D02-CA49-43F0-BCA2-28090FD813DA}" type="pres">
      <dgm:prSet presAssocID="{5037A2AE-E2D8-43A9-A173-A4EFC55D5126}" presName="parentLeftMargin" presStyleLbl="node1" presStyleIdx="0" presStyleCnt="3"/>
      <dgm:spPr/>
      <dgm:t>
        <a:bodyPr/>
        <a:lstStyle/>
        <a:p>
          <a:endParaRPr lang="ru-RU"/>
        </a:p>
      </dgm:t>
    </dgm:pt>
    <dgm:pt modelId="{ED715189-FFC5-4A9D-844A-C5D7CECCC1F7}" type="pres">
      <dgm:prSet presAssocID="{5037A2AE-E2D8-43A9-A173-A4EFC55D5126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9075B03-AA80-4CFC-B8BA-25FD9CD862F1}" type="pres">
      <dgm:prSet presAssocID="{5037A2AE-E2D8-43A9-A173-A4EFC55D5126}" presName="negativeSpace" presStyleCnt="0"/>
      <dgm:spPr/>
    </dgm:pt>
    <dgm:pt modelId="{9C2CAF39-3E3F-4773-BB42-DF0631F2779D}" type="pres">
      <dgm:prSet presAssocID="{5037A2AE-E2D8-43A9-A173-A4EFC55D5126}" presName="childText" presStyleLbl="conFgAcc1" presStyleIdx="0" presStyleCnt="3">
        <dgm:presLayoutVars>
          <dgm:bulletEnabled val="1"/>
        </dgm:presLayoutVars>
      </dgm:prSet>
      <dgm:spPr/>
    </dgm:pt>
    <dgm:pt modelId="{88F18172-B8FE-40AE-A05B-18C20735A8D3}" type="pres">
      <dgm:prSet presAssocID="{09E67D74-5AF3-4A35-A8D8-589373171C3C}" presName="spaceBetweenRectangles" presStyleCnt="0"/>
      <dgm:spPr/>
    </dgm:pt>
    <dgm:pt modelId="{A1895881-E0D2-4A83-8948-91D3003B9F62}" type="pres">
      <dgm:prSet presAssocID="{DA26B7A0-DDDA-4AE9-B154-2312908A21F4}" presName="parentLin" presStyleCnt="0"/>
      <dgm:spPr/>
    </dgm:pt>
    <dgm:pt modelId="{C9B15F00-44E9-4B41-9ED1-B5730B7449B3}" type="pres">
      <dgm:prSet presAssocID="{DA26B7A0-DDDA-4AE9-B154-2312908A21F4}" presName="parentLeftMargin" presStyleLbl="node1" presStyleIdx="0" presStyleCnt="3"/>
      <dgm:spPr/>
      <dgm:t>
        <a:bodyPr/>
        <a:lstStyle/>
        <a:p>
          <a:endParaRPr lang="ru-RU"/>
        </a:p>
      </dgm:t>
    </dgm:pt>
    <dgm:pt modelId="{5842CC0C-2640-4026-8FFF-34A37A35D9D2}" type="pres">
      <dgm:prSet presAssocID="{DA26B7A0-DDDA-4AE9-B154-2312908A21F4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1E10EAD-BFA2-4DB8-AF00-32F9B9610466}" type="pres">
      <dgm:prSet presAssocID="{DA26B7A0-DDDA-4AE9-B154-2312908A21F4}" presName="negativeSpace" presStyleCnt="0"/>
      <dgm:spPr/>
    </dgm:pt>
    <dgm:pt modelId="{382B28C7-6C81-4202-A2DF-7AD2DEF069E7}" type="pres">
      <dgm:prSet presAssocID="{DA26B7A0-DDDA-4AE9-B154-2312908A21F4}" presName="childText" presStyleLbl="conFgAcc1" presStyleIdx="1" presStyleCnt="3">
        <dgm:presLayoutVars>
          <dgm:bulletEnabled val="1"/>
        </dgm:presLayoutVars>
      </dgm:prSet>
      <dgm:spPr/>
    </dgm:pt>
    <dgm:pt modelId="{71420350-8FB8-4978-BBCA-79DE85BF616A}" type="pres">
      <dgm:prSet presAssocID="{89129D73-EFE3-4249-A7D6-E7F251F7FDBD}" presName="spaceBetweenRectangles" presStyleCnt="0"/>
      <dgm:spPr/>
    </dgm:pt>
    <dgm:pt modelId="{202BD818-9BD1-482A-B6AB-F2076AA17C56}" type="pres">
      <dgm:prSet presAssocID="{82045F8E-7B49-4C3F-9C34-3B4A75A0895B}" presName="parentLin" presStyleCnt="0"/>
      <dgm:spPr/>
    </dgm:pt>
    <dgm:pt modelId="{A24B50FB-FE54-4FFA-B4BC-A6E766369AC3}" type="pres">
      <dgm:prSet presAssocID="{82045F8E-7B49-4C3F-9C34-3B4A75A0895B}" presName="parentLeftMargin" presStyleLbl="node1" presStyleIdx="1" presStyleCnt="3"/>
      <dgm:spPr/>
      <dgm:t>
        <a:bodyPr/>
        <a:lstStyle/>
        <a:p>
          <a:endParaRPr lang="ru-RU"/>
        </a:p>
      </dgm:t>
    </dgm:pt>
    <dgm:pt modelId="{0A5C6528-5ECF-46AF-A0ED-6D8EE22CC2A4}" type="pres">
      <dgm:prSet presAssocID="{82045F8E-7B49-4C3F-9C34-3B4A75A0895B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D979E40-6E6A-4462-B542-0A3152F07A68}" type="pres">
      <dgm:prSet presAssocID="{82045F8E-7B49-4C3F-9C34-3B4A75A0895B}" presName="negativeSpace" presStyleCnt="0"/>
      <dgm:spPr/>
    </dgm:pt>
    <dgm:pt modelId="{2A726C37-0BFA-42F9-9C9E-E99B2341DAAF}" type="pres">
      <dgm:prSet presAssocID="{82045F8E-7B49-4C3F-9C34-3B4A75A0895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F02D266-ED6F-488B-9A17-55DAAD6E4413}" type="presOf" srcId="{DA26B7A0-DDDA-4AE9-B154-2312908A21F4}" destId="{5842CC0C-2640-4026-8FFF-34A37A35D9D2}" srcOrd="1" destOrd="0" presId="urn:microsoft.com/office/officeart/2005/8/layout/list1"/>
    <dgm:cxn modelId="{6227C500-95A8-419E-9B11-F204D8644E27}" srcId="{1EA9F3CA-2769-4AFA-94EB-287201B9F2C3}" destId="{DA26B7A0-DDDA-4AE9-B154-2312908A21F4}" srcOrd="1" destOrd="0" parTransId="{920F9D17-8BB3-40FC-8063-A02A7335DB64}" sibTransId="{89129D73-EFE3-4249-A7D6-E7F251F7FDBD}"/>
    <dgm:cxn modelId="{46D65CF8-BFBF-4F5B-94DB-A236E7EDD4A1}" srcId="{1EA9F3CA-2769-4AFA-94EB-287201B9F2C3}" destId="{5037A2AE-E2D8-43A9-A173-A4EFC55D5126}" srcOrd="0" destOrd="0" parTransId="{2EC5FF4E-C791-4EF2-9646-30BC00320BAB}" sibTransId="{09E67D74-5AF3-4A35-A8D8-589373171C3C}"/>
    <dgm:cxn modelId="{7544325D-FFD7-4D3C-9FCC-F60F3AC63E4B}" type="presOf" srcId="{5037A2AE-E2D8-43A9-A173-A4EFC55D5126}" destId="{ED715189-FFC5-4A9D-844A-C5D7CECCC1F7}" srcOrd="1" destOrd="0" presId="urn:microsoft.com/office/officeart/2005/8/layout/list1"/>
    <dgm:cxn modelId="{52F9F250-08E1-462E-8142-00A6A4C56D1E}" type="presOf" srcId="{82045F8E-7B49-4C3F-9C34-3B4A75A0895B}" destId="{0A5C6528-5ECF-46AF-A0ED-6D8EE22CC2A4}" srcOrd="1" destOrd="0" presId="urn:microsoft.com/office/officeart/2005/8/layout/list1"/>
    <dgm:cxn modelId="{D021D65C-8A52-4D03-BEDA-0080E8654474}" srcId="{1EA9F3CA-2769-4AFA-94EB-287201B9F2C3}" destId="{82045F8E-7B49-4C3F-9C34-3B4A75A0895B}" srcOrd="2" destOrd="0" parTransId="{8EA9F104-BA3D-4B34-8C4C-225A67502001}" sibTransId="{4995D1B3-8431-4174-AE06-31AFFCABAA59}"/>
    <dgm:cxn modelId="{25BC858B-EE40-491D-B027-9D51CABD16A1}" type="presOf" srcId="{1EA9F3CA-2769-4AFA-94EB-287201B9F2C3}" destId="{CC914FA3-1A11-44F7-8F56-9CED9DBD2856}" srcOrd="0" destOrd="0" presId="urn:microsoft.com/office/officeart/2005/8/layout/list1"/>
    <dgm:cxn modelId="{6A0820B5-7451-4E4A-9D70-2A5F71EB42B8}" type="presOf" srcId="{DA26B7A0-DDDA-4AE9-B154-2312908A21F4}" destId="{C9B15F00-44E9-4B41-9ED1-B5730B7449B3}" srcOrd="0" destOrd="0" presId="urn:microsoft.com/office/officeart/2005/8/layout/list1"/>
    <dgm:cxn modelId="{BC667EDD-651C-414C-A685-4119971ED0A1}" type="presOf" srcId="{82045F8E-7B49-4C3F-9C34-3B4A75A0895B}" destId="{A24B50FB-FE54-4FFA-B4BC-A6E766369AC3}" srcOrd="0" destOrd="0" presId="urn:microsoft.com/office/officeart/2005/8/layout/list1"/>
    <dgm:cxn modelId="{CF738C8D-E7A8-49B6-AE4E-D1463CDE6995}" type="presOf" srcId="{5037A2AE-E2D8-43A9-A173-A4EFC55D5126}" destId="{18241D02-CA49-43F0-BCA2-28090FD813DA}" srcOrd="0" destOrd="0" presId="urn:microsoft.com/office/officeart/2005/8/layout/list1"/>
    <dgm:cxn modelId="{6D3A314C-0223-4FB0-8F84-B7143452EB0C}" type="presParOf" srcId="{CC914FA3-1A11-44F7-8F56-9CED9DBD2856}" destId="{3464CC5B-A93A-4BA5-9ACF-B6E41E37FC8C}" srcOrd="0" destOrd="0" presId="urn:microsoft.com/office/officeart/2005/8/layout/list1"/>
    <dgm:cxn modelId="{E5ECC63A-8C42-43C8-9871-AC6EA678E213}" type="presParOf" srcId="{3464CC5B-A93A-4BA5-9ACF-B6E41E37FC8C}" destId="{18241D02-CA49-43F0-BCA2-28090FD813DA}" srcOrd="0" destOrd="0" presId="urn:microsoft.com/office/officeart/2005/8/layout/list1"/>
    <dgm:cxn modelId="{4AFDEB6A-F902-4520-AFF7-4CB06299C7E7}" type="presParOf" srcId="{3464CC5B-A93A-4BA5-9ACF-B6E41E37FC8C}" destId="{ED715189-FFC5-4A9D-844A-C5D7CECCC1F7}" srcOrd="1" destOrd="0" presId="urn:microsoft.com/office/officeart/2005/8/layout/list1"/>
    <dgm:cxn modelId="{33056C38-9185-4396-A893-ADBA51168C26}" type="presParOf" srcId="{CC914FA3-1A11-44F7-8F56-9CED9DBD2856}" destId="{F9075B03-AA80-4CFC-B8BA-25FD9CD862F1}" srcOrd="1" destOrd="0" presId="urn:microsoft.com/office/officeart/2005/8/layout/list1"/>
    <dgm:cxn modelId="{5880F821-5273-485C-AE40-A028C7BD2060}" type="presParOf" srcId="{CC914FA3-1A11-44F7-8F56-9CED9DBD2856}" destId="{9C2CAF39-3E3F-4773-BB42-DF0631F2779D}" srcOrd="2" destOrd="0" presId="urn:microsoft.com/office/officeart/2005/8/layout/list1"/>
    <dgm:cxn modelId="{AAD1C1AA-89B1-4538-8594-6A12B4BFECBD}" type="presParOf" srcId="{CC914FA3-1A11-44F7-8F56-9CED9DBD2856}" destId="{88F18172-B8FE-40AE-A05B-18C20735A8D3}" srcOrd="3" destOrd="0" presId="urn:microsoft.com/office/officeart/2005/8/layout/list1"/>
    <dgm:cxn modelId="{7CE507B2-08A0-4BBD-9587-95B086E254A3}" type="presParOf" srcId="{CC914FA3-1A11-44F7-8F56-9CED9DBD2856}" destId="{A1895881-E0D2-4A83-8948-91D3003B9F62}" srcOrd="4" destOrd="0" presId="urn:microsoft.com/office/officeart/2005/8/layout/list1"/>
    <dgm:cxn modelId="{6F8758F7-7855-48A2-8C3F-D1E29EDF0713}" type="presParOf" srcId="{A1895881-E0D2-4A83-8948-91D3003B9F62}" destId="{C9B15F00-44E9-4B41-9ED1-B5730B7449B3}" srcOrd="0" destOrd="0" presId="urn:microsoft.com/office/officeart/2005/8/layout/list1"/>
    <dgm:cxn modelId="{27420123-7D73-4E7F-878C-337E1F321529}" type="presParOf" srcId="{A1895881-E0D2-4A83-8948-91D3003B9F62}" destId="{5842CC0C-2640-4026-8FFF-34A37A35D9D2}" srcOrd="1" destOrd="0" presId="urn:microsoft.com/office/officeart/2005/8/layout/list1"/>
    <dgm:cxn modelId="{C6C43FE4-A294-40EB-95B7-E0621BE073D7}" type="presParOf" srcId="{CC914FA3-1A11-44F7-8F56-9CED9DBD2856}" destId="{D1E10EAD-BFA2-4DB8-AF00-32F9B9610466}" srcOrd="5" destOrd="0" presId="urn:microsoft.com/office/officeart/2005/8/layout/list1"/>
    <dgm:cxn modelId="{6D80595B-FEEB-4196-8B9F-AD567830AF1D}" type="presParOf" srcId="{CC914FA3-1A11-44F7-8F56-9CED9DBD2856}" destId="{382B28C7-6C81-4202-A2DF-7AD2DEF069E7}" srcOrd="6" destOrd="0" presId="urn:microsoft.com/office/officeart/2005/8/layout/list1"/>
    <dgm:cxn modelId="{39B626AA-E656-44D3-B74E-3E60F1DA9941}" type="presParOf" srcId="{CC914FA3-1A11-44F7-8F56-9CED9DBD2856}" destId="{71420350-8FB8-4978-BBCA-79DE85BF616A}" srcOrd="7" destOrd="0" presId="urn:microsoft.com/office/officeart/2005/8/layout/list1"/>
    <dgm:cxn modelId="{11D8B5C5-800B-4E61-BB5B-7AFE0057E68A}" type="presParOf" srcId="{CC914FA3-1A11-44F7-8F56-9CED9DBD2856}" destId="{202BD818-9BD1-482A-B6AB-F2076AA17C56}" srcOrd="8" destOrd="0" presId="urn:microsoft.com/office/officeart/2005/8/layout/list1"/>
    <dgm:cxn modelId="{6EA45172-AD43-44E8-BF24-FDEED0ACE355}" type="presParOf" srcId="{202BD818-9BD1-482A-B6AB-F2076AA17C56}" destId="{A24B50FB-FE54-4FFA-B4BC-A6E766369AC3}" srcOrd="0" destOrd="0" presId="urn:microsoft.com/office/officeart/2005/8/layout/list1"/>
    <dgm:cxn modelId="{4A20E814-3490-4AC1-9C11-299506B74949}" type="presParOf" srcId="{202BD818-9BD1-482A-B6AB-F2076AA17C56}" destId="{0A5C6528-5ECF-46AF-A0ED-6D8EE22CC2A4}" srcOrd="1" destOrd="0" presId="urn:microsoft.com/office/officeart/2005/8/layout/list1"/>
    <dgm:cxn modelId="{4170CC49-1971-4F23-AC7A-DC4F30E0C5EC}" type="presParOf" srcId="{CC914FA3-1A11-44F7-8F56-9CED9DBD2856}" destId="{8D979E40-6E6A-4462-B542-0A3152F07A68}" srcOrd="9" destOrd="0" presId="urn:microsoft.com/office/officeart/2005/8/layout/list1"/>
    <dgm:cxn modelId="{4AE5F698-B82E-44DA-86F3-5FD32FA2FE93}" type="presParOf" srcId="{CC914FA3-1A11-44F7-8F56-9CED9DBD2856}" destId="{2A726C37-0BFA-42F9-9C9E-E99B2341DAA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EA9F3CA-2769-4AFA-94EB-287201B9F2C3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ru-RU"/>
        </a:p>
      </dgm:t>
    </dgm:pt>
    <dgm:pt modelId="{5037A2AE-E2D8-43A9-A173-A4EFC55D5126}">
      <dgm:prSet phldrT="[Текст]" phldr="1"/>
      <dgm:spPr/>
      <dgm:t>
        <a:bodyPr/>
        <a:lstStyle/>
        <a:p>
          <a:endParaRPr lang="ru-RU"/>
        </a:p>
      </dgm:t>
    </dgm:pt>
    <dgm:pt modelId="{2EC5FF4E-C791-4EF2-9646-30BC00320BAB}" type="parTrans" cxnId="{46D65CF8-BFBF-4F5B-94DB-A236E7EDD4A1}">
      <dgm:prSet/>
      <dgm:spPr/>
      <dgm:t>
        <a:bodyPr/>
        <a:lstStyle/>
        <a:p>
          <a:endParaRPr lang="ru-RU"/>
        </a:p>
      </dgm:t>
    </dgm:pt>
    <dgm:pt modelId="{09E67D74-5AF3-4A35-A8D8-589373171C3C}" type="sibTrans" cxnId="{46D65CF8-BFBF-4F5B-94DB-A236E7EDD4A1}">
      <dgm:prSet/>
      <dgm:spPr/>
      <dgm:t>
        <a:bodyPr/>
        <a:lstStyle/>
        <a:p>
          <a:endParaRPr lang="ru-RU"/>
        </a:p>
      </dgm:t>
    </dgm:pt>
    <dgm:pt modelId="{DA26B7A0-DDDA-4AE9-B154-2312908A21F4}">
      <dgm:prSet phldrT="[Текст]" phldr="1"/>
      <dgm:spPr/>
      <dgm:t>
        <a:bodyPr/>
        <a:lstStyle/>
        <a:p>
          <a:endParaRPr lang="ru-RU"/>
        </a:p>
      </dgm:t>
    </dgm:pt>
    <dgm:pt modelId="{920F9D17-8BB3-40FC-8063-A02A7335DB64}" type="parTrans" cxnId="{6227C500-95A8-419E-9B11-F204D8644E27}">
      <dgm:prSet/>
      <dgm:spPr/>
      <dgm:t>
        <a:bodyPr/>
        <a:lstStyle/>
        <a:p>
          <a:endParaRPr lang="ru-RU"/>
        </a:p>
      </dgm:t>
    </dgm:pt>
    <dgm:pt modelId="{89129D73-EFE3-4249-A7D6-E7F251F7FDBD}" type="sibTrans" cxnId="{6227C500-95A8-419E-9B11-F204D8644E27}">
      <dgm:prSet/>
      <dgm:spPr/>
      <dgm:t>
        <a:bodyPr/>
        <a:lstStyle/>
        <a:p>
          <a:endParaRPr lang="ru-RU"/>
        </a:p>
      </dgm:t>
    </dgm:pt>
    <dgm:pt modelId="{82045F8E-7B49-4C3F-9C34-3B4A75A0895B}">
      <dgm:prSet phldrT="[Текст]" phldr="1"/>
      <dgm:spPr/>
      <dgm:t>
        <a:bodyPr/>
        <a:lstStyle/>
        <a:p>
          <a:endParaRPr lang="ru-RU"/>
        </a:p>
      </dgm:t>
    </dgm:pt>
    <dgm:pt modelId="{8EA9F104-BA3D-4B34-8C4C-225A67502001}" type="parTrans" cxnId="{D021D65C-8A52-4D03-BEDA-0080E8654474}">
      <dgm:prSet/>
      <dgm:spPr/>
      <dgm:t>
        <a:bodyPr/>
        <a:lstStyle/>
        <a:p>
          <a:endParaRPr lang="ru-RU"/>
        </a:p>
      </dgm:t>
    </dgm:pt>
    <dgm:pt modelId="{4995D1B3-8431-4174-AE06-31AFFCABAA59}" type="sibTrans" cxnId="{D021D65C-8A52-4D03-BEDA-0080E8654474}">
      <dgm:prSet/>
      <dgm:spPr/>
      <dgm:t>
        <a:bodyPr/>
        <a:lstStyle/>
        <a:p>
          <a:endParaRPr lang="ru-RU"/>
        </a:p>
      </dgm:t>
    </dgm:pt>
    <dgm:pt modelId="{CC914FA3-1A11-44F7-8F56-9CED9DBD2856}" type="pres">
      <dgm:prSet presAssocID="{1EA9F3CA-2769-4AFA-94EB-287201B9F2C3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464CC5B-A93A-4BA5-9ACF-B6E41E37FC8C}" type="pres">
      <dgm:prSet presAssocID="{5037A2AE-E2D8-43A9-A173-A4EFC55D5126}" presName="parentLin" presStyleCnt="0"/>
      <dgm:spPr/>
    </dgm:pt>
    <dgm:pt modelId="{18241D02-CA49-43F0-BCA2-28090FD813DA}" type="pres">
      <dgm:prSet presAssocID="{5037A2AE-E2D8-43A9-A173-A4EFC55D5126}" presName="parentLeftMargin" presStyleLbl="node1" presStyleIdx="0" presStyleCnt="3"/>
      <dgm:spPr/>
      <dgm:t>
        <a:bodyPr/>
        <a:lstStyle/>
        <a:p>
          <a:endParaRPr lang="ru-RU"/>
        </a:p>
      </dgm:t>
    </dgm:pt>
    <dgm:pt modelId="{ED715189-FFC5-4A9D-844A-C5D7CECCC1F7}" type="pres">
      <dgm:prSet presAssocID="{5037A2AE-E2D8-43A9-A173-A4EFC55D5126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9075B03-AA80-4CFC-B8BA-25FD9CD862F1}" type="pres">
      <dgm:prSet presAssocID="{5037A2AE-E2D8-43A9-A173-A4EFC55D5126}" presName="negativeSpace" presStyleCnt="0"/>
      <dgm:spPr/>
    </dgm:pt>
    <dgm:pt modelId="{9C2CAF39-3E3F-4773-BB42-DF0631F2779D}" type="pres">
      <dgm:prSet presAssocID="{5037A2AE-E2D8-43A9-A173-A4EFC55D5126}" presName="childText" presStyleLbl="conFgAcc1" presStyleIdx="0" presStyleCnt="3">
        <dgm:presLayoutVars>
          <dgm:bulletEnabled val="1"/>
        </dgm:presLayoutVars>
      </dgm:prSet>
      <dgm:spPr/>
    </dgm:pt>
    <dgm:pt modelId="{88F18172-B8FE-40AE-A05B-18C20735A8D3}" type="pres">
      <dgm:prSet presAssocID="{09E67D74-5AF3-4A35-A8D8-589373171C3C}" presName="spaceBetweenRectangles" presStyleCnt="0"/>
      <dgm:spPr/>
    </dgm:pt>
    <dgm:pt modelId="{A1895881-E0D2-4A83-8948-91D3003B9F62}" type="pres">
      <dgm:prSet presAssocID="{DA26B7A0-DDDA-4AE9-B154-2312908A21F4}" presName="parentLin" presStyleCnt="0"/>
      <dgm:spPr/>
    </dgm:pt>
    <dgm:pt modelId="{C9B15F00-44E9-4B41-9ED1-B5730B7449B3}" type="pres">
      <dgm:prSet presAssocID="{DA26B7A0-DDDA-4AE9-B154-2312908A21F4}" presName="parentLeftMargin" presStyleLbl="node1" presStyleIdx="0" presStyleCnt="3"/>
      <dgm:spPr/>
      <dgm:t>
        <a:bodyPr/>
        <a:lstStyle/>
        <a:p>
          <a:endParaRPr lang="ru-RU"/>
        </a:p>
      </dgm:t>
    </dgm:pt>
    <dgm:pt modelId="{5842CC0C-2640-4026-8FFF-34A37A35D9D2}" type="pres">
      <dgm:prSet presAssocID="{DA26B7A0-DDDA-4AE9-B154-2312908A21F4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1E10EAD-BFA2-4DB8-AF00-32F9B9610466}" type="pres">
      <dgm:prSet presAssocID="{DA26B7A0-DDDA-4AE9-B154-2312908A21F4}" presName="negativeSpace" presStyleCnt="0"/>
      <dgm:spPr/>
    </dgm:pt>
    <dgm:pt modelId="{382B28C7-6C81-4202-A2DF-7AD2DEF069E7}" type="pres">
      <dgm:prSet presAssocID="{DA26B7A0-DDDA-4AE9-B154-2312908A21F4}" presName="childText" presStyleLbl="conFgAcc1" presStyleIdx="1" presStyleCnt="3">
        <dgm:presLayoutVars>
          <dgm:bulletEnabled val="1"/>
        </dgm:presLayoutVars>
      </dgm:prSet>
      <dgm:spPr/>
    </dgm:pt>
    <dgm:pt modelId="{71420350-8FB8-4978-BBCA-79DE85BF616A}" type="pres">
      <dgm:prSet presAssocID="{89129D73-EFE3-4249-A7D6-E7F251F7FDBD}" presName="spaceBetweenRectangles" presStyleCnt="0"/>
      <dgm:spPr/>
    </dgm:pt>
    <dgm:pt modelId="{202BD818-9BD1-482A-B6AB-F2076AA17C56}" type="pres">
      <dgm:prSet presAssocID="{82045F8E-7B49-4C3F-9C34-3B4A75A0895B}" presName="parentLin" presStyleCnt="0"/>
      <dgm:spPr/>
    </dgm:pt>
    <dgm:pt modelId="{A24B50FB-FE54-4FFA-B4BC-A6E766369AC3}" type="pres">
      <dgm:prSet presAssocID="{82045F8E-7B49-4C3F-9C34-3B4A75A0895B}" presName="parentLeftMargin" presStyleLbl="node1" presStyleIdx="1" presStyleCnt="3"/>
      <dgm:spPr/>
      <dgm:t>
        <a:bodyPr/>
        <a:lstStyle/>
        <a:p>
          <a:endParaRPr lang="ru-RU"/>
        </a:p>
      </dgm:t>
    </dgm:pt>
    <dgm:pt modelId="{0A5C6528-5ECF-46AF-A0ED-6D8EE22CC2A4}" type="pres">
      <dgm:prSet presAssocID="{82045F8E-7B49-4C3F-9C34-3B4A75A0895B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D979E40-6E6A-4462-B542-0A3152F07A68}" type="pres">
      <dgm:prSet presAssocID="{82045F8E-7B49-4C3F-9C34-3B4A75A0895B}" presName="negativeSpace" presStyleCnt="0"/>
      <dgm:spPr/>
    </dgm:pt>
    <dgm:pt modelId="{2A726C37-0BFA-42F9-9C9E-E99B2341DAAF}" type="pres">
      <dgm:prSet presAssocID="{82045F8E-7B49-4C3F-9C34-3B4A75A0895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F02D266-ED6F-488B-9A17-55DAAD6E4413}" type="presOf" srcId="{DA26B7A0-DDDA-4AE9-B154-2312908A21F4}" destId="{5842CC0C-2640-4026-8FFF-34A37A35D9D2}" srcOrd="1" destOrd="0" presId="urn:microsoft.com/office/officeart/2005/8/layout/list1"/>
    <dgm:cxn modelId="{6227C500-95A8-419E-9B11-F204D8644E27}" srcId="{1EA9F3CA-2769-4AFA-94EB-287201B9F2C3}" destId="{DA26B7A0-DDDA-4AE9-B154-2312908A21F4}" srcOrd="1" destOrd="0" parTransId="{920F9D17-8BB3-40FC-8063-A02A7335DB64}" sibTransId="{89129D73-EFE3-4249-A7D6-E7F251F7FDBD}"/>
    <dgm:cxn modelId="{46D65CF8-BFBF-4F5B-94DB-A236E7EDD4A1}" srcId="{1EA9F3CA-2769-4AFA-94EB-287201B9F2C3}" destId="{5037A2AE-E2D8-43A9-A173-A4EFC55D5126}" srcOrd="0" destOrd="0" parTransId="{2EC5FF4E-C791-4EF2-9646-30BC00320BAB}" sibTransId="{09E67D74-5AF3-4A35-A8D8-589373171C3C}"/>
    <dgm:cxn modelId="{7544325D-FFD7-4D3C-9FCC-F60F3AC63E4B}" type="presOf" srcId="{5037A2AE-E2D8-43A9-A173-A4EFC55D5126}" destId="{ED715189-FFC5-4A9D-844A-C5D7CECCC1F7}" srcOrd="1" destOrd="0" presId="urn:microsoft.com/office/officeart/2005/8/layout/list1"/>
    <dgm:cxn modelId="{52F9F250-08E1-462E-8142-00A6A4C56D1E}" type="presOf" srcId="{82045F8E-7B49-4C3F-9C34-3B4A75A0895B}" destId="{0A5C6528-5ECF-46AF-A0ED-6D8EE22CC2A4}" srcOrd="1" destOrd="0" presId="urn:microsoft.com/office/officeart/2005/8/layout/list1"/>
    <dgm:cxn modelId="{D021D65C-8A52-4D03-BEDA-0080E8654474}" srcId="{1EA9F3CA-2769-4AFA-94EB-287201B9F2C3}" destId="{82045F8E-7B49-4C3F-9C34-3B4A75A0895B}" srcOrd="2" destOrd="0" parTransId="{8EA9F104-BA3D-4B34-8C4C-225A67502001}" sibTransId="{4995D1B3-8431-4174-AE06-31AFFCABAA59}"/>
    <dgm:cxn modelId="{25BC858B-EE40-491D-B027-9D51CABD16A1}" type="presOf" srcId="{1EA9F3CA-2769-4AFA-94EB-287201B9F2C3}" destId="{CC914FA3-1A11-44F7-8F56-9CED9DBD2856}" srcOrd="0" destOrd="0" presId="urn:microsoft.com/office/officeart/2005/8/layout/list1"/>
    <dgm:cxn modelId="{6A0820B5-7451-4E4A-9D70-2A5F71EB42B8}" type="presOf" srcId="{DA26B7A0-DDDA-4AE9-B154-2312908A21F4}" destId="{C9B15F00-44E9-4B41-9ED1-B5730B7449B3}" srcOrd="0" destOrd="0" presId="urn:microsoft.com/office/officeart/2005/8/layout/list1"/>
    <dgm:cxn modelId="{BC667EDD-651C-414C-A685-4119971ED0A1}" type="presOf" srcId="{82045F8E-7B49-4C3F-9C34-3B4A75A0895B}" destId="{A24B50FB-FE54-4FFA-B4BC-A6E766369AC3}" srcOrd="0" destOrd="0" presId="urn:microsoft.com/office/officeart/2005/8/layout/list1"/>
    <dgm:cxn modelId="{CF738C8D-E7A8-49B6-AE4E-D1463CDE6995}" type="presOf" srcId="{5037A2AE-E2D8-43A9-A173-A4EFC55D5126}" destId="{18241D02-CA49-43F0-BCA2-28090FD813DA}" srcOrd="0" destOrd="0" presId="urn:microsoft.com/office/officeart/2005/8/layout/list1"/>
    <dgm:cxn modelId="{6D3A314C-0223-4FB0-8F84-B7143452EB0C}" type="presParOf" srcId="{CC914FA3-1A11-44F7-8F56-9CED9DBD2856}" destId="{3464CC5B-A93A-4BA5-9ACF-B6E41E37FC8C}" srcOrd="0" destOrd="0" presId="urn:microsoft.com/office/officeart/2005/8/layout/list1"/>
    <dgm:cxn modelId="{E5ECC63A-8C42-43C8-9871-AC6EA678E213}" type="presParOf" srcId="{3464CC5B-A93A-4BA5-9ACF-B6E41E37FC8C}" destId="{18241D02-CA49-43F0-BCA2-28090FD813DA}" srcOrd="0" destOrd="0" presId="urn:microsoft.com/office/officeart/2005/8/layout/list1"/>
    <dgm:cxn modelId="{4AFDEB6A-F902-4520-AFF7-4CB06299C7E7}" type="presParOf" srcId="{3464CC5B-A93A-4BA5-9ACF-B6E41E37FC8C}" destId="{ED715189-FFC5-4A9D-844A-C5D7CECCC1F7}" srcOrd="1" destOrd="0" presId="urn:microsoft.com/office/officeart/2005/8/layout/list1"/>
    <dgm:cxn modelId="{33056C38-9185-4396-A893-ADBA51168C26}" type="presParOf" srcId="{CC914FA3-1A11-44F7-8F56-9CED9DBD2856}" destId="{F9075B03-AA80-4CFC-B8BA-25FD9CD862F1}" srcOrd="1" destOrd="0" presId="urn:microsoft.com/office/officeart/2005/8/layout/list1"/>
    <dgm:cxn modelId="{5880F821-5273-485C-AE40-A028C7BD2060}" type="presParOf" srcId="{CC914FA3-1A11-44F7-8F56-9CED9DBD2856}" destId="{9C2CAF39-3E3F-4773-BB42-DF0631F2779D}" srcOrd="2" destOrd="0" presId="urn:microsoft.com/office/officeart/2005/8/layout/list1"/>
    <dgm:cxn modelId="{AAD1C1AA-89B1-4538-8594-6A12B4BFECBD}" type="presParOf" srcId="{CC914FA3-1A11-44F7-8F56-9CED9DBD2856}" destId="{88F18172-B8FE-40AE-A05B-18C20735A8D3}" srcOrd="3" destOrd="0" presId="urn:microsoft.com/office/officeart/2005/8/layout/list1"/>
    <dgm:cxn modelId="{7CE507B2-08A0-4BBD-9587-95B086E254A3}" type="presParOf" srcId="{CC914FA3-1A11-44F7-8F56-9CED9DBD2856}" destId="{A1895881-E0D2-4A83-8948-91D3003B9F62}" srcOrd="4" destOrd="0" presId="urn:microsoft.com/office/officeart/2005/8/layout/list1"/>
    <dgm:cxn modelId="{6F8758F7-7855-48A2-8C3F-D1E29EDF0713}" type="presParOf" srcId="{A1895881-E0D2-4A83-8948-91D3003B9F62}" destId="{C9B15F00-44E9-4B41-9ED1-B5730B7449B3}" srcOrd="0" destOrd="0" presId="urn:microsoft.com/office/officeart/2005/8/layout/list1"/>
    <dgm:cxn modelId="{27420123-7D73-4E7F-878C-337E1F321529}" type="presParOf" srcId="{A1895881-E0D2-4A83-8948-91D3003B9F62}" destId="{5842CC0C-2640-4026-8FFF-34A37A35D9D2}" srcOrd="1" destOrd="0" presId="urn:microsoft.com/office/officeart/2005/8/layout/list1"/>
    <dgm:cxn modelId="{C6C43FE4-A294-40EB-95B7-E0621BE073D7}" type="presParOf" srcId="{CC914FA3-1A11-44F7-8F56-9CED9DBD2856}" destId="{D1E10EAD-BFA2-4DB8-AF00-32F9B9610466}" srcOrd="5" destOrd="0" presId="urn:microsoft.com/office/officeart/2005/8/layout/list1"/>
    <dgm:cxn modelId="{6D80595B-FEEB-4196-8B9F-AD567830AF1D}" type="presParOf" srcId="{CC914FA3-1A11-44F7-8F56-9CED9DBD2856}" destId="{382B28C7-6C81-4202-A2DF-7AD2DEF069E7}" srcOrd="6" destOrd="0" presId="urn:microsoft.com/office/officeart/2005/8/layout/list1"/>
    <dgm:cxn modelId="{39B626AA-E656-44D3-B74E-3E60F1DA9941}" type="presParOf" srcId="{CC914FA3-1A11-44F7-8F56-9CED9DBD2856}" destId="{71420350-8FB8-4978-BBCA-79DE85BF616A}" srcOrd="7" destOrd="0" presId="urn:microsoft.com/office/officeart/2005/8/layout/list1"/>
    <dgm:cxn modelId="{11D8B5C5-800B-4E61-BB5B-7AFE0057E68A}" type="presParOf" srcId="{CC914FA3-1A11-44F7-8F56-9CED9DBD2856}" destId="{202BD818-9BD1-482A-B6AB-F2076AA17C56}" srcOrd="8" destOrd="0" presId="urn:microsoft.com/office/officeart/2005/8/layout/list1"/>
    <dgm:cxn modelId="{6EA45172-AD43-44E8-BF24-FDEED0ACE355}" type="presParOf" srcId="{202BD818-9BD1-482A-B6AB-F2076AA17C56}" destId="{A24B50FB-FE54-4FFA-B4BC-A6E766369AC3}" srcOrd="0" destOrd="0" presId="urn:microsoft.com/office/officeart/2005/8/layout/list1"/>
    <dgm:cxn modelId="{4A20E814-3490-4AC1-9C11-299506B74949}" type="presParOf" srcId="{202BD818-9BD1-482A-B6AB-F2076AA17C56}" destId="{0A5C6528-5ECF-46AF-A0ED-6D8EE22CC2A4}" srcOrd="1" destOrd="0" presId="urn:microsoft.com/office/officeart/2005/8/layout/list1"/>
    <dgm:cxn modelId="{4170CC49-1971-4F23-AC7A-DC4F30E0C5EC}" type="presParOf" srcId="{CC914FA3-1A11-44F7-8F56-9CED9DBD2856}" destId="{8D979E40-6E6A-4462-B542-0A3152F07A68}" srcOrd="9" destOrd="0" presId="urn:microsoft.com/office/officeart/2005/8/layout/list1"/>
    <dgm:cxn modelId="{4AE5F698-B82E-44DA-86F3-5FD32FA2FE93}" type="presParOf" srcId="{CC914FA3-1A11-44F7-8F56-9CED9DBD2856}" destId="{2A726C37-0BFA-42F9-9C9E-E99B2341DAA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EA9F3CA-2769-4AFA-94EB-287201B9F2C3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ru-RU"/>
        </a:p>
      </dgm:t>
    </dgm:pt>
    <dgm:pt modelId="{5037A2AE-E2D8-43A9-A173-A4EFC55D5126}">
      <dgm:prSet phldrT="[Текст]" phldr="1"/>
      <dgm:spPr/>
      <dgm:t>
        <a:bodyPr/>
        <a:lstStyle/>
        <a:p>
          <a:endParaRPr lang="ru-RU"/>
        </a:p>
      </dgm:t>
    </dgm:pt>
    <dgm:pt modelId="{2EC5FF4E-C791-4EF2-9646-30BC00320BAB}" type="parTrans" cxnId="{46D65CF8-BFBF-4F5B-94DB-A236E7EDD4A1}">
      <dgm:prSet/>
      <dgm:spPr/>
      <dgm:t>
        <a:bodyPr/>
        <a:lstStyle/>
        <a:p>
          <a:endParaRPr lang="ru-RU"/>
        </a:p>
      </dgm:t>
    </dgm:pt>
    <dgm:pt modelId="{09E67D74-5AF3-4A35-A8D8-589373171C3C}" type="sibTrans" cxnId="{46D65CF8-BFBF-4F5B-94DB-A236E7EDD4A1}">
      <dgm:prSet/>
      <dgm:spPr/>
      <dgm:t>
        <a:bodyPr/>
        <a:lstStyle/>
        <a:p>
          <a:endParaRPr lang="ru-RU"/>
        </a:p>
      </dgm:t>
    </dgm:pt>
    <dgm:pt modelId="{DA26B7A0-DDDA-4AE9-B154-2312908A21F4}">
      <dgm:prSet phldrT="[Текст]" phldr="1"/>
      <dgm:spPr/>
      <dgm:t>
        <a:bodyPr/>
        <a:lstStyle/>
        <a:p>
          <a:endParaRPr lang="ru-RU"/>
        </a:p>
      </dgm:t>
    </dgm:pt>
    <dgm:pt modelId="{920F9D17-8BB3-40FC-8063-A02A7335DB64}" type="parTrans" cxnId="{6227C500-95A8-419E-9B11-F204D8644E27}">
      <dgm:prSet/>
      <dgm:spPr/>
      <dgm:t>
        <a:bodyPr/>
        <a:lstStyle/>
        <a:p>
          <a:endParaRPr lang="ru-RU"/>
        </a:p>
      </dgm:t>
    </dgm:pt>
    <dgm:pt modelId="{89129D73-EFE3-4249-A7D6-E7F251F7FDBD}" type="sibTrans" cxnId="{6227C500-95A8-419E-9B11-F204D8644E27}">
      <dgm:prSet/>
      <dgm:spPr/>
      <dgm:t>
        <a:bodyPr/>
        <a:lstStyle/>
        <a:p>
          <a:endParaRPr lang="ru-RU"/>
        </a:p>
      </dgm:t>
    </dgm:pt>
    <dgm:pt modelId="{82045F8E-7B49-4C3F-9C34-3B4A75A0895B}">
      <dgm:prSet phldrT="[Текст]" phldr="1"/>
      <dgm:spPr/>
      <dgm:t>
        <a:bodyPr/>
        <a:lstStyle/>
        <a:p>
          <a:endParaRPr lang="ru-RU"/>
        </a:p>
      </dgm:t>
    </dgm:pt>
    <dgm:pt modelId="{8EA9F104-BA3D-4B34-8C4C-225A67502001}" type="parTrans" cxnId="{D021D65C-8A52-4D03-BEDA-0080E8654474}">
      <dgm:prSet/>
      <dgm:spPr/>
      <dgm:t>
        <a:bodyPr/>
        <a:lstStyle/>
        <a:p>
          <a:endParaRPr lang="ru-RU"/>
        </a:p>
      </dgm:t>
    </dgm:pt>
    <dgm:pt modelId="{4995D1B3-8431-4174-AE06-31AFFCABAA59}" type="sibTrans" cxnId="{D021D65C-8A52-4D03-BEDA-0080E8654474}">
      <dgm:prSet/>
      <dgm:spPr/>
      <dgm:t>
        <a:bodyPr/>
        <a:lstStyle/>
        <a:p>
          <a:endParaRPr lang="ru-RU"/>
        </a:p>
      </dgm:t>
    </dgm:pt>
    <dgm:pt modelId="{CC914FA3-1A11-44F7-8F56-9CED9DBD2856}" type="pres">
      <dgm:prSet presAssocID="{1EA9F3CA-2769-4AFA-94EB-287201B9F2C3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464CC5B-A93A-4BA5-9ACF-B6E41E37FC8C}" type="pres">
      <dgm:prSet presAssocID="{5037A2AE-E2D8-43A9-A173-A4EFC55D5126}" presName="parentLin" presStyleCnt="0"/>
      <dgm:spPr/>
    </dgm:pt>
    <dgm:pt modelId="{18241D02-CA49-43F0-BCA2-28090FD813DA}" type="pres">
      <dgm:prSet presAssocID="{5037A2AE-E2D8-43A9-A173-A4EFC55D5126}" presName="parentLeftMargin" presStyleLbl="node1" presStyleIdx="0" presStyleCnt="3"/>
      <dgm:spPr/>
      <dgm:t>
        <a:bodyPr/>
        <a:lstStyle/>
        <a:p>
          <a:endParaRPr lang="ru-RU"/>
        </a:p>
      </dgm:t>
    </dgm:pt>
    <dgm:pt modelId="{ED715189-FFC5-4A9D-844A-C5D7CECCC1F7}" type="pres">
      <dgm:prSet presAssocID="{5037A2AE-E2D8-43A9-A173-A4EFC55D5126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9075B03-AA80-4CFC-B8BA-25FD9CD862F1}" type="pres">
      <dgm:prSet presAssocID="{5037A2AE-E2D8-43A9-A173-A4EFC55D5126}" presName="negativeSpace" presStyleCnt="0"/>
      <dgm:spPr/>
    </dgm:pt>
    <dgm:pt modelId="{9C2CAF39-3E3F-4773-BB42-DF0631F2779D}" type="pres">
      <dgm:prSet presAssocID="{5037A2AE-E2D8-43A9-A173-A4EFC55D5126}" presName="childText" presStyleLbl="conFgAcc1" presStyleIdx="0" presStyleCnt="3">
        <dgm:presLayoutVars>
          <dgm:bulletEnabled val="1"/>
        </dgm:presLayoutVars>
      </dgm:prSet>
      <dgm:spPr/>
    </dgm:pt>
    <dgm:pt modelId="{88F18172-B8FE-40AE-A05B-18C20735A8D3}" type="pres">
      <dgm:prSet presAssocID="{09E67D74-5AF3-4A35-A8D8-589373171C3C}" presName="spaceBetweenRectangles" presStyleCnt="0"/>
      <dgm:spPr/>
    </dgm:pt>
    <dgm:pt modelId="{A1895881-E0D2-4A83-8948-91D3003B9F62}" type="pres">
      <dgm:prSet presAssocID="{DA26B7A0-DDDA-4AE9-B154-2312908A21F4}" presName="parentLin" presStyleCnt="0"/>
      <dgm:spPr/>
    </dgm:pt>
    <dgm:pt modelId="{C9B15F00-44E9-4B41-9ED1-B5730B7449B3}" type="pres">
      <dgm:prSet presAssocID="{DA26B7A0-DDDA-4AE9-B154-2312908A21F4}" presName="parentLeftMargin" presStyleLbl="node1" presStyleIdx="0" presStyleCnt="3"/>
      <dgm:spPr/>
      <dgm:t>
        <a:bodyPr/>
        <a:lstStyle/>
        <a:p>
          <a:endParaRPr lang="ru-RU"/>
        </a:p>
      </dgm:t>
    </dgm:pt>
    <dgm:pt modelId="{5842CC0C-2640-4026-8FFF-34A37A35D9D2}" type="pres">
      <dgm:prSet presAssocID="{DA26B7A0-DDDA-4AE9-B154-2312908A21F4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1E10EAD-BFA2-4DB8-AF00-32F9B9610466}" type="pres">
      <dgm:prSet presAssocID="{DA26B7A0-DDDA-4AE9-B154-2312908A21F4}" presName="negativeSpace" presStyleCnt="0"/>
      <dgm:spPr/>
    </dgm:pt>
    <dgm:pt modelId="{382B28C7-6C81-4202-A2DF-7AD2DEF069E7}" type="pres">
      <dgm:prSet presAssocID="{DA26B7A0-DDDA-4AE9-B154-2312908A21F4}" presName="childText" presStyleLbl="conFgAcc1" presStyleIdx="1" presStyleCnt="3">
        <dgm:presLayoutVars>
          <dgm:bulletEnabled val="1"/>
        </dgm:presLayoutVars>
      </dgm:prSet>
      <dgm:spPr/>
    </dgm:pt>
    <dgm:pt modelId="{71420350-8FB8-4978-BBCA-79DE85BF616A}" type="pres">
      <dgm:prSet presAssocID="{89129D73-EFE3-4249-A7D6-E7F251F7FDBD}" presName="spaceBetweenRectangles" presStyleCnt="0"/>
      <dgm:spPr/>
    </dgm:pt>
    <dgm:pt modelId="{202BD818-9BD1-482A-B6AB-F2076AA17C56}" type="pres">
      <dgm:prSet presAssocID="{82045F8E-7B49-4C3F-9C34-3B4A75A0895B}" presName="parentLin" presStyleCnt="0"/>
      <dgm:spPr/>
    </dgm:pt>
    <dgm:pt modelId="{A24B50FB-FE54-4FFA-B4BC-A6E766369AC3}" type="pres">
      <dgm:prSet presAssocID="{82045F8E-7B49-4C3F-9C34-3B4A75A0895B}" presName="parentLeftMargin" presStyleLbl="node1" presStyleIdx="1" presStyleCnt="3"/>
      <dgm:spPr/>
      <dgm:t>
        <a:bodyPr/>
        <a:lstStyle/>
        <a:p>
          <a:endParaRPr lang="ru-RU"/>
        </a:p>
      </dgm:t>
    </dgm:pt>
    <dgm:pt modelId="{0A5C6528-5ECF-46AF-A0ED-6D8EE22CC2A4}" type="pres">
      <dgm:prSet presAssocID="{82045F8E-7B49-4C3F-9C34-3B4A75A0895B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D979E40-6E6A-4462-B542-0A3152F07A68}" type="pres">
      <dgm:prSet presAssocID="{82045F8E-7B49-4C3F-9C34-3B4A75A0895B}" presName="negativeSpace" presStyleCnt="0"/>
      <dgm:spPr/>
    </dgm:pt>
    <dgm:pt modelId="{2A726C37-0BFA-42F9-9C9E-E99B2341DAAF}" type="pres">
      <dgm:prSet presAssocID="{82045F8E-7B49-4C3F-9C34-3B4A75A0895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F02D266-ED6F-488B-9A17-55DAAD6E4413}" type="presOf" srcId="{DA26B7A0-DDDA-4AE9-B154-2312908A21F4}" destId="{5842CC0C-2640-4026-8FFF-34A37A35D9D2}" srcOrd="1" destOrd="0" presId="urn:microsoft.com/office/officeart/2005/8/layout/list1"/>
    <dgm:cxn modelId="{6227C500-95A8-419E-9B11-F204D8644E27}" srcId="{1EA9F3CA-2769-4AFA-94EB-287201B9F2C3}" destId="{DA26B7A0-DDDA-4AE9-B154-2312908A21F4}" srcOrd="1" destOrd="0" parTransId="{920F9D17-8BB3-40FC-8063-A02A7335DB64}" sibTransId="{89129D73-EFE3-4249-A7D6-E7F251F7FDBD}"/>
    <dgm:cxn modelId="{46D65CF8-BFBF-4F5B-94DB-A236E7EDD4A1}" srcId="{1EA9F3CA-2769-4AFA-94EB-287201B9F2C3}" destId="{5037A2AE-E2D8-43A9-A173-A4EFC55D5126}" srcOrd="0" destOrd="0" parTransId="{2EC5FF4E-C791-4EF2-9646-30BC00320BAB}" sibTransId="{09E67D74-5AF3-4A35-A8D8-589373171C3C}"/>
    <dgm:cxn modelId="{7544325D-FFD7-4D3C-9FCC-F60F3AC63E4B}" type="presOf" srcId="{5037A2AE-E2D8-43A9-A173-A4EFC55D5126}" destId="{ED715189-FFC5-4A9D-844A-C5D7CECCC1F7}" srcOrd="1" destOrd="0" presId="urn:microsoft.com/office/officeart/2005/8/layout/list1"/>
    <dgm:cxn modelId="{52F9F250-08E1-462E-8142-00A6A4C56D1E}" type="presOf" srcId="{82045F8E-7B49-4C3F-9C34-3B4A75A0895B}" destId="{0A5C6528-5ECF-46AF-A0ED-6D8EE22CC2A4}" srcOrd="1" destOrd="0" presId="urn:microsoft.com/office/officeart/2005/8/layout/list1"/>
    <dgm:cxn modelId="{D021D65C-8A52-4D03-BEDA-0080E8654474}" srcId="{1EA9F3CA-2769-4AFA-94EB-287201B9F2C3}" destId="{82045F8E-7B49-4C3F-9C34-3B4A75A0895B}" srcOrd="2" destOrd="0" parTransId="{8EA9F104-BA3D-4B34-8C4C-225A67502001}" sibTransId="{4995D1B3-8431-4174-AE06-31AFFCABAA59}"/>
    <dgm:cxn modelId="{25BC858B-EE40-491D-B027-9D51CABD16A1}" type="presOf" srcId="{1EA9F3CA-2769-4AFA-94EB-287201B9F2C3}" destId="{CC914FA3-1A11-44F7-8F56-9CED9DBD2856}" srcOrd="0" destOrd="0" presId="urn:microsoft.com/office/officeart/2005/8/layout/list1"/>
    <dgm:cxn modelId="{6A0820B5-7451-4E4A-9D70-2A5F71EB42B8}" type="presOf" srcId="{DA26B7A0-DDDA-4AE9-B154-2312908A21F4}" destId="{C9B15F00-44E9-4B41-9ED1-B5730B7449B3}" srcOrd="0" destOrd="0" presId="urn:microsoft.com/office/officeart/2005/8/layout/list1"/>
    <dgm:cxn modelId="{BC667EDD-651C-414C-A685-4119971ED0A1}" type="presOf" srcId="{82045F8E-7B49-4C3F-9C34-3B4A75A0895B}" destId="{A24B50FB-FE54-4FFA-B4BC-A6E766369AC3}" srcOrd="0" destOrd="0" presId="urn:microsoft.com/office/officeart/2005/8/layout/list1"/>
    <dgm:cxn modelId="{CF738C8D-E7A8-49B6-AE4E-D1463CDE6995}" type="presOf" srcId="{5037A2AE-E2D8-43A9-A173-A4EFC55D5126}" destId="{18241D02-CA49-43F0-BCA2-28090FD813DA}" srcOrd="0" destOrd="0" presId="urn:microsoft.com/office/officeart/2005/8/layout/list1"/>
    <dgm:cxn modelId="{6D3A314C-0223-4FB0-8F84-B7143452EB0C}" type="presParOf" srcId="{CC914FA3-1A11-44F7-8F56-9CED9DBD2856}" destId="{3464CC5B-A93A-4BA5-9ACF-B6E41E37FC8C}" srcOrd="0" destOrd="0" presId="urn:microsoft.com/office/officeart/2005/8/layout/list1"/>
    <dgm:cxn modelId="{E5ECC63A-8C42-43C8-9871-AC6EA678E213}" type="presParOf" srcId="{3464CC5B-A93A-4BA5-9ACF-B6E41E37FC8C}" destId="{18241D02-CA49-43F0-BCA2-28090FD813DA}" srcOrd="0" destOrd="0" presId="urn:microsoft.com/office/officeart/2005/8/layout/list1"/>
    <dgm:cxn modelId="{4AFDEB6A-F902-4520-AFF7-4CB06299C7E7}" type="presParOf" srcId="{3464CC5B-A93A-4BA5-9ACF-B6E41E37FC8C}" destId="{ED715189-FFC5-4A9D-844A-C5D7CECCC1F7}" srcOrd="1" destOrd="0" presId="urn:microsoft.com/office/officeart/2005/8/layout/list1"/>
    <dgm:cxn modelId="{33056C38-9185-4396-A893-ADBA51168C26}" type="presParOf" srcId="{CC914FA3-1A11-44F7-8F56-9CED9DBD2856}" destId="{F9075B03-AA80-4CFC-B8BA-25FD9CD862F1}" srcOrd="1" destOrd="0" presId="urn:microsoft.com/office/officeart/2005/8/layout/list1"/>
    <dgm:cxn modelId="{5880F821-5273-485C-AE40-A028C7BD2060}" type="presParOf" srcId="{CC914FA3-1A11-44F7-8F56-9CED9DBD2856}" destId="{9C2CAF39-3E3F-4773-BB42-DF0631F2779D}" srcOrd="2" destOrd="0" presId="urn:microsoft.com/office/officeart/2005/8/layout/list1"/>
    <dgm:cxn modelId="{AAD1C1AA-89B1-4538-8594-6A12B4BFECBD}" type="presParOf" srcId="{CC914FA3-1A11-44F7-8F56-9CED9DBD2856}" destId="{88F18172-B8FE-40AE-A05B-18C20735A8D3}" srcOrd="3" destOrd="0" presId="urn:microsoft.com/office/officeart/2005/8/layout/list1"/>
    <dgm:cxn modelId="{7CE507B2-08A0-4BBD-9587-95B086E254A3}" type="presParOf" srcId="{CC914FA3-1A11-44F7-8F56-9CED9DBD2856}" destId="{A1895881-E0D2-4A83-8948-91D3003B9F62}" srcOrd="4" destOrd="0" presId="urn:microsoft.com/office/officeart/2005/8/layout/list1"/>
    <dgm:cxn modelId="{6F8758F7-7855-48A2-8C3F-D1E29EDF0713}" type="presParOf" srcId="{A1895881-E0D2-4A83-8948-91D3003B9F62}" destId="{C9B15F00-44E9-4B41-9ED1-B5730B7449B3}" srcOrd="0" destOrd="0" presId="urn:microsoft.com/office/officeart/2005/8/layout/list1"/>
    <dgm:cxn modelId="{27420123-7D73-4E7F-878C-337E1F321529}" type="presParOf" srcId="{A1895881-E0D2-4A83-8948-91D3003B9F62}" destId="{5842CC0C-2640-4026-8FFF-34A37A35D9D2}" srcOrd="1" destOrd="0" presId="urn:microsoft.com/office/officeart/2005/8/layout/list1"/>
    <dgm:cxn modelId="{C6C43FE4-A294-40EB-95B7-E0621BE073D7}" type="presParOf" srcId="{CC914FA3-1A11-44F7-8F56-9CED9DBD2856}" destId="{D1E10EAD-BFA2-4DB8-AF00-32F9B9610466}" srcOrd="5" destOrd="0" presId="urn:microsoft.com/office/officeart/2005/8/layout/list1"/>
    <dgm:cxn modelId="{6D80595B-FEEB-4196-8B9F-AD567830AF1D}" type="presParOf" srcId="{CC914FA3-1A11-44F7-8F56-9CED9DBD2856}" destId="{382B28C7-6C81-4202-A2DF-7AD2DEF069E7}" srcOrd="6" destOrd="0" presId="urn:microsoft.com/office/officeart/2005/8/layout/list1"/>
    <dgm:cxn modelId="{39B626AA-E656-44D3-B74E-3E60F1DA9941}" type="presParOf" srcId="{CC914FA3-1A11-44F7-8F56-9CED9DBD2856}" destId="{71420350-8FB8-4978-BBCA-79DE85BF616A}" srcOrd="7" destOrd="0" presId="urn:microsoft.com/office/officeart/2005/8/layout/list1"/>
    <dgm:cxn modelId="{11D8B5C5-800B-4E61-BB5B-7AFE0057E68A}" type="presParOf" srcId="{CC914FA3-1A11-44F7-8F56-9CED9DBD2856}" destId="{202BD818-9BD1-482A-B6AB-F2076AA17C56}" srcOrd="8" destOrd="0" presId="urn:microsoft.com/office/officeart/2005/8/layout/list1"/>
    <dgm:cxn modelId="{6EA45172-AD43-44E8-BF24-FDEED0ACE355}" type="presParOf" srcId="{202BD818-9BD1-482A-B6AB-F2076AA17C56}" destId="{A24B50FB-FE54-4FFA-B4BC-A6E766369AC3}" srcOrd="0" destOrd="0" presId="urn:microsoft.com/office/officeart/2005/8/layout/list1"/>
    <dgm:cxn modelId="{4A20E814-3490-4AC1-9C11-299506B74949}" type="presParOf" srcId="{202BD818-9BD1-482A-B6AB-F2076AA17C56}" destId="{0A5C6528-5ECF-46AF-A0ED-6D8EE22CC2A4}" srcOrd="1" destOrd="0" presId="urn:microsoft.com/office/officeart/2005/8/layout/list1"/>
    <dgm:cxn modelId="{4170CC49-1971-4F23-AC7A-DC4F30E0C5EC}" type="presParOf" srcId="{CC914FA3-1A11-44F7-8F56-9CED9DBD2856}" destId="{8D979E40-6E6A-4462-B542-0A3152F07A68}" srcOrd="9" destOrd="0" presId="urn:microsoft.com/office/officeart/2005/8/layout/list1"/>
    <dgm:cxn modelId="{4AE5F698-B82E-44DA-86F3-5FD32FA2FE93}" type="presParOf" srcId="{CC914FA3-1A11-44F7-8F56-9CED9DBD2856}" destId="{2A726C37-0BFA-42F9-9C9E-E99B2341DAA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CAF39-3E3F-4773-BB42-DF0631F2779D}">
      <dsp:nvSpPr>
        <dsp:cNvPr id="0" name=""/>
        <dsp:cNvSpPr/>
      </dsp:nvSpPr>
      <dsp:spPr>
        <a:xfrm>
          <a:off x="0" y="506528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715189-FFC5-4A9D-844A-C5D7CECCC1F7}">
      <dsp:nvSpPr>
        <dsp:cNvPr id="0" name=""/>
        <dsp:cNvSpPr/>
      </dsp:nvSpPr>
      <dsp:spPr>
        <a:xfrm>
          <a:off x="525780" y="19448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300" kern="1200"/>
        </a:p>
      </dsp:txBody>
      <dsp:txXfrm>
        <a:off x="573335" y="67003"/>
        <a:ext cx="7265810" cy="879050"/>
      </dsp:txXfrm>
    </dsp:sp>
    <dsp:sp modelId="{382B28C7-6C81-4202-A2DF-7AD2DEF069E7}">
      <dsp:nvSpPr>
        <dsp:cNvPr id="0" name=""/>
        <dsp:cNvSpPr/>
      </dsp:nvSpPr>
      <dsp:spPr>
        <a:xfrm>
          <a:off x="0" y="200340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42CC0C-2640-4026-8FFF-34A37A35D9D2}">
      <dsp:nvSpPr>
        <dsp:cNvPr id="0" name=""/>
        <dsp:cNvSpPr/>
      </dsp:nvSpPr>
      <dsp:spPr>
        <a:xfrm>
          <a:off x="525780" y="151632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300" kern="1200"/>
        </a:p>
      </dsp:txBody>
      <dsp:txXfrm>
        <a:off x="573335" y="1563884"/>
        <a:ext cx="7265810" cy="879050"/>
      </dsp:txXfrm>
    </dsp:sp>
    <dsp:sp modelId="{2A726C37-0BFA-42F9-9C9E-E99B2341DAAF}">
      <dsp:nvSpPr>
        <dsp:cNvPr id="0" name=""/>
        <dsp:cNvSpPr/>
      </dsp:nvSpPr>
      <dsp:spPr>
        <a:xfrm>
          <a:off x="0" y="350028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5C6528-5ECF-46AF-A0ED-6D8EE22CC2A4}">
      <dsp:nvSpPr>
        <dsp:cNvPr id="0" name=""/>
        <dsp:cNvSpPr/>
      </dsp:nvSpPr>
      <dsp:spPr>
        <a:xfrm>
          <a:off x="525780" y="301320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300" kern="1200"/>
        </a:p>
      </dsp:txBody>
      <dsp:txXfrm>
        <a:off x="573335" y="3060764"/>
        <a:ext cx="7265810" cy="8790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CAF39-3E3F-4773-BB42-DF0631F2779D}">
      <dsp:nvSpPr>
        <dsp:cNvPr id="0" name=""/>
        <dsp:cNvSpPr/>
      </dsp:nvSpPr>
      <dsp:spPr>
        <a:xfrm>
          <a:off x="0" y="506528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715189-FFC5-4A9D-844A-C5D7CECCC1F7}">
      <dsp:nvSpPr>
        <dsp:cNvPr id="0" name=""/>
        <dsp:cNvSpPr/>
      </dsp:nvSpPr>
      <dsp:spPr>
        <a:xfrm>
          <a:off x="525780" y="19448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300" kern="1200"/>
        </a:p>
      </dsp:txBody>
      <dsp:txXfrm>
        <a:off x="573335" y="67003"/>
        <a:ext cx="7265810" cy="879050"/>
      </dsp:txXfrm>
    </dsp:sp>
    <dsp:sp modelId="{382B28C7-6C81-4202-A2DF-7AD2DEF069E7}">
      <dsp:nvSpPr>
        <dsp:cNvPr id="0" name=""/>
        <dsp:cNvSpPr/>
      </dsp:nvSpPr>
      <dsp:spPr>
        <a:xfrm>
          <a:off x="0" y="200340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42CC0C-2640-4026-8FFF-34A37A35D9D2}">
      <dsp:nvSpPr>
        <dsp:cNvPr id="0" name=""/>
        <dsp:cNvSpPr/>
      </dsp:nvSpPr>
      <dsp:spPr>
        <a:xfrm>
          <a:off x="525780" y="151632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300" kern="1200"/>
        </a:p>
      </dsp:txBody>
      <dsp:txXfrm>
        <a:off x="573335" y="1563884"/>
        <a:ext cx="7265810" cy="879050"/>
      </dsp:txXfrm>
    </dsp:sp>
    <dsp:sp modelId="{2A726C37-0BFA-42F9-9C9E-E99B2341DAAF}">
      <dsp:nvSpPr>
        <dsp:cNvPr id="0" name=""/>
        <dsp:cNvSpPr/>
      </dsp:nvSpPr>
      <dsp:spPr>
        <a:xfrm>
          <a:off x="0" y="350028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5C6528-5ECF-46AF-A0ED-6D8EE22CC2A4}">
      <dsp:nvSpPr>
        <dsp:cNvPr id="0" name=""/>
        <dsp:cNvSpPr/>
      </dsp:nvSpPr>
      <dsp:spPr>
        <a:xfrm>
          <a:off x="525780" y="301320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300" kern="1200"/>
        </a:p>
      </dsp:txBody>
      <dsp:txXfrm>
        <a:off x="573335" y="3060764"/>
        <a:ext cx="7265810" cy="8790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CAF39-3E3F-4773-BB42-DF0631F2779D}">
      <dsp:nvSpPr>
        <dsp:cNvPr id="0" name=""/>
        <dsp:cNvSpPr/>
      </dsp:nvSpPr>
      <dsp:spPr>
        <a:xfrm>
          <a:off x="0" y="506528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715189-FFC5-4A9D-844A-C5D7CECCC1F7}">
      <dsp:nvSpPr>
        <dsp:cNvPr id="0" name=""/>
        <dsp:cNvSpPr/>
      </dsp:nvSpPr>
      <dsp:spPr>
        <a:xfrm>
          <a:off x="525780" y="19448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300" kern="1200"/>
        </a:p>
      </dsp:txBody>
      <dsp:txXfrm>
        <a:off x="573335" y="67003"/>
        <a:ext cx="7265810" cy="879050"/>
      </dsp:txXfrm>
    </dsp:sp>
    <dsp:sp modelId="{382B28C7-6C81-4202-A2DF-7AD2DEF069E7}">
      <dsp:nvSpPr>
        <dsp:cNvPr id="0" name=""/>
        <dsp:cNvSpPr/>
      </dsp:nvSpPr>
      <dsp:spPr>
        <a:xfrm>
          <a:off x="0" y="200340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42CC0C-2640-4026-8FFF-34A37A35D9D2}">
      <dsp:nvSpPr>
        <dsp:cNvPr id="0" name=""/>
        <dsp:cNvSpPr/>
      </dsp:nvSpPr>
      <dsp:spPr>
        <a:xfrm>
          <a:off x="525780" y="151632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300" kern="1200"/>
        </a:p>
      </dsp:txBody>
      <dsp:txXfrm>
        <a:off x="573335" y="1563884"/>
        <a:ext cx="7265810" cy="879050"/>
      </dsp:txXfrm>
    </dsp:sp>
    <dsp:sp modelId="{2A726C37-0BFA-42F9-9C9E-E99B2341DAAF}">
      <dsp:nvSpPr>
        <dsp:cNvPr id="0" name=""/>
        <dsp:cNvSpPr/>
      </dsp:nvSpPr>
      <dsp:spPr>
        <a:xfrm>
          <a:off x="0" y="350028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5C6528-5ECF-46AF-A0ED-6D8EE22CC2A4}">
      <dsp:nvSpPr>
        <dsp:cNvPr id="0" name=""/>
        <dsp:cNvSpPr/>
      </dsp:nvSpPr>
      <dsp:spPr>
        <a:xfrm>
          <a:off x="525780" y="301320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300" kern="1200"/>
        </a:p>
      </dsp:txBody>
      <dsp:txXfrm>
        <a:off x="573335" y="3060764"/>
        <a:ext cx="7265810" cy="8790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CAF39-3E3F-4773-BB42-DF0631F2779D}">
      <dsp:nvSpPr>
        <dsp:cNvPr id="0" name=""/>
        <dsp:cNvSpPr/>
      </dsp:nvSpPr>
      <dsp:spPr>
        <a:xfrm>
          <a:off x="0" y="506528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715189-FFC5-4A9D-844A-C5D7CECCC1F7}">
      <dsp:nvSpPr>
        <dsp:cNvPr id="0" name=""/>
        <dsp:cNvSpPr/>
      </dsp:nvSpPr>
      <dsp:spPr>
        <a:xfrm>
          <a:off x="525780" y="19448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300" kern="1200"/>
        </a:p>
      </dsp:txBody>
      <dsp:txXfrm>
        <a:off x="573335" y="67003"/>
        <a:ext cx="7265810" cy="879050"/>
      </dsp:txXfrm>
    </dsp:sp>
    <dsp:sp modelId="{382B28C7-6C81-4202-A2DF-7AD2DEF069E7}">
      <dsp:nvSpPr>
        <dsp:cNvPr id="0" name=""/>
        <dsp:cNvSpPr/>
      </dsp:nvSpPr>
      <dsp:spPr>
        <a:xfrm>
          <a:off x="0" y="200340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42CC0C-2640-4026-8FFF-34A37A35D9D2}">
      <dsp:nvSpPr>
        <dsp:cNvPr id="0" name=""/>
        <dsp:cNvSpPr/>
      </dsp:nvSpPr>
      <dsp:spPr>
        <a:xfrm>
          <a:off x="525780" y="151632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300" kern="1200"/>
        </a:p>
      </dsp:txBody>
      <dsp:txXfrm>
        <a:off x="573335" y="1563884"/>
        <a:ext cx="7265810" cy="879050"/>
      </dsp:txXfrm>
    </dsp:sp>
    <dsp:sp modelId="{2A726C37-0BFA-42F9-9C9E-E99B2341DAAF}">
      <dsp:nvSpPr>
        <dsp:cNvPr id="0" name=""/>
        <dsp:cNvSpPr/>
      </dsp:nvSpPr>
      <dsp:spPr>
        <a:xfrm>
          <a:off x="0" y="350028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5C6528-5ECF-46AF-A0ED-6D8EE22CC2A4}">
      <dsp:nvSpPr>
        <dsp:cNvPr id="0" name=""/>
        <dsp:cNvSpPr/>
      </dsp:nvSpPr>
      <dsp:spPr>
        <a:xfrm>
          <a:off x="525780" y="301320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300" kern="1200"/>
        </a:p>
      </dsp:txBody>
      <dsp:txXfrm>
        <a:off x="573335" y="3060764"/>
        <a:ext cx="7265810" cy="8790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54A91985-99C2-B7BD-28BC-F5B67AC1C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="" xmlns:a16="http://schemas.microsoft.com/office/drawing/2014/main" id="{3A7944E5-0B09-2BE5-12EE-161B908104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34BA09D6-80C3-7E64-B655-E3980D1BC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8F8B6C56-52F2-2475-9172-1402F7330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12996026-2F34-5DBD-B916-625515298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507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E9839D7-D546-2CC0-647A-9F037D071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0D0732E3-2E98-DBB8-D33C-A7FDFF92D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41934B46-A1B2-8C25-13B6-8065D00AA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8EDB7CDE-6C1A-0D54-50BB-7634EF829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07EF067D-CF74-032A-0DD3-82D33204A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2983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C4AA4249-C49E-B03A-97D8-A12E3F8F0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CCE35A01-61D5-EB5B-2CA8-0784BF520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90B9079F-D40D-D84D-8AA3-641B8AD5F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EC5283B8-309E-6CFE-935D-B4C6DDBE3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884D1BCD-00A1-154C-78B9-4D2AF98C9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51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54E4EB1-A1F1-26C3-C8AE-208481134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31D6C9F8-788B-9B22-BB6D-0A21452A39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="" xmlns:a16="http://schemas.microsoft.com/office/drawing/2014/main" id="{16C860A9-0AE0-5D61-B151-16929B73D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117570AC-5B40-9F5C-7995-7043BD4F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90C40C34-01AE-BE85-0AAC-E1F1DE09C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364AE3DE-E564-AF84-7F70-87111456B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787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F1275BB4-1274-0134-6273-58957B5C8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E7072EBC-2512-112F-80FA-DBD1C73C9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="" xmlns:a16="http://schemas.microsoft.com/office/drawing/2014/main" id="{3C143089-BEA7-D2C0-AFEA-00C475BE7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="" xmlns:a16="http://schemas.microsoft.com/office/drawing/2014/main" id="{BC77C92C-1256-5FDF-C852-795B1884E2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="" xmlns:a16="http://schemas.microsoft.com/office/drawing/2014/main" id="{45E956DA-7785-4D41-692E-F20E1C558B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="" xmlns:a16="http://schemas.microsoft.com/office/drawing/2014/main" id="{35382BD8-99DE-DD8D-0527-A51594262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="" xmlns:a16="http://schemas.microsoft.com/office/drawing/2014/main" id="{D20095A3-9378-D751-F105-7F80A3B7F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="" xmlns:a16="http://schemas.microsoft.com/office/drawing/2014/main" id="{1AEEAA77-B307-887D-8ED1-3A6E66A55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8378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42C0042-D2CE-DC4A-9C72-C27F0ACCE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="" xmlns:a16="http://schemas.microsoft.com/office/drawing/2014/main" id="{32D3075D-2E8B-DCDE-90F0-D48B33586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="" xmlns:a16="http://schemas.microsoft.com/office/drawing/2014/main" id="{220C16A2-9883-1100-AC65-DB2B050AD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="" xmlns:a16="http://schemas.microsoft.com/office/drawing/2014/main" id="{BDAA1166-129F-EC78-E258-ED9DFA53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9361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="" xmlns:a16="http://schemas.microsoft.com/office/drawing/2014/main" id="{638FAF73-AE3E-D9CC-7DBA-B787AF779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="" xmlns:a16="http://schemas.microsoft.com/office/drawing/2014/main" id="{682CD6E2-BE00-EEC1-CF32-3F0B72057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E6B190F6-EA1E-2ABC-C24D-11434C49F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460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3B53D46-AE90-4DB7-3976-3A1AD7103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F99BE12E-2E53-435F-CA1E-21A56F834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18DA1889-30C3-6134-3121-696A4FC1E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F5B51E33-C5FE-6CDE-7F22-380E5A310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4382FAA6-F200-B31D-1DE0-CD360534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866A84BD-E66D-F65D-CBD8-24CA6AA3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4685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6A99707C-BB6D-6077-A500-E8262E108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="" xmlns:a16="http://schemas.microsoft.com/office/drawing/2014/main" id="{754BB837-E662-99F7-CE70-13330A8BF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4B9D8E05-331D-F630-6C48-42E0672B2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625FB527-DF30-91B7-E040-778E0808A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39060B4E-361E-E28B-4C79-B76257DD7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C56F6CF9-85B2-313D-7FA7-11E340049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156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F88517AD-A953-4B41-C99E-4B6345AA3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="" xmlns:a16="http://schemas.microsoft.com/office/drawing/2014/main" id="{1670ABC3-C95E-B63B-E96F-BA18581D7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D7E2DE09-5FA7-C0A7-13D6-25D212373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C248ED7F-6555-B16C-DC8D-8A05A25F8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DFC618F3-EBD3-5E95-AB37-DDCE0E30B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9431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="" xmlns:a16="http://schemas.microsoft.com/office/drawing/2014/main" id="{A8FA6972-F570-0155-AF1C-6F415709EB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="" xmlns:a16="http://schemas.microsoft.com/office/drawing/2014/main" id="{02C90C2C-5D00-79EC-3CB6-D53DC423E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B3737A90-638E-FC1E-BE5E-67CDC93B9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1B95D1C3-EA78-2E2C-1B8E-D070EFF31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53DCA1C-3FD9-B960-8122-D00C4BE26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0505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164A9EAA-D8AA-9D1A-5C32-F100F921A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CB268D6C-EE88-8984-6F4B-9415EE6BE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980603C5-2ED5-5F6C-DDE8-18C15E411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A300A-2A04-4861-8880-6C52272F1B90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8E7CE5A0-F38A-7907-8C22-2D63B88FE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233F53FC-C0C7-0FF6-CB8F-37FCA56F0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3178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10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9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6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6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2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openxmlformats.org/officeDocument/2006/relationships/image" Target="../media/image2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DD415061-2F8F-CF2F-4C46-FA711EF306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="" xmlns:a16="http://schemas.microsoft.com/office/drawing/2014/main" id="{92AAFCBB-D3D6-73CB-2E2A-453623A790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1514D3E0-BA9E-381E-0604-517706605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059"/>
            <a:ext cx="12192000" cy="684580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A176F0C5-BB76-F044-1998-7E49F13C5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sp>
        <p:nvSpPr>
          <p:cNvPr id="6" name="Rectangle: Rounded Corners 7">
            <a:extLst>
              <a:ext uri="{FF2B5EF4-FFF2-40B4-BE49-F238E27FC236}">
                <a16:creationId xmlns="" xmlns:a16="http://schemas.microsoft.com/office/drawing/2014/main" id="{20E101F1-8D9D-3615-2D50-FF7E921303F3}"/>
              </a:ext>
            </a:extLst>
          </p:cNvPr>
          <p:cNvSpPr/>
          <p:nvPr/>
        </p:nvSpPr>
        <p:spPr>
          <a:xfrm>
            <a:off x="297485" y="365787"/>
            <a:ext cx="4711243" cy="944381"/>
          </a:xfrm>
          <a:prstGeom prst="roundRect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000" b="1" dirty="0" smtClean="0">
                <a:ea typeface="UD Digi Kyokasho N" panose="02020400000000000000" pitchFamily="17" charset="-128"/>
              </a:rPr>
              <a:t>NIHONGO NO MICHI</a:t>
            </a:r>
            <a:r>
              <a:rPr lang="ru-RU" altLang="ja-JP" sz="4000" b="1" dirty="0" smtClean="0">
                <a:ea typeface="UD Digi Kyokasho N" panose="02020400000000000000" pitchFamily="17" charset="-128"/>
              </a:rPr>
              <a:t> </a:t>
            </a:r>
            <a:endParaRPr lang="en-US" sz="4000" b="1" dirty="0">
              <a:ea typeface="UD Digi Kyokasho N" panose="02020400000000000000" pitchFamily="17" charset="-128"/>
            </a:endParaRPr>
          </a:p>
        </p:txBody>
      </p:sp>
      <p:sp>
        <p:nvSpPr>
          <p:cNvPr id="7" name="Rectangle: Rounded Corners 8">
            <a:extLst>
              <a:ext uri="{FF2B5EF4-FFF2-40B4-BE49-F238E27FC236}">
                <a16:creationId xmlns="" xmlns:a16="http://schemas.microsoft.com/office/drawing/2014/main" id="{4843CEAE-3668-19D1-E19D-14BF98BF0A49}"/>
              </a:ext>
            </a:extLst>
          </p:cNvPr>
          <p:cNvSpPr/>
          <p:nvPr/>
        </p:nvSpPr>
        <p:spPr>
          <a:xfrm>
            <a:off x="2646573" y="1545825"/>
            <a:ext cx="6277079" cy="2575691"/>
          </a:xfrm>
          <a:prstGeom prst="roundRect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5000" b="1" dirty="0">
                <a:ea typeface="UD Digi Kyokasho N" panose="02020400000000000000" pitchFamily="17" charset="-128"/>
              </a:rPr>
              <a:t>ALIFBO: KATAKANA </a:t>
            </a:r>
          </a:p>
          <a:p>
            <a:pPr algn="ctr"/>
            <a:r>
              <a:rPr lang="ja-JP" altLang="en-US" sz="5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 チ</a:t>
            </a:r>
            <a:r>
              <a:rPr lang="ja-JP" altLang="en-US" sz="5000" b="1" dirty="0" smtClean="0">
                <a:solidFill>
                  <a:srgbClr val="FF0000"/>
                </a:solidFill>
                <a:ea typeface="UD Digi Kyokasho N" panose="02020400000000000000" pitchFamily="17" charset="-128"/>
              </a:rPr>
              <a:t>ャ</a:t>
            </a:r>
            <a:r>
              <a:rPr lang="ru-RU" altLang="ja-JP" sz="5000" b="1" dirty="0" smtClean="0">
                <a:solidFill>
                  <a:srgbClr val="FF0000"/>
                </a:solidFill>
                <a:ea typeface="UD Digi Kyokasho N" panose="02020400000000000000" pitchFamily="17" charset="-128"/>
              </a:rPr>
              <a:t>   </a:t>
            </a:r>
            <a:r>
              <a:rPr lang="ja-JP" altLang="en-US" sz="5000" b="1" dirty="0" smtClean="0">
                <a:solidFill>
                  <a:srgbClr val="00B050"/>
                </a:solidFill>
                <a:ea typeface="UD Digi Kyokasho N" panose="02020400000000000000" pitchFamily="17" charset="-128"/>
              </a:rPr>
              <a:t>ニャ</a:t>
            </a:r>
            <a:r>
              <a:rPr lang="ru-RU" altLang="ja-JP" sz="5000" b="1" dirty="0" smtClean="0">
                <a:solidFill>
                  <a:srgbClr val="00B050"/>
                </a:solidFill>
                <a:ea typeface="UD Digi Kyokasho N" panose="02020400000000000000" pitchFamily="17" charset="-128"/>
              </a:rPr>
              <a:t> </a:t>
            </a:r>
            <a:r>
              <a:rPr lang="ru-RU" altLang="ja-JP" sz="5000" b="1" dirty="0" smtClean="0">
                <a:solidFill>
                  <a:srgbClr val="FF0000"/>
                </a:solidFill>
                <a:ea typeface="UD Digi Kyokasho N" panose="02020400000000000000" pitchFamily="17" charset="-128"/>
              </a:rPr>
              <a:t> </a:t>
            </a:r>
            <a:r>
              <a:rPr lang="ja-JP" altLang="en-US" sz="5000" b="1" dirty="0" smtClean="0">
                <a:solidFill>
                  <a:srgbClr val="00B0F0"/>
                </a:solidFill>
                <a:ea typeface="UD Digi Kyokasho N" panose="02020400000000000000" pitchFamily="17" charset="-128"/>
              </a:rPr>
              <a:t>ミ</a:t>
            </a:r>
            <a:r>
              <a:rPr lang="ja-JP" altLang="en-US" sz="5000" b="1" dirty="0">
                <a:solidFill>
                  <a:srgbClr val="00B0F0"/>
                </a:solidFill>
                <a:ea typeface="UD Digi Kyokasho N" panose="02020400000000000000" pitchFamily="17" charset="-128"/>
              </a:rPr>
              <a:t>ャ</a:t>
            </a:r>
            <a:endParaRPr lang="en-US" altLang="ja-JP" sz="5000" b="1" dirty="0">
              <a:solidFill>
                <a:srgbClr val="00B0F0"/>
              </a:solidFill>
              <a:ea typeface="UD Digi Kyokasho N" panose="02020400000000000000" pitchFamily="17" charset="-128"/>
            </a:endParaRPr>
          </a:p>
          <a:p>
            <a:r>
              <a:rPr lang="en-US" altLang="ja-JP" sz="50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  </a:t>
            </a:r>
            <a:r>
              <a:rPr lang="en-US" altLang="ja-JP" sz="5000" b="1" dirty="0" smtClean="0">
                <a:solidFill>
                  <a:srgbClr val="7030A0"/>
                </a:solidFill>
                <a:ea typeface="UD Digi Kyokasho N" panose="02020400000000000000" pitchFamily="17" charset="-128"/>
              </a:rPr>
              <a:t>   cha	     </a:t>
            </a:r>
            <a:r>
              <a:rPr lang="en-US" altLang="ja-JP" sz="5000" b="1" dirty="0" err="1" smtClean="0">
                <a:solidFill>
                  <a:srgbClr val="7030A0"/>
                </a:solidFill>
                <a:ea typeface="UD Digi Kyokasho N" panose="02020400000000000000" pitchFamily="17" charset="-128"/>
              </a:rPr>
              <a:t>nya</a:t>
            </a:r>
            <a:r>
              <a:rPr lang="en-US" altLang="ja-JP" sz="5000" b="1" dirty="0" smtClean="0">
                <a:solidFill>
                  <a:srgbClr val="7030A0"/>
                </a:solidFill>
                <a:ea typeface="UD Digi Kyokasho N" panose="02020400000000000000" pitchFamily="17" charset="-128"/>
              </a:rPr>
              <a:t>	    </a:t>
            </a:r>
            <a:r>
              <a:rPr lang="en-US" altLang="ja-JP" sz="5000" b="1" dirty="0" err="1" smtClean="0">
                <a:solidFill>
                  <a:srgbClr val="7030A0"/>
                </a:solidFill>
                <a:ea typeface="UD Digi Kyokasho N" panose="02020400000000000000" pitchFamily="17" charset="-128"/>
              </a:rPr>
              <a:t>mya</a:t>
            </a:r>
            <a:endParaRPr lang="ru-RU" altLang="ja-JP" sz="3600" b="1" dirty="0">
              <a:solidFill>
                <a:srgbClr val="FFC000"/>
              </a:solidFill>
              <a:ea typeface="UD Digi Kyokasho N" panose="02020400000000000000" pitchFamily="17" charset="-12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36F2FF11-010B-BAAF-70C7-9ED0759616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58"/>
          <a:stretch>
            <a:fillRect/>
          </a:stretch>
        </p:blipFill>
        <p:spPr>
          <a:xfrm flipH="1">
            <a:off x="6270147" y="4316693"/>
            <a:ext cx="1345560" cy="19407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C4564E30-38C3-41E0-E8E5-94ACB03DDC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344213" y="4316693"/>
            <a:ext cx="1345559" cy="19392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Picture 15">
            <a:extLst>
              <a:ext uri="{FF2B5EF4-FFF2-40B4-BE49-F238E27FC236}">
                <a16:creationId xmlns:a16="http://schemas.microsoft.com/office/drawing/2014/main" xmlns="" id="{6DE18786-6875-8076-929D-304056D657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8213" y="4559259"/>
            <a:ext cx="1223493" cy="157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219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16" name="Объект 15">
            <a:extLst>
              <a:ext uri="{FF2B5EF4-FFF2-40B4-BE49-F238E27FC236}">
                <a16:creationId xmlns="" xmlns:a16="http://schemas.microsoft.com/office/drawing/2014/main" id="{0B0393ED-35C5-E5D6-7432-D089D64A9D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583271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D6E1516A-0C73-3ECE-6285-6DC39EDBB5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64086"/>
            <a:ext cx="12192000" cy="684580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FCDA5FF7-D592-B021-30C3-0C84E73D2516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Logo">
            <a:extLst>
              <a:ext uri="{FF2B5EF4-FFF2-40B4-BE49-F238E27FC236}">
                <a16:creationId xmlns="" xmlns:a16="http://schemas.microsoft.com/office/drawing/2014/main" id="{705E1743-793C-0B50-DB93-9C95070E6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>
            <a:extLst>
              <a:ext uri="{FF2B5EF4-FFF2-40B4-BE49-F238E27FC236}">
                <a16:creationId xmlns="" xmlns:a16="http://schemas.microsoft.com/office/drawing/2014/main" id="{7A400101-85B9-BEE1-3E1D-95DD0ACE3E49}"/>
              </a:ext>
            </a:extLst>
          </p:cNvPr>
          <p:cNvSpPr/>
          <p:nvPr/>
        </p:nvSpPr>
        <p:spPr>
          <a:xfrm>
            <a:off x="309366" y="300729"/>
            <a:ext cx="3612015" cy="651154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KATAKANA</a:t>
            </a:r>
            <a:endParaRPr lang="en-US" sz="4000" b="1" dirty="0">
              <a:solidFill>
                <a:schemeClr val="tx1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9366" y="1214651"/>
            <a:ext cx="9112589" cy="4708478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3559" y="1086820"/>
            <a:ext cx="4069503" cy="2748201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21" y="1086821"/>
            <a:ext cx="2019869" cy="265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35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DC55A96-BC88-C606-2A08-75AD824D9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4036F42C-84BB-C66D-F62C-1C51DBB0B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16" name="Объект 15">
            <a:extLst>
              <a:ext uri="{FF2B5EF4-FFF2-40B4-BE49-F238E27FC236}">
                <a16:creationId xmlns="" xmlns:a16="http://schemas.microsoft.com/office/drawing/2014/main" id="{26109A2B-2E19-BF3A-2373-D238056923D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47882C39-E1A4-0463-1464-14B2CD3315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77732"/>
            <a:ext cx="12192000" cy="684580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57755B84-FCAC-A56B-D773-64C9CCDEB032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Logo">
            <a:extLst>
              <a:ext uri="{FF2B5EF4-FFF2-40B4-BE49-F238E27FC236}">
                <a16:creationId xmlns="" xmlns:a16="http://schemas.microsoft.com/office/drawing/2014/main" id="{8F35428D-9C26-6FFA-9A22-3470468E4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>
            <a:extLst>
              <a:ext uri="{FF2B5EF4-FFF2-40B4-BE49-F238E27FC236}">
                <a16:creationId xmlns="" xmlns:a16="http://schemas.microsoft.com/office/drawing/2014/main" id="{694252C0-A5AF-A41C-48A9-2CC47091EB54}"/>
              </a:ext>
            </a:extLst>
          </p:cNvPr>
          <p:cNvSpPr/>
          <p:nvPr/>
        </p:nvSpPr>
        <p:spPr>
          <a:xfrm>
            <a:off x="309366" y="300729"/>
            <a:ext cx="3612015" cy="651154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KATAKANA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CBFFC13-FB16-F78F-95DA-EB7153B6E3DF}"/>
              </a:ext>
            </a:extLst>
          </p:cNvPr>
          <p:cNvSpPr txBox="1"/>
          <p:nvPr/>
        </p:nvSpPr>
        <p:spPr>
          <a:xfrm>
            <a:off x="3379685" y="1120159"/>
            <a:ext cx="3542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 b="1" dirty="0">
                <a:ea typeface="UD デジタル 教科書体 N" panose="02020400000000000000" pitchFamily="17" charset="-128"/>
              </a:rPr>
              <a:t>ちゃ→</a:t>
            </a:r>
            <a:r>
              <a:rPr lang="ja-JP" altLang="en-US" sz="3600" b="1" dirty="0">
                <a:solidFill>
                  <a:srgbClr val="FF0000"/>
                </a:solidFill>
                <a:ea typeface="UD デジタル 教科書体 N" panose="02020400000000000000" pitchFamily="17" charset="-128"/>
              </a:rPr>
              <a:t>チャ</a:t>
            </a:r>
            <a:endParaRPr lang="en-US" altLang="ja-JP" sz="3600" b="1" dirty="0">
              <a:solidFill>
                <a:srgbClr val="FF0000"/>
              </a:solidFill>
              <a:ea typeface="UD デジタル 教科書体 N" panose="02020400000000000000" pitchFamily="17" charset="-128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005118"/>
              </p:ext>
            </p:extLst>
          </p:nvPr>
        </p:nvGraphicFramePr>
        <p:xfrm>
          <a:off x="1086943" y="1993901"/>
          <a:ext cx="8128000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/>
                <a:gridCol w="1625600"/>
                <a:gridCol w="1625600"/>
                <a:gridCol w="1625600"/>
                <a:gridCol w="1625600"/>
              </a:tblGrid>
              <a:tr h="346222"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b="1" u="none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</a:tr>
              <a:tr h="346222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800" b="1" u="none" dirty="0" smtClean="0">
                          <a:effectLst/>
                          <a:latin typeface="+mn-lt"/>
                        </a:rPr>
                        <a:t>チ</a:t>
                      </a:r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smtClean="0">
                          <a:effectLst/>
                          <a:latin typeface="+mn-lt"/>
                        </a:rPr>
                        <a:t>+</a:t>
                      </a:r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800" b="1" u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UD デジタル 教科書体 N" panose="02020400000000000000" pitchFamily="17" charset="-128"/>
                        </a:rPr>
                        <a:t>ャ</a:t>
                      </a:r>
                      <a:endParaRPr lang="ru-RU" sz="2800" b="1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smtClean="0">
                          <a:effectLst/>
                          <a:latin typeface="+mn-lt"/>
                        </a:rPr>
                        <a:t>=</a:t>
                      </a:r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800" b="1" u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UD デジタル 教科書体 N" panose="02020400000000000000" pitchFamily="17" charset="-128"/>
                        </a:rPr>
                        <a:t>チャ</a:t>
                      </a:r>
                      <a:endParaRPr lang="ru-RU" sz="2800" b="1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</a:tr>
              <a:tr h="346222"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smtClean="0">
                          <a:effectLst/>
                          <a:latin typeface="+mn-lt"/>
                        </a:rPr>
                        <a:t>ch</a:t>
                      </a:r>
                      <a:r>
                        <a:rPr lang="en-US" sz="2800" b="1" u="none" strike="sngStrike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i</a:t>
                      </a:r>
                      <a:endParaRPr lang="ru-RU" sz="2800" b="1" u="none" strike="sng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err="1" smtClean="0">
                          <a:effectLst/>
                          <a:latin typeface="+mn-lt"/>
                        </a:rPr>
                        <a:t>ya</a:t>
                      </a:r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cha</a:t>
                      </a:r>
                      <a:endParaRPr lang="ru-RU" sz="2800" b="1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</a:tr>
              <a:tr h="346222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800" b="1" u="none" dirty="0" smtClean="0">
                          <a:effectLst/>
                          <a:latin typeface="+mn-lt"/>
                        </a:rPr>
                        <a:t>チ</a:t>
                      </a:r>
                      <a:endParaRPr lang="en-US" altLang="ja-JP" sz="2800" b="1" u="none" dirty="0" smtClean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smtClean="0">
                          <a:effectLst/>
                          <a:latin typeface="+mn-lt"/>
                        </a:rPr>
                        <a:t>+</a:t>
                      </a:r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800" b="1" u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UD デジタル 教科書体 N" panose="02020400000000000000" pitchFamily="17" charset="-128"/>
                        </a:rPr>
                        <a:t>ュ</a:t>
                      </a:r>
                      <a:endParaRPr lang="ru-RU" sz="2800" b="1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smtClean="0">
                          <a:effectLst/>
                          <a:latin typeface="+mn-lt"/>
                        </a:rPr>
                        <a:t>=</a:t>
                      </a:r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800" b="1" u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UD デジタル 教科書体 N" panose="02020400000000000000" pitchFamily="17" charset="-128"/>
                        </a:rPr>
                        <a:t>チュ</a:t>
                      </a:r>
                      <a:endParaRPr lang="ru-RU" sz="2800" b="1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</a:tr>
              <a:tr h="346222"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smtClean="0">
                          <a:effectLst/>
                          <a:latin typeface="+mn-lt"/>
                        </a:rPr>
                        <a:t>ch</a:t>
                      </a:r>
                      <a:r>
                        <a:rPr lang="en-US" sz="2800" b="1" u="none" strike="sngStrike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i</a:t>
                      </a:r>
                      <a:endParaRPr lang="ru-RU" sz="2800" b="1" u="none" strike="sng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yu</a:t>
                      </a:r>
                      <a:endParaRPr lang="ru-RU" sz="2800" b="1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chu</a:t>
                      </a:r>
                      <a:endParaRPr lang="en-US" sz="2800" b="1" u="none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</a:tr>
              <a:tr h="346222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800" b="1" u="none" dirty="0" smtClean="0">
                          <a:effectLst/>
                          <a:latin typeface="+mn-lt"/>
                        </a:rPr>
                        <a:t>チ</a:t>
                      </a:r>
                      <a:endParaRPr lang="en-US" altLang="ja-JP" sz="2800" b="1" u="none" dirty="0" smtClean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smtClean="0">
                          <a:effectLst/>
                          <a:latin typeface="+mn-lt"/>
                        </a:rPr>
                        <a:t>+</a:t>
                      </a:r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800" b="1" u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UD デジタル 教科書体 N" panose="02020400000000000000" pitchFamily="17" charset="-128"/>
                        </a:rPr>
                        <a:t>ョ</a:t>
                      </a:r>
                      <a:endParaRPr lang="ru-RU" sz="2800" b="1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smtClean="0">
                          <a:effectLst/>
                          <a:latin typeface="+mn-lt"/>
                        </a:rPr>
                        <a:t>=</a:t>
                      </a:r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800" b="1" u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UD デジタル 教科書体 N" panose="02020400000000000000" pitchFamily="17" charset="-128"/>
                        </a:rPr>
                        <a:t>チョ</a:t>
                      </a:r>
                      <a:endParaRPr lang="en-US" sz="2800" b="1" u="none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</a:tr>
              <a:tr h="346222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800" b="1" u="none" dirty="0" smtClean="0">
                          <a:effectLst/>
                          <a:latin typeface="+mn-lt"/>
                        </a:rPr>
                        <a:t>ch</a:t>
                      </a:r>
                      <a:r>
                        <a:rPr lang="en-US" altLang="ja-JP" sz="2800" b="1" u="none" strike="sngStrike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yo</a:t>
                      </a:r>
                      <a:endParaRPr lang="ru-RU" sz="2800" b="1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cho</a:t>
                      </a:r>
                      <a:endParaRPr lang="en-US" sz="2800" b="1" u="none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6346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E7635566-6148-5745-971B-210EB2FBE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771"/>
            <a:ext cx="12192000" cy="6857999"/>
          </a:xfrm>
          <a:prstGeom prst="rect">
            <a:avLst/>
          </a:prstGeom>
        </p:spPr>
      </p:pic>
      <p:cxnSp>
        <p:nvCxnSpPr>
          <p:cNvPr id="5" name="Straight Connector 7">
            <a:extLst>
              <a:ext uri="{FF2B5EF4-FFF2-40B4-BE49-F238E27FC236}">
                <a16:creationId xmlns="" xmlns:a16="http://schemas.microsoft.com/office/drawing/2014/main" id="{49CCFBDF-2046-7B25-35F8-37E040139990}"/>
              </a:ext>
            </a:extLst>
          </p:cNvPr>
          <p:cNvCxnSpPr/>
          <p:nvPr/>
        </p:nvCxnSpPr>
        <p:spPr>
          <a:xfrm>
            <a:off x="10301154" y="340365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Logo">
            <a:extLst>
              <a:ext uri="{FF2B5EF4-FFF2-40B4-BE49-F238E27FC236}">
                <a16:creationId xmlns="" xmlns:a16="http://schemas.microsoft.com/office/drawing/2014/main" id="{9A858AD9-2E12-B0FD-12E6-4A40D8185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: Rounded Corners 13">
            <a:extLst>
              <a:ext uri="{FF2B5EF4-FFF2-40B4-BE49-F238E27FC236}">
                <a16:creationId xmlns="" xmlns:a16="http://schemas.microsoft.com/office/drawing/2014/main" id="{E2D93C22-74B5-1921-3F5E-4AD68A255EBA}"/>
              </a:ext>
            </a:extLst>
          </p:cNvPr>
          <p:cNvSpPr/>
          <p:nvPr/>
        </p:nvSpPr>
        <p:spPr>
          <a:xfrm>
            <a:off x="433959" y="340364"/>
            <a:ext cx="2309242" cy="651154"/>
          </a:xfrm>
          <a:prstGeom prst="roundRect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 smtClean="0"/>
              <a:t>YOZILISHI</a:t>
            </a:r>
            <a:endParaRPr lang="en-US" sz="4000" b="1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8919" y="447238"/>
            <a:ext cx="5254389" cy="1698281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958" y="2402006"/>
            <a:ext cx="5379989" cy="169635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8919" y="4312693"/>
            <a:ext cx="5254390" cy="1697630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1588580" y="1212633"/>
            <a:ext cx="249940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ja-JP" altLang="en-US" sz="3600" b="1" dirty="0">
                <a:ea typeface="UD デジタル 教科書体 N" panose="02020400000000000000" pitchFamily="17" charset="-128"/>
              </a:rPr>
              <a:t>ちゃ→</a:t>
            </a:r>
            <a:r>
              <a:rPr lang="ja-JP" altLang="en-US" sz="3600" b="1" dirty="0">
                <a:solidFill>
                  <a:srgbClr val="FF0000"/>
                </a:solidFill>
                <a:ea typeface="UD デジタル 教科書体 N" panose="02020400000000000000" pitchFamily="17" charset="-128"/>
              </a:rPr>
              <a:t>チャ</a:t>
            </a:r>
            <a:endParaRPr lang="en-US" altLang="ja-JP" sz="3600" b="1" dirty="0">
              <a:solidFill>
                <a:srgbClr val="FF0000"/>
              </a:solidFill>
              <a:ea typeface="UD デジタル 教科書体 N" panose="02020400000000000000" pitchFamily="17" charset="-128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5849558" y="3060104"/>
            <a:ext cx="24994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3600" b="1" dirty="0">
                <a:ea typeface="UD デジタル 教科書体 N" panose="02020400000000000000" pitchFamily="17" charset="-128"/>
              </a:rPr>
              <a:t>にゃ→</a:t>
            </a:r>
            <a:r>
              <a:rPr lang="ja-JP" altLang="en-US" sz="3600" b="1" dirty="0">
                <a:solidFill>
                  <a:srgbClr val="FF0000"/>
                </a:solidFill>
                <a:ea typeface="UD デジタル 教科書体 N" panose="02020400000000000000" pitchFamily="17" charset="-128"/>
              </a:rPr>
              <a:t>ニャ</a:t>
            </a:r>
            <a:endParaRPr lang="en-US" altLang="ja-JP" sz="3600" b="1" dirty="0">
              <a:solidFill>
                <a:srgbClr val="FF0000"/>
              </a:solidFill>
              <a:ea typeface="UD デジタル 教科書体 N" panose="02020400000000000000" pitchFamily="17" charset="-128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1493501" y="4885796"/>
            <a:ext cx="24994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ja-JP" altLang="en-US" sz="3600" b="1" dirty="0">
                <a:ea typeface="UD デジタル 教科書体 N" panose="02020400000000000000" pitchFamily="17" charset="-128"/>
              </a:rPr>
              <a:t>みゃ→</a:t>
            </a:r>
            <a:r>
              <a:rPr lang="ja-JP" altLang="en-US" sz="3600" b="1" dirty="0">
                <a:solidFill>
                  <a:srgbClr val="FF0000"/>
                </a:solidFill>
                <a:ea typeface="UD デジタル 教科書体 N" panose="02020400000000000000" pitchFamily="17" charset="-128"/>
              </a:rPr>
              <a:t>ミャ</a:t>
            </a:r>
            <a:endParaRPr lang="en-US" altLang="ja-JP" sz="3600" b="1" dirty="0">
              <a:solidFill>
                <a:srgbClr val="FF0000"/>
              </a:solidFill>
              <a:ea typeface="UD デジタル 教科書体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07653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0AB6F9E-2572-6547-022E-F909F19B7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7A7F96EE-31CE-D066-FB4E-98FB2420D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385F3DDF-828B-45A7-0D3B-9F8E746A2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53BB3794-B6CF-37ED-D589-4FD87455D591}"/>
              </a:ext>
            </a:extLst>
          </p:cNvPr>
          <p:cNvCxnSpPr/>
          <p:nvPr/>
        </p:nvCxnSpPr>
        <p:spPr>
          <a:xfrm>
            <a:off x="10301154" y="340365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="" xmlns:a16="http://schemas.microsoft.com/office/drawing/2014/main" id="{75D9B2AA-6332-1273-58D6-782786418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="" xmlns:a16="http://schemas.microsoft.com/office/drawing/2014/main" id="{A2C43762-E33A-03CB-41A6-C88FFDE24818}"/>
              </a:ext>
            </a:extLst>
          </p:cNvPr>
          <p:cNvSpPr/>
          <p:nvPr/>
        </p:nvSpPr>
        <p:spPr>
          <a:xfrm>
            <a:off x="308472" y="340365"/>
            <a:ext cx="2035483" cy="651154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 smtClean="0"/>
              <a:t>SO‘ZLAR</a:t>
            </a:r>
            <a:endParaRPr lang="en-US" sz="4000" b="1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CFF3721A-4489-394B-BF1D-770EFACDB51E}"/>
              </a:ext>
            </a:extLst>
          </p:cNvPr>
          <p:cNvSpPr txBox="1"/>
          <p:nvPr/>
        </p:nvSpPr>
        <p:spPr>
          <a:xfrm>
            <a:off x="1911671" y="1340869"/>
            <a:ext cx="24583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ea typeface="UD デジタル 教科書体 N" panose="02020400000000000000" pitchFamily="17" charset="-128"/>
              </a:rPr>
              <a:t>チャ</a:t>
            </a:r>
            <a:r>
              <a:rPr lang="ja-JP" altLang="en-US" sz="4400" b="1" dirty="0">
                <a:ea typeface="UD デジタル 教科書体 N" panose="02020400000000000000" pitchFamily="17" charset="-128"/>
              </a:rPr>
              <a:t>ンス</a:t>
            </a:r>
            <a:endParaRPr lang="en-US" sz="4400" b="1" dirty="0">
              <a:ea typeface="UD デジタル 教科書体 N" panose="02020400000000000000" pitchFamily="17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1D599DD-7393-D992-65DB-7B7781FF94F4}"/>
              </a:ext>
            </a:extLst>
          </p:cNvPr>
          <p:cNvSpPr txBox="1"/>
          <p:nvPr/>
        </p:nvSpPr>
        <p:spPr>
          <a:xfrm>
            <a:off x="6755177" y="1403309"/>
            <a:ext cx="20845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 smtClean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チョ</a:t>
            </a:r>
            <a:r>
              <a:rPr lang="ja-JP" altLang="en-US" sz="4400" b="1" dirty="0" smtClean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コ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962" y="2069149"/>
            <a:ext cx="4120078" cy="4099468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167" y="2356414"/>
            <a:ext cx="2722860" cy="208168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91D599DD-7393-D992-65DB-7B7781FF94F4}"/>
              </a:ext>
            </a:extLst>
          </p:cNvPr>
          <p:cNvSpPr txBox="1"/>
          <p:nvPr/>
        </p:nvSpPr>
        <p:spPr>
          <a:xfrm>
            <a:off x="6560841" y="4627244"/>
            <a:ext cx="24732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ea typeface="UD デジタル 教科書体 N" panose="02020400000000000000" pitchFamily="17" charset="-128"/>
              </a:rPr>
              <a:t>Chocolate</a:t>
            </a:r>
            <a:endParaRPr lang="en-US" sz="4400" dirty="0">
              <a:ea typeface="UD デジタル 教科書体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22894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66F94F1-799F-D588-6956-1C3727C8C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4A9789D4-4852-A9FA-195A-2BAB172E7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16" name="Объект 15">
            <a:extLst>
              <a:ext uri="{FF2B5EF4-FFF2-40B4-BE49-F238E27FC236}">
                <a16:creationId xmlns="" xmlns:a16="http://schemas.microsoft.com/office/drawing/2014/main" id="{3517FB85-1BEB-1E9E-D3B3-1CA42804619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8BC893D4-4891-5C8A-C21E-C2DF63B7AF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77733"/>
            <a:ext cx="12192000" cy="684580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4DB940C8-26E3-3BE2-F800-A29F796DB38A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Logo">
            <a:extLst>
              <a:ext uri="{FF2B5EF4-FFF2-40B4-BE49-F238E27FC236}">
                <a16:creationId xmlns="" xmlns:a16="http://schemas.microsoft.com/office/drawing/2014/main" id="{12F90F81-A6F1-660D-EE56-7DE6B4F43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>
            <a:extLst>
              <a:ext uri="{FF2B5EF4-FFF2-40B4-BE49-F238E27FC236}">
                <a16:creationId xmlns="" xmlns:a16="http://schemas.microsoft.com/office/drawing/2014/main" id="{1A0A5E5F-89E6-8259-316A-6E314024B130}"/>
              </a:ext>
            </a:extLst>
          </p:cNvPr>
          <p:cNvSpPr/>
          <p:nvPr/>
        </p:nvSpPr>
        <p:spPr>
          <a:xfrm>
            <a:off x="309366" y="300729"/>
            <a:ext cx="3612015" cy="651154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KATAKANA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684D669A-59A4-6666-726B-6C953E1C34EB}"/>
              </a:ext>
            </a:extLst>
          </p:cNvPr>
          <p:cNvSpPr txBox="1"/>
          <p:nvPr/>
        </p:nvSpPr>
        <p:spPr>
          <a:xfrm>
            <a:off x="3921381" y="1085065"/>
            <a:ext cx="3355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にゃ→</a:t>
            </a:r>
            <a:r>
              <a:rPr lang="ja-JP" altLang="en-US" sz="36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ニャ</a:t>
            </a:r>
            <a:endParaRPr lang="en-US" altLang="ja-JP" sz="3600" b="1" dirty="0">
              <a:solidFill>
                <a:srgbClr val="FF0000"/>
              </a:solidFill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830684"/>
              </p:ext>
            </p:extLst>
          </p:nvPr>
        </p:nvGraphicFramePr>
        <p:xfrm>
          <a:off x="1086943" y="1993901"/>
          <a:ext cx="8128000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/>
                <a:gridCol w="1625600"/>
                <a:gridCol w="1625600"/>
                <a:gridCol w="1625600"/>
                <a:gridCol w="1625600"/>
              </a:tblGrid>
              <a:tr h="230684"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800" b="1" dirty="0" smtClean="0">
                          <a:solidFill>
                            <a:schemeClr val="tx1"/>
                          </a:solidFill>
                          <a:latin typeface="+mn-lt"/>
                          <a:ea typeface="UD デジタル 教科書体 N" panose="02020400000000000000" pitchFamily="17" charset="-128"/>
                        </a:rPr>
                        <a:t>ニ</a:t>
                      </a:r>
                      <a:endParaRPr lang="ru-RU" sz="2800" b="1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smtClean="0">
                          <a:effectLst/>
                          <a:latin typeface="+mn-lt"/>
                        </a:rPr>
                        <a:t>+</a:t>
                      </a:r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800" b="1" u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UD デジタル 教科書体 N" panose="02020400000000000000" pitchFamily="17" charset="-128"/>
                        </a:rPr>
                        <a:t>ャ</a:t>
                      </a:r>
                      <a:endParaRPr lang="ru-RU" sz="2800" b="1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smtClean="0">
                          <a:effectLst/>
                          <a:latin typeface="+mn-lt"/>
                        </a:rPr>
                        <a:t>=</a:t>
                      </a:r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2800" b="1" dirty="0" smtClean="0">
                          <a:solidFill>
                            <a:schemeClr val="tx1"/>
                          </a:solidFill>
                          <a:latin typeface="+mn-lt"/>
                          <a:ea typeface="UD デジタル 教科書体 N" panose="02020400000000000000" pitchFamily="17" charset="-128"/>
                        </a:rPr>
                        <a:t>ニ</a:t>
                      </a:r>
                      <a:r>
                        <a:rPr lang="ja-JP" altLang="en-US" sz="2800" b="1" u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UD デジタル 教科書体 N" panose="02020400000000000000" pitchFamily="17" charset="-128"/>
                        </a:rPr>
                        <a:t>ャ</a:t>
                      </a:r>
                      <a:endParaRPr lang="ru-RU" sz="2800" b="1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n</a:t>
                      </a:r>
                      <a:r>
                        <a:rPr lang="en-US" sz="2800" b="1" u="none" strike="sngStrike" dirty="0" err="1" smtClean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i</a:t>
                      </a:r>
                      <a:endParaRPr lang="ru-RU" sz="2800" b="1" u="none" strike="sng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err="1" smtClean="0">
                          <a:effectLst/>
                          <a:latin typeface="+mn-lt"/>
                        </a:rPr>
                        <a:t>ya</a:t>
                      </a:r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nya</a:t>
                      </a:r>
                      <a:endParaRPr lang="ru-RU" sz="2800" b="1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2800" b="1" dirty="0" smtClean="0">
                          <a:solidFill>
                            <a:schemeClr val="tx1"/>
                          </a:solidFill>
                          <a:latin typeface="+mn-lt"/>
                          <a:ea typeface="UD デジタル 教科書体 N" panose="02020400000000000000" pitchFamily="17" charset="-128"/>
                        </a:rPr>
                        <a:t>ニ</a:t>
                      </a:r>
                      <a:endParaRPr lang="ru-RU" sz="2800" b="1" u="none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smtClean="0">
                          <a:effectLst/>
                          <a:latin typeface="+mn-lt"/>
                        </a:rPr>
                        <a:t>+</a:t>
                      </a:r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800" b="1" u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UD デジタル 教科書体 N" panose="02020400000000000000" pitchFamily="17" charset="-128"/>
                        </a:rPr>
                        <a:t>ュ</a:t>
                      </a:r>
                      <a:endParaRPr lang="ru-RU" sz="2800" b="1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smtClean="0">
                          <a:effectLst/>
                          <a:latin typeface="+mn-lt"/>
                        </a:rPr>
                        <a:t>=</a:t>
                      </a:r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2800" b="1" dirty="0" smtClean="0">
                          <a:solidFill>
                            <a:schemeClr val="tx1"/>
                          </a:solidFill>
                          <a:latin typeface="+mn-lt"/>
                          <a:ea typeface="UD デジタル 教科書体 N" panose="02020400000000000000" pitchFamily="17" charset="-128"/>
                        </a:rPr>
                        <a:t>ニ</a:t>
                      </a:r>
                      <a:r>
                        <a:rPr lang="ja-JP" altLang="en-US" sz="2800" b="1" u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UD デジタル 教科書体 N" panose="02020400000000000000" pitchFamily="17" charset="-128"/>
                        </a:rPr>
                        <a:t>ュ</a:t>
                      </a:r>
                      <a:endParaRPr lang="ru-RU" sz="2800" b="1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n</a:t>
                      </a:r>
                      <a:r>
                        <a:rPr lang="en-US" sz="2800" b="1" u="none" strike="sngStrike" dirty="0" err="1" smtClean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i</a:t>
                      </a:r>
                      <a:endParaRPr lang="ru-RU" sz="2800" b="1" u="none" strike="sng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yu</a:t>
                      </a:r>
                      <a:endParaRPr lang="ru-RU" sz="2800" b="1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nyu</a:t>
                      </a:r>
                      <a:endParaRPr lang="en-US" sz="2800" b="1" u="none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2800" b="1" dirty="0" smtClean="0">
                          <a:solidFill>
                            <a:schemeClr val="tx1"/>
                          </a:solidFill>
                          <a:latin typeface="+mn-lt"/>
                          <a:ea typeface="UD デジタル 教科書体 N" panose="02020400000000000000" pitchFamily="17" charset="-128"/>
                        </a:rPr>
                        <a:t>ニ</a:t>
                      </a:r>
                      <a:endParaRPr lang="ru-RU" sz="2800" b="1" u="none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smtClean="0">
                          <a:effectLst/>
                          <a:latin typeface="+mn-lt"/>
                        </a:rPr>
                        <a:t>+</a:t>
                      </a:r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800" b="1" u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UD デジタル 教科書体 N" panose="02020400000000000000" pitchFamily="17" charset="-128"/>
                        </a:rPr>
                        <a:t>ョ</a:t>
                      </a:r>
                      <a:endParaRPr lang="ru-RU" sz="2800" b="1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smtClean="0">
                          <a:effectLst/>
                          <a:latin typeface="+mn-lt"/>
                        </a:rPr>
                        <a:t>=</a:t>
                      </a:r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2800" b="1" dirty="0" smtClean="0">
                          <a:solidFill>
                            <a:schemeClr val="tx1"/>
                          </a:solidFill>
                          <a:latin typeface="+mn-lt"/>
                          <a:ea typeface="UD デジタル 教科書体 N" panose="02020400000000000000" pitchFamily="17" charset="-128"/>
                        </a:rPr>
                        <a:t>ニ</a:t>
                      </a:r>
                      <a:r>
                        <a:rPr lang="ja-JP" altLang="en-US" sz="2800" b="1" u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UD デジタル 教科書体 N" panose="02020400000000000000" pitchFamily="17" charset="-128"/>
                        </a:rPr>
                        <a:t>ョ</a:t>
                      </a:r>
                      <a:endParaRPr lang="en-US" sz="2800" b="1" u="none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800" b="1" u="none" strike="noStrike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n</a:t>
                      </a:r>
                      <a:r>
                        <a:rPr lang="en-US" altLang="ja-JP" sz="2800" b="1" u="none" strike="sngStrike" dirty="0" err="1" smtClean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i</a:t>
                      </a:r>
                      <a:endParaRPr lang="en-US" altLang="ja-JP" sz="2800" b="1" u="none" strike="sngStrike" dirty="0" smtClean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yo</a:t>
                      </a:r>
                      <a:endParaRPr lang="ru-RU" sz="2800" b="1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nyo</a:t>
                      </a:r>
                      <a:endParaRPr lang="en-US" sz="2800" b="1" u="none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4807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C94A26A-0455-342B-655D-11A71A277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5FC18D37-F75D-4952-45E9-4F0CD3155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D03C3C08-E8EE-7E93-F670-100EA952D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771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79ED28F-04F5-0A80-F4F3-8902590C1044}"/>
              </a:ext>
            </a:extLst>
          </p:cNvPr>
          <p:cNvCxnSpPr/>
          <p:nvPr/>
        </p:nvCxnSpPr>
        <p:spPr>
          <a:xfrm>
            <a:off x="10301154" y="340365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="" xmlns:a16="http://schemas.microsoft.com/office/drawing/2014/main" id="{4A263BAE-52C8-0CB4-58FC-E93BA8462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="" xmlns:a16="http://schemas.microsoft.com/office/drawing/2014/main" id="{A9C53F71-ED78-415E-980C-7230AE0C8314}"/>
              </a:ext>
            </a:extLst>
          </p:cNvPr>
          <p:cNvSpPr/>
          <p:nvPr/>
        </p:nvSpPr>
        <p:spPr>
          <a:xfrm>
            <a:off x="308471" y="340365"/>
            <a:ext cx="2099877" cy="651154"/>
          </a:xfrm>
          <a:prstGeom prst="roundRect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 smtClean="0"/>
              <a:t>SO‘ZLAR</a:t>
            </a:r>
            <a:endParaRPr lang="en-US" sz="4000" b="1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3BD0C46-7027-6235-E5A2-60A4441AC8BE}"/>
              </a:ext>
            </a:extLst>
          </p:cNvPr>
          <p:cNvSpPr txBox="1"/>
          <p:nvPr/>
        </p:nvSpPr>
        <p:spPr>
          <a:xfrm>
            <a:off x="1020687" y="1707955"/>
            <a:ext cx="38764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ニャ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ー</a:t>
            </a:r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ニャ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ー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B153C2D-B1FB-D292-16C4-CE30E0D7A727}"/>
              </a:ext>
            </a:extLst>
          </p:cNvPr>
          <p:cNvSpPr txBox="1"/>
          <p:nvPr/>
        </p:nvSpPr>
        <p:spPr>
          <a:xfrm>
            <a:off x="6045956" y="1697630"/>
            <a:ext cx="27943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ニュ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ース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687" y="2724624"/>
            <a:ext cx="3492375" cy="2545194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933" y="2724624"/>
            <a:ext cx="3384363" cy="2545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363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BF1D67C-863C-A7CB-DC9C-BA36AE300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631A7C22-DC2B-8B6A-32DC-A353FB5BF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16" name="Объект 15">
            <a:extLst>
              <a:ext uri="{FF2B5EF4-FFF2-40B4-BE49-F238E27FC236}">
                <a16:creationId xmlns="" xmlns:a16="http://schemas.microsoft.com/office/drawing/2014/main" id="{75FDC4CB-3C42-5B47-1FEA-CC2D95C2C81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5EC3092D-786B-E2D7-A730-7ED8107A7E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77733"/>
            <a:ext cx="12192000" cy="684580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AED00990-F535-8A22-9E20-F5983F5A7EB1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Logo">
            <a:extLst>
              <a:ext uri="{FF2B5EF4-FFF2-40B4-BE49-F238E27FC236}">
                <a16:creationId xmlns="" xmlns:a16="http://schemas.microsoft.com/office/drawing/2014/main" id="{50ECB1CB-62C3-0CFA-9CA5-3F9091E9A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>
            <a:extLst>
              <a:ext uri="{FF2B5EF4-FFF2-40B4-BE49-F238E27FC236}">
                <a16:creationId xmlns="" xmlns:a16="http://schemas.microsoft.com/office/drawing/2014/main" id="{8CE3AD79-5EFD-EA28-B491-ED8BB988D09A}"/>
              </a:ext>
            </a:extLst>
          </p:cNvPr>
          <p:cNvSpPr/>
          <p:nvPr/>
        </p:nvSpPr>
        <p:spPr>
          <a:xfrm>
            <a:off x="309366" y="300729"/>
            <a:ext cx="3612015" cy="651154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KATAKANA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A6B7D92-4731-6DDB-2E5F-6F4F0009B0B9}"/>
              </a:ext>
            </a:extLst>
          </p:cNvPr>
          <p:cNvSpPr txBox="1"/>
          <p:nvPr/>
        </p:nvSpPr>
        <p:spPr>
          <a:xfrm>
            <a:off x="3399938" y="1111825"/>
            <a:ext cx="3474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みゃ→</a:t>
            </a:r>
            <a:r>
              <a:rPr lang="ja-JP" altLang="en-US" sz="36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ミャ</a:t>
            </a:r>
            <a:endParaRPr lang="en-US" altLang="ja-JP" sz="3600" b="1" dirty="0">
              <a:solidFill>
                <a:srgbClr val="FF0000"/>
              </a:solidFill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319027"/>
              </p:ext>
            </p:extLst>
          </p:nvPr>
        </p:nvGraphicFramePr>
        <p:xfrm>
          <a:off x="1086943" y="1993901"/>
          <a:ext cx="8128000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/>
                <a:gridCol w="1625600"/>
                <a:gridCol w="1625600"/>
                <a:gridCol w="1625600"/>
                <a:gridCol w="1625600"/>
              </a:tblGrid>
              <a:tr h="230684"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800" b="1" dirty="0" smtClean="0">
                          <a:solidFill>
                            <a:schemeClr val="tx1"/>
                          </a:solidFill>
                          <a:latin typeface="+mn-lt"/>
                          <a:ea typeface="UD デジタル 教科書体 N" panose="02020400000000000000" pitchFamily="17" charset="-128"/>
                        </a:rPr>
                        <a:t>ミ</a:t>
                      </a:r>
                      <a:endParaRPr lang="ru-RU" sz="2800" b="1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smtClean="0">
                          <a:effectLst/>
                          <a:latin typeface="+mn-lt"/>
                        </a:rPr>
                        <a:t>+</a:t>
                      </a:r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800" b="1" u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UD デジタル 教科書体 N" panose="02020400000000000000" pitchFamily="17" charset="-128"/>
                        </a:rPr>
                        <a:t>ャ</a:t>
                      </a:r>
                      <a:endParaRPr lang="ru-RU" sz="2800" b="1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smtClean="0">
                          <a:effectLst/>
                          <a:latin typeface="+mn-lt"/>
                        </a:rPr>
                        <a:t>=</a:t>
                      </a:r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2800" b="1" dirty="0" smtClean="0">
                          <a:solidFill>
                            <a:schemeClr val="tx1"/>
                          </a:solidFill>
                          <a:latin typeface="+mn-lt"/>
                          <a:ea typeface="UD デジタル 教科書体 N" panose="02020400000000000000" pitchFamily="17" charset="-128"/>
                        </a:rPr>
                        <a:t>ミ</a:t>
                      </a:r>
                      <a:r>
                        <a:rPr lang="ja-JP" altLang="en-US" sz="2800" b="1" u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UD デジタル 教科書体 N" panose="02020400000000000000" pitchFamily="17" charset="-128"/>
                        </a:rPr>
                        <a:t>ャ</a:t>
                      </a:r>
                      <a:endParaRPr lang="ru-RU" sz="2800" b="1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m</a:t>
                      </a:r>
                      <a:r>
                        <a:rPr lang="en-US" sz="2800" b="1" u="none" strike="sngStrike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i</a:t>
                      </a:r>
                      <a:endParaRPr lang="ru-RU" sz="2800" b="1" u="none" strike="sng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err="1" smtClean="0">
                          <a:effectLst/>
                          <a:latin typeface="+mn-lt"/>
                        </a:rPr>
                        <a:t>ya</a:t>
                      </a:r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mya</a:t>
                      </a:r>
                      <a:endParaRPr lang="ru-RU" sz="2800" b="1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2800" b="1" dirty="0" smtClean="0">
                          <a:solidFill>
                            <a:schemeClr val="tx1"/>
                          </a:solidFill>
                          <a:latin typeface="+mn-lt"/>
                          <a:ea typeface="UD デジタル 教科書体 N" panose="02020400000000000000" pitchFamily="17" charset="-128"/>
                        </a:rPr>
                        <a:t>ミ</a:t>
                      </a:r>
                      <a:endParaRPr lang="ru-RU" sz="2800" b="1" u="none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smtClean="0">
                          <a:effectLst/>
                          <a:latin typeface="+mn-lt"/>
                        </a:rPr>
                        <a:t>+</a:t>
                      </a:r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800" b="1" u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UD デジタル 教科書体 N" panose="02020400000000000000" pitchFamily="17" charset="-128"/>
                        </a:rPr>
                        <a:t>ュ</a:t>
                      </a:r>
                      <a:endParaRPr lang="ru-RU" sz="2800" b="1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smtClean="0">
                          <a:effectLst/>
                          <a:latin typeface="+mn-lt"/>
                        </a:rPr>
                        <a:t>=</a:t>
                      </a:r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2800" b="1" dirty="0" smtClean="0">
                          <a:solidFill>
                            <a:schemeClr val="tx1"/>
                          </a:solidFill>
                          <a:latin typeface="+mn-lt"/>
                          <a:ea typeface="UD デジタル 教科書体 N" panose="02020400000000000000" pitchFamily="17" charset="-128"/>
                        </a:rPr>
                        <a:t>ミ</a:t>
                      </a:r>
                      <a:r>
                        <a:rPr lang="ja-JP" altLang="en-US" sz="2800" b="1" u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UD デジタル 教科書体 N" panose="02020400000000000000" pitchFamily="17" charset="-128"/>
                        </a:rPr>
                        <a:t>ュ</a:t>
                      </a:r>
                      <a:endParaRPr lang="ru-RU" sz="2800" b="1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m</a:t>
                      </a:r>
                      <a:r>
                        <a:rPr lang="en-US" sz="2800" b="1" u="none" strike="sngStrike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i</a:t>
                      </a:r>
                      <a:endParaRPr lang="ru-RU" sz="2800" b="1" u="none" strike="sng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yu</a:t>
                      </a:r>
                      <a:endParaRPr lang="ru-RU" sz="2800" b="1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myu</a:t>
                      </a:r>
                      <a:endParaRPr lang="en-US" sz="2800" b="1" u="none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800" b="1" dirty="0" smtClean="0">
                          <a:solidFill>
                            <a:schemeClr val="tx1"/>
                          </a:solidFill>
                          <a:latin typeface="+mn-lt"/>
                          <a:ea typeface="UD デジタル 教科書体 N" panose="02020400000000000000" pitchFamily="17" charset="-128"/>
                        </a:rPr>
                        <a:t>ミ</a:t>
                      </a:r>
                      <a:endParaRPr lang="ru-RU" sz="2800" b="1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smtClean="0">
                          <a:effectLst/>
                          <a:latin typeface="+mn-lt"/>
                        </a:rPr>
                        <a:t>+</a:t>
                      </a:r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800" b="1" u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UD デジタル 教科書体 N" panose="02020400000000000000" pitchFamily="17" charset="-128"/>
                        </a:rPr>
                        <a:t>ョ</a:t>
                      </a:r>
                      <a:endParaRPr lang="ru-RU" sz="2800" b="1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smtClean="0">
                          <a:effectLst/>
                          <a:latin typeface="+mn-lt"/>
                        </a:rPr>
                        <a:t>=</a:t>
                      </a:r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2800" b="1" dirty="0" smtClean="0">
                          <a:solidFill>
                            <a:schemeClr val="tx1"/>
                          </a:solidFill>
                          <a:latin typeface="+mn-lt"/>
                          <a:ea typeface="UD デジタル 教科書体 N" panose="02020400000000000000" pitchFamily="17" charset="-128"/>
                        </a:rPr>
                        <a:t>ミ</a:t>
                      </a:r>
                      <a:r>
                        <a:rPr lang="ja-JP" altLang="en-US" sz="2800" b="1" u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UD デジタル 教科書体 N" panose="02020400000000000000" pitchFamily="17" charset="-128"/>
                        </a:rPr>
                        <a:t>ョ</a:t>
                      </a:r>
                      <a:endParaRPr lang="en-US" sz="2800" b="1" u="none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800" b="1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m</a:t>
                      </a:r>
                      <a:r>
                        <a:rPr lang="en-US" altLang="ja-JP" sz="2800" b="1" u="none" strike="sngStrike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yo</a:t>
                      </a:r>
                      <a:endParaRPr lang="ru-RU" sz="2800" b="1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b="1" u="none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u="non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UD デジタル 教科書体 N" panose="02020400000000000000" pitchFamily="17" charset="-128"/>
                        </a:rPr>
                        <a:t>m</a:t>
                      </a:r>
                      <a:r>
                        <a:rPr lang="en-US" sz="2800" b="1" u="non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yo</a:t>
                      </a:r>
                      <a:endParaRPr lang="en-US" sz="2800" b="1" u="none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0619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612B020-B028-8A1E-4387-514DC58C4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7224A0E1-6084-B82F-F9DB-E28EC86D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E7635566-6148-5745-971B-210EB2FBE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771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49CCFBDF-2046-7B25-35F8-37E040139990}"/>
              </a:ext>
            </a:extLst>
          </p:cNvPr>
          <p:cNvCxnSpPr/>
          <p:nvPr/>
        </p:nvCxnSpPr>
        <p:spPr>
          <a:xfrm>
            <a:off x="10301154" y="340365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="" xmlns:a16="http://schemas.microsoft.com/office/drawing/2014/main" id="{9A858AD9-2E12-B0FD-12E6-4A40D8185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="" xmlns:a16="http://schemas.microsoft.com/office/drawing/2014/main" id="{E2D93C22-74B5-1921-3F5E-4AD68A255EBA}"/>
              </a:ext>
            </a:extLst>
          </p:cNvPr>
          <p:cNvSpPr/>
          <p:nvPr/>
        </p:nvSpPr>
        <p:spPr>
          <a:xfrm>
            <a:off x="308472" y="340365"/>
            <a:ext cx="2022604" cy="651154"/>
          </a:xfrm>
          <a:prstGeom prst="roundRect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 smtClean="0"/>
              <a:t>SO‘ZLAR</a:t>
            </a:r>
            <a:endParaRPr lang="en-US" sz="4000" b="1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EBD467F-9A24-F0C3-B509-193C50EF0E13}"/>
              </a:ext>
            </a:extLst>
          </p:cNvPr>
          <p:cNvSpPr txBox="1"/>
          <p:nvPr/>
        </p:nvSpPr>
        <p:spPr>
          <a:xfrm>
            <a:off x="1140583" y="1535799"/>
            <a:ext cx="30141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ea typeface="UD デジタル 教科書体 N" panose="02020400000000000000" pitchFamily="17" charset="-128"/>
              </a:rPr>
              <a:t>ミャ</a:t>
            </a:r>
            <a:r>
              <a:rPr lang="ja-JP" altLang="en-US" sz="4400" b="1" dirty="0">
                <a:ea typeface="UD デジタル 教科書体 N" panose="02020400000000000000" pitchFamily="17" charset="-128"/>
              </a:rPr>
              <a:t>ンマー</a:t>
            </a:r>
            <a:endParaRPr lang="en-US" sz="4400" b="1" dirty="0">
              <a:ea typeface="UD デジタル 教科書体 N" panose="02020400000000000000" pitchFamily="17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39DE38B5-E79D-30CB-08E7-9FE2F9359E38}"/>
              </a:ext>
            </a:extLst>
          </p:cNvPr>
          <p:cNvSpPr txBox="1"/>
          <p:nvPr/>
        </p:nvSpPr>
        <p:spPr>
          <a:xfrm>
            <a:off x="6080980" y="1556815"/>
            <a:ext cx="35870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ea typeface="UD デジタル 教科書体 N" panose="02020400000000000000" pitchFamily="17" charset="-128"/>
              </a:rPr>
              <a:t>ミュ</a:t>
            </a:r>
            <a:r>
              <a:rPr lang="ja-JP" altLang="en-US" sz="4400" b="1" dirty="0">
                <a:ea typeface="UD デジタル 教科書体 N" panose="02020400000000000000" pitchFamily="17" charset="-128"/>
              </a:rPr>
              <a:t>ージカル</a:t>
            </a:r>
            <a:endParaRPr lang="en-US" sz="4400" b="1" dirty="0">
              <a:ea typeface="UD デジタル 教科書体 N" panose="02020400000000000000" pitchFamily="17" charset="-128"/>
            </a:endParaRP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29" y="2715904"/>
            <a:ext cx="3058306" cy="2442950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856" y="2591030"/>
            <a:ext cx="3109273" cy="26542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9DE38B5-E79D-30CB-08E7-9FE2F9359E38}"/>
              </a:ext>
            </a:extLst>
          </p:cNvPr>
          <p:cNvSpPr txBox="1"/>
          <p:nvPr/>
        </p:nvSpPr>
        <p:spPr>
          <a:xfrm>
            <a:off x="6734820" y="5125371"/>
            <a:ext cx="22793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ea typeface="UD デジタル 教科書体 N" panose="02020400000000000000" pitchFamily="17" charset="-128"/>
              </a:rPr>
              <a:t>Musician</a:t>
            </a:r>
            <a:r>
              <a:rPr lang="en-US" sz="4400" b="1" dirty="0" smtClean="0">
                <a:solidFill>
                  <a:srgbClr val="FF0000"/>
                </a:solidFill>
                <a:ea typeface="UD デジタル 教科書体 N" panose="02020400000000000000" pitchFamily="17" charset="-128"/>
              </a:rPr>
              <a:t> </a:t>
            </a:r>
            <a:endParaRPr lang="en-US" sz="4400" b="1" dirty="0">
              <a:ea typeface="UD デジタル 教科書体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0391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E7635566-6148-5745-971B-210EB2FBE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771"/>
            <a:ext cx="12192000" cy="6857999"/>
          </a:xfrm>
          <a:prstGeom prst="rect">
            <a:avLst/>
          </a:prstGeom>
        </p:spPr>
      </p:pic>
      <p:cxnSp>
        <p:nvCxnSpPr>
          <p:cNvPr id="5" name="Straight Connector 7">
            <a:extLst>
              <a:ext uri="{FF2B5EF4-FFF2-40B4-BE49-F238E27FC236}">
                <a16:creationId xmlns="" xmlns:a16="http://schemas.microsoft.com/office/drawing/2014/main" id="{49CCFBDF-2046-7B25-35F8-37E040139990}"/>
              </a:ext>
            </a:extLst>
          </p:cNvPr>
          <p:cNvCxnSpPr/>
          <p:nvPr/>
        </p:nvCxnSpPr>
        <p:spPr>
          <a:xfrm>
            <a:off x="10301154" y="340365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Logo">
            <a:extLst>
              <a:ext uri="{FF2B5EF4-FFF2-40B4-BE49-F238E27FC236}">
                <a16:creationId xmlns="" xmlns:a16="http://schemas.microsoft.com/office/drawing/2014/main" id="{9A858AD9-2E12-B0FD-12E6-4A40D8185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: Rounded Corners 13">
            <a:extLst>
              <a:ext uri="{FF2B5EF4-FFF2-40B4-BE49-F238E27FC236}">
                <a16:creationId xmlns="" xmlns:a16="http://schemas.microsoft.com/office/drawing/2014/main" id="{E2D93C22-74B5-1921-3F5E-4AD68A255EBA}"/>
              </a:ext>
            </a:extLst>
          </p:cNvPr>
          <p:cNvSpPr/>
          <p:nvPr/>
        </p:nvSpPr>
        <p:spPr>
          <a:xfrm>
            <a:off x="433958" y="340364"/>
            <a:ext cx="1974391" cy="651154"/>
          </a:xfrm>
          <a:prstGeom prst="roundRect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 smtClean="0"/>
              <a:t>MASHQ</a:t>
            </a:r>
            <a:endParaRPr lang="en-US" sz="4000" b="1" dirty="0"/>
          </a:p>
        </p:txBody>
      </p:sp>
      <p:sp>
        <p:nvSpPr>
          <p:cNvPr id="8" name="Прямоугольник: скругленные углы 17">
            <a:extLst>
              <a:ext uri="{FF2B5EF4-FFF2-40B4-BE49-F238E27FC236}">
                <a16:creationId xmlns="" xmlns:a16="http://schemas.microsoft.com/office/drawing/2014/main" id="{6FA9CB5C-A664-617C-D369-DF3A19F7364B}"/>
              </a:ext>
            </a:extLst>
          </p:cNvPr>
          <p:cNvSpPr/>
          <p:nvPr/>
        </p:nvSpPr>
        <p:spPr>
          <a:xfrm>
            <a:off x="1443951" y="3378948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rgbClr val="FF0000"/>
                </a:solidFill>
                <a:ea typeface="UD デジタル 教科書体 N" panose="02020400000000000000" pitchFamily="17" charset="-128"/>
              </a:rPr>
              <a:t>ョ</a:t>
            </a:r>
            <a:endParaRPr lang="ru-RU" dirty="0"/>
          </a:p>
        </p:txBody>
      </p:sp>
      <p:sp>
        <p:nvSpPr>
          <p:cNvPr id="9" name="Прямоугольник: скругленные углы 17">
            <a:extLst>
              <a:ext uri="{FF2B5EF4-FFF2-40B4-BE49-F238E27FC236}">
                <a16:creationId xmlns="" xmlns:a16="http://schemas.microsoft.com/office/drawing/2014/main" id="{6FA9CB5C-A664-617C-D369-DF3A19F7364B}"/>
              </a:ext>
            </a:extLst>
          </p:cNvPr>
          <p:cNvSpPr/>
          <p:nvPr/>
        </p:nvSpPr>
        <p:spPr>
          <a:xfrm>
            <a:off x="870521" y="3377006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rgbClr val="FF0000"/>
                </a:solidFill>
                <a:ea typeface="UD デジタル 教科書体 N" panose="02020400000000000000" pitchFamily="17" charset="-128"/>
              </a:rPr>
              <a:t>チ</a:t>
            </a:r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812" y="1163157"/>
            <a:ext cx="2722860" cy="2081684"/>
          </a:xfrm>
          <a:prstGeom prst="rect">
            <a:avLst/>
          </a:prstGeom>
        </p:spPr>
      </p:pic>
      <p:sp>
        <p:nvSpPr>
          <p:cNvPr id="11" name="Прямоугольник: скругленные углы 17">
            <a:extLst>
              <a:ext uri="{FF2B5EF4-FFF2-40B4-BE49-F238E27FC236}">
                <a16:creationId xmlns="" xmlns:a16="http://schemas.microsoft.com/office/drawing/2014/main" id="{6FA9CB5C-A664-617C-D369-DF3A19F7364B}"/>
              </a:ext>
            </a:extLst>
          </p:cNvPr>
          <p:cNvSpPr/>
          <p:nvPr/>
        </p:nvSpPr>
        <p:spPr>
          <a:xfrm>
            <a:off x="2017381" y="3352228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  <a:ea typeface="UD デジタル 教科書体 N" panose="02020400000000000000" pitchFamily="17" charset="-128"/>
              </a:rPr>
              <a:t>コ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361" y="991518"/>
            <a:ext cx="3384363" cy="2545194"/>
          </a:xfrm>
          <a:prstGeom prst="rect">
            <a:avLst/>
          </a:prstGeom>
        </p:spPr>
      </p:pic>
      <p:sp>
        <p:nvSpPr>
          <p:cNvPr id="13" name="Прямоугольник: скругленные углы 17">
            <a:extLst>
              <a:ext uri="{FF2B5EF4-FFF2-40B4-BE49-F238E27FC236}">
                <a16:creationId xmlns="" xmlns:a16="http://schemas.microsoft.com/office/drawing/2014/main" id="{6FA9CB5C-A664-617C-D369-DF3A19F7364B}"/>
              </a:ext>
            </a:extLst>
          </p:cNvPr>
          <p:cNvSpPr/>
          <p:nvPr/>
        </p:nvSpPr>
        <p:spPr>
          <a:xfrm>
            <a:off x="6948095" y="3536712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rgbClr val="FF0000"/>
                </a:solidFill>
                <a:ea typeface="UD デジタル 教科書体 N" panose="02020400000000000000" pitchFamily="17" charset="-128"/>
              </a:rPr>
              <a:t>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рямоугольник: скругленные углы 17">
            <a:extLst>
              <a:ext uri="{FF2B5EF4-FFF2-40B4-BE49-F238E27FC236}">
                <a16:creationId xmlns="" xmlns:a16="http://schemas.microsoft.com/office/drawing/2014/main" id="{6FA9CB5C-A664-617C-D369-DF3A19F7364B}"/>
              </a:ext>
            </a:extLst>
          </p:cNvPr>
          <p:cNvSpPr/>
          <p:nvPr/>
        </p:nvSpPr>
        <p:spPr>
          <a:xfrm>
            <a:off x="7533991" y="3529530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rgbClr val="FF0000"/>
                </a:solidFill>
                <a:ea typeface="UD デジタル 教科書体 N" panose="02020400000000000000" pitchFamily="17" charset="-128"/>
              </a:rPr>
              <a:t>ュ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5" name="Прямоугольник: скругленные углы 17">
            <a:extLst>
              <a:ext uri="{FF2B5EF4-FFF2-40B4-BE49-F238E27FC236}">
                <a16:creationId xmlns="" xmlns:a16="http://schemas.microsoft.com/office/drawing/2014/main" id="{6FA9CB5C-A664-617C-D369-DF3A19F7364B}"/>
              </a:ext>
            </a:extLst>
          </p:cNvPr>
          <p:cNvSpPr/>
          <p:nvPr/>
        </p:nvSpPr>
        <p:spPr>
          <a:xfrm>
            <a:off x="8151191" y="3536712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  <a:ea typeface="UD デジタル 教科書体 N" panose="02020400000000000000" pitchFamily="17" charset="-128"/>
              </a:rPr>
              <a:t>ー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Прямоугольник: скругленные углы 17">
            <a:extLst>
              <a:ext uri="{FF2B5EF4-FFF2-40B4-BE49-F238E27FC236}">
                <a16:creationId xmlns="" xmlns:a16="http://schemas.microsoft.com/office/drawing/2014/main" id="{6FA9CB5C-A664-617C-D369-DF3A19F7364B}"/>
              </a:ext>
            </a:extLst>
          </p:cNvPr>
          <p:cNvSpPr/>
          <p:nvPr/>
        </p:nvSpPr>
        <p:spPr>
          <a:xfrm>
            <a:off x="8731054" y="3529530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  <a:ea typeface="UD デジタル 教科書体 N" panose="02020400000000000000" pitchFamily="17" charset="-128"/>
              </a:rPr>
              <a:t>ス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548" y="2664027"/>
            <a:ext cx="3058306" cy="2442950"/>
          </a:xfrm>
          <a:prstGeom prst="rect">
            <a:avLst/>
          </a:prstGeom>
        </p:spPr>
      </p:pic>
      <p:sp>
        <p:nvSpPr>
          <p:cNvPr id="19" name="Прямоугольник: скругленные углы 17">
            <a:extLst>
              <a:ext uri="{FF2B5EF4-FFF2-40B4-BE49-F238E27FC236}">
                <a16:creationId xmlns="" xmlns:a16="http://schemas.microsoft.com/office/drawing/2014/main" id="{6FA9CB5C-A664-617C-D369-DF3A19F7364B}"/>
              </a:ext>
            </a:extLst>
          </p:cNvPr>
          <p:cNvSpPr/>
          <p:nvPr/>
        </p:nvSpPr>
        <p:spPr>
          <a:xfrm>
            <a:off x="3236672" y="5181358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rgbClr val="FF0000"/>
                </a:solidFill>
                <a:ea typeface="UD デジタル 教科書体 N" panose="02020400000000000000" pitchFamily="17" charset="-128"/>
              </a:rPr>
              <a:t>ミ</a:t>
            </a:r>
            <a:endParaRPr lang="ru-RU" dirty="0"/>
          </a:p>
        </p:txBody>
      </p:sp>
      <p:sp>
        <p:nvSpPr>
          <p:cNvPr id="20" name="Прямоугольник: скругленные углы 17">
            <a:extLst>
              <a:ext uri="{FF2B5EF4-FFF2-40B4-BE49-F238E27FC236}">
                <a16:creationId xmlns="" xmlns:a16="http://schemas.microsoft.com/office/drawing/2014/main" id="{6FA9CB5C-A664-617C-D369-DF3A19F7364B}"/>
              </a:ext>
            </a:extLst>
          </p:cNvPr>
          <p:cNvSpPr/>
          <p:nvPr/>
        </p:nvSpPr>
        <p:spPr>
          <a:xfrm>
            <a:off x="3813662" y="5181358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rgbClr val="FF0000"/>
                </a:solidFill>
                <a:ea typeface="UD デジタル 教科書体 N" panose="02020400000000000000" pitchFamily="17" charset="-128"/>
              </a:rPr>
              <a:t>ャ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Прямоугольник: скругленные углы 17">
            <a:extLst>
              <a:ext uri="{FF2B5EF4-FFF2-40B4-BE49-F238E27FC236}">
                <a16:creationId xmlns="" xmlns:a16="http://schemas.microsoft.com/office/drawing/2014/main" id="{6FA9CB5C-A664-617C-D369-DF3A19F7364B}"/>
              </a:ext>
            </a:extLst>
          </p:cNvPr>
          <p:cNvSpPr/>
          <p:nvPr/>
        </p:nvSpPr>
        <p:spPr>
          <a:xfrm>
            <a:off x="4390652" y="5181358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  <a:ea typeface="UD デジタル 教科書体 N" panose="02020400000000000000" pitchFamily="17" charset="-128"/>
              </a:rPr>
              <a:t>ン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2" name="Прямоугольник: скругленные углы 17">
            <a:extLst>
              <a:ext uri="{FF2B5EF4-FFF2-40B4-BE49-F238E27FC236}">
                <a16:creationId xmlns="" xmlns:a16="http://schemas.microsoft.com/office/drawing/2014/main" id="{6FA9CB5C-A664-617C-D369-DF3A19F7364B}"/>
              </a:ext>
            </a:extLst>
          </p:cNvPr>
          <p:cNvSpPr/>
          <p:nvPr/>
        </p:nvSpPr>
        <p:spPr>
          <a:xfrm>
            <a:off x="4965983" y="5181358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  <a:ea typeface="UD デジタル 教科書体 N" panose="02020400000000000000" pitchFamily="17" charset="-128"/>
              </a:rPr>
              <a:t>マ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: скругленные углы 17">
            <a:extLst>
              <a:ext uri="{FF2B5EF4-FFF2-40B4-BE49-F238E27FC236}">
                <a16:creationId xmlns="" xmlns:a16="http://schemas.microsoft.com/office/drawing/2014/main" id="{6FA9CB5C-A664-617C-D369-DF3A19F7364B}"/>
              </a:ext>
            </a:extLst>
          </p:cNvPr>
          <p:cNvSpPr/>
          <p:nvPr/>
        </p:nvSpPr>
        <p:spPr>
          <a:xfrm>
            <a:off x="5539413" y="5181358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  <a:ea typeface="UD デジタル 教科書体 N" panose="02020400000000000000" pitchFamily="17" charset="-128"/>
              </a:rPr>
              <a:t>ー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59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2B2A4F3-403C-8671-2C07-21F5B52D3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6993B440-0A84-3D19-7078-A90A49BD09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="" xmlns:a16="http://schemas.microsoft.com/office/drawing/2014/main" id="{2B336BA7-08E7-F740-7793-0527604F87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FD7A4EAB-B0E0-AAAA-FB33-61CC830B5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1683"/>
            <a:ext cx="12192000" cy="684580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FB9B2964-7C35-907D-8742-EF4AFB679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sp>
        <p:nvSpPr>
          <p:cNvPr id="6" name="Rectangle: Rounded Corners 7">
            <a:extLst>
              <a:ext uri="{FF2B5EF4-FFF2-40B4-BE49-F238E27FC236}">
                <a16:creationId xmlns="" xmlns:a16="http://schemas.microsoft.com/office/drawing/2014/main" id="{BAAD7D5E-63D6-8040-1FAF-DD4AFCB2A224}"/>
              </a:ext>
            </a:extLst>
          </p:cNvPr>
          <p:cNvSpPr/>
          <p:nvPr/>
        </p:nvSpPr>
        <p:spPr>
          <a:xfrm>
            <a:off x="3134129" y="426702"/>
            <a:ext cx="4742263" cy="944381"/>
          </a:xfrm>
          <a:prstGeom prst="roundRect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 smtClean="0">
                <a:ea typeface="UD Digi Kyokasho N" panose="02020400000000000000" pitchFamily="17" charset="-128"/>
              </a:rPr>
              <a:t>UMUMLASHTIRAMIZ</a:t>
            </a:r>
            <a:endParaRPr lang="en-US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="" xmlns:a16="http://schemas.microsoft.com/office/drawing/2014/main" id="{911D4D0F-1F30-0353-892F-50EC5BE4D810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B6E89485-AAFD-E55D-0D25-CB2C15CE33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58"/>
          <a:stretch>
            <a:fillRect/>
          </a:stretch>
        </p:blipFill>
        <p:spPr>
          <a:xfrm>
            <a:off x="9959256" y="3429000"/>
            <a:ext cx="1827652" cy="2652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Rectangle: Rounded Corners 8">
            <a:extLst>
              <a:ext uri="{FF2B5EF4-FFF2-40B4-BE49-F238E27FC236}">
                <a16:creationId xmlns="" xmlns:a16="http://schemas.microsoft.com/office/drawing/2014/main" id="{4843CEAE-3668-19D1-E19D-14BF98BF0A49}"/>
              </a:ext>
            </a:extLst>
          </p:cNvPr>
          <p:cNvSpPr/>
          <p:nvPr/>
        </p:nvSpPr>
        <p:spPr>
          <a:xfrm>
            <a:off x="499312" y="1621575"/>
            <a:ext cx="4171779" cy="2006221"/>
          </a:xfrm>
          <a:prstGeom prst="roundRect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400" b="1" dirty="0">
                <a:ea typeface="UD Digi Kyokasho N" panose="02020400000000000000" pitchFamily="17" charset="-128"/>
              </a:rPr>
              <a:t>ALIFBO: KATAKANA </a:t>
            </a:r>
          </a:p>
          <a:p>
            <a:pPr algn="ctr"/>
            <a:r>
              <a:rPr lang="ja-JP" altLang="en-US" sz="24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 チ</a:t>
            </a:r>
            <a:r>
              <a:rPr lang="ja-JP" altLang="en-US" sz="2400" b="1" dirty="0" smtClean="0">
                <a:solidFill>
                  <a:srgbClr val="FF0000"/>
                </a:solidFill>
                <a:ea typeface="UD Digi Kyokasho N" panose="02020400000000000000" pitchFamily="17" charset="-128"/>
              </a:rPr>
              <a:t>ャ</a:t>
            </a:r>
            <a:r>
              <a:rPr lang="ru-RU" altLang="ja-JP" sz="2400" b="1" dirty="0" smtClean="0">
                <a:solidFill>
                  <a:srgbClr val="FF0000"/>
                </a:solidFill>
                <a:ea typeface="UD Digi Kyokasho N" panose="02020400000000000000" pitchFamily="17" charset="-128"/>
              </a:rPr>
              <a:t>   </a:t>
            </a:r>
            <a:r>
              <a:rPr lang="ja-JP" altLang="en-US" sz="2400" b="1" dirty="0" smtClean="0">
                <a:solidFill>
                  <a:srgbClr val="00B050"/>
                </a:solidFill>
                <a:ea typeface="UD Digi Kyokasho N" panose="02020400000000000000" pitchFamily="17" charset="-128"/>
              </a:rPr>
              <a:t>ニャ</a:t>
            </a:r>
            <a:r>
              <a:rPr lang="ru-RU" altLang="ja-JP" sz="2400" b="1" dirty="0" smtClean="0">
                <a:solidFill>
                  <a:srgbClr val="00B050"/>
                </a:solidFill>
                <a:ea typeface="UD Digi Kyokasho N" panose="02020400000000000000" pitchFamily="17" charset="-128"/>
              </a:rPr>
              <a:t> </a:t>
            </a:r>
            <a:r>
              <a:rPr lang="ru-RU" altLang="ja-JP" sz="2400" b="1" dirty="0" smtClean="0">
                <a:solidFill>
                  <a:srgbClr val="FF0000"/>
                </a:solidFill>
                <a:ea typeface="UD Digi Kyokasho N" panose="02020400000000000000" pitchFamily="17" charset="-128"/>
              </a:rPr>
              <a:t> </a:t>
            </a:r>
            <a:r>
              <a:rPr lang="ja-JP" altLang="en-US" sz="2400" b="1" dirty="0" smtClean="0">
                <a:solidFill>
                  <a:srgbClr val="00B0F0"/>
                </a:solidFill>
                <a:ea typeface="UD Digi Kyokasho N" panose="02020400000000000000" pitchFamily="17" charset="-128"/>
              </a:rPr>
              <a:t>ミ</a:t>
            </a:r>
            <a:r>
              <a:rPr lang="ja-JP" altLang="en-US" sz="2400" b="1" dirty="0">
                <a:solidFill>
                  <a:srgbClr val="00B0F0"/>
                </a:solidFill>
                <a:ea typeface="UD Digi Kyokasho N" panose="02020400000000000000" pitchFamily="17" charset="-128"/>
              </a:rPr>
              <a:t>ャ</a:t>
            </a:r>
            <a:endParaRPr lang="en-US" altLang="ja-JP" sz="2400" b="1" dirty="0">
              <a:solidFill>
                <a:srgbClr val="00B0F0"/>
              </a:solidFill>
              <a:ea typeface="UD Digi Kyokasho N" panose="02020400000000000000" pitchFamily="17" charset="-128"/>
            </a:endParaRPr>
          </a:p>
          <a:p>
            <a:r>
              <a:rPr lang="en-US" altLang="ja-JP" sz="24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  </a:t>
            </a:r>
            <a:r>
              <a:rPr lang="en-US" altLang="ja-JP" sz="2400" b="1" dirty="0" smtClean="0">
                <a:solidFill>
                  <a:srgbClr val="7030A0"/>
                </a:solidFill>
                <a:ea typeface="UD Digi Kyokasho N" panose="02020400000000000000" pitchFamily="17" charset="-128"/>
              </a:rPr>
              <a:t>         cha      </a:t>
            </a:r>
            <a:r>
              <a:rPr lang="en-US" altLang="ja-JP" sz="2400" b="1" dirty="0" err="1" smtClean="0">
                <a:solidFill>
                  <a:srgbClr val="7030A0"/>
                </a:solidFill>
                <a:ea typeface="UD Digi Kyokasho N" panose="02020400000000000000" pitchFamily="17" charset="-128"/>
              </a:rPr>
              <a:t>nya</a:t>
            </a:r>
            <a:r>
              <a:rPr lang="en-US" altLang="ja-JP" sz="24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smtClean="0">
                <a:solidFill>
                  <a:srgbClr val="7030A0"/>
                </a:solidFill>
                <a:ea typeface="UD Digi Kyokasho N" panose="02020400000000000000" pitchFamily="17" charset="-128"/>
              </a:rPr>
              <a:t>    </a:t>
            </a:r>
            <a:r>
              <a:rPr lang="en-US" altLang="ja-JP" sz="2400" b="1" dirty="0" err="1" smtClean="0">
                <a:solidFill>
                  <a:srgbClr val="7030A0"/>
                </a:solidFill>
                <a:ea typeface="UD Digi Kyokasho N" panose="02020400000000000000" pitchFamily="17" charset="-128"/>
              </a:rPr>
              <a:t>mya</a:t>
            </a:r>
            <a:endParaRPr lang="ru-RU" altLang="ja-JP" sz="3600" b="1" dirty="0">
              <a:solidFill>
                <a:srgbClr val="FFC000"/>
              </a:solidFill>
              <a:ea typeface="UD Digi Kyokasho N" panose="02020400000000000000" pitchFamily="17" charset="-128"/>
            </a:endParaRPr>
          </a:p>
        </p:txBody>
      </p:sp>
      <p:sp>
        <p:nvSpPr>
          <p:cNvPr id="12" name="Rectangle: Rounded Corners 8">
            <a:extLst>
              <a:ext uri="{FF2B5EF4-FFF2-40B4-BE49-F238E27FC236}">
                <a16:creationId xmlns="" xmlns:a16="http://schemas.microsoft.com/office/drawing/2014/main" id="{4843CEAE-3668-19D1-E19D-14BF98BF0A49}"/>
              </a:ext>
            </a:extLst>
          </p:cNvPr>
          <p:cNvSpPr/>
          <p:nvPr/>
        </p:nvSpPr>
        <p:spPr>
          <a:xfrm>
            <a:off x="499311" y="3918676"/>
            <a:ext cx="4171779" cy="2006221"/>
          </a:xfrm>
          <a:prstGeom prst="roundRect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altLang="ja-JP" sz="3600" b="1" dirty="0">
              <a:solidFill>
                <a:srgbClr val="FFC000"/>
              </a:solidFill>
              <a:ea typeface="UD Digi Kyokasho N" panose="02020400000000000000" pitchFamily="17" charset="-128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53" y="4009175"/>
            <a:ext cx="1309751" cy="1000456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91" y="4967652"/>
            <a:ext cx="1184682" cy="828465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413" y="4127008"/>
            <a:ext cx="1024689" cy="787073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380" y="4987270"/>
            <a:ext cx="1433226" cy="789228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367" y="4042594"/>
            <a:ext cx="1173750" cy="871487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297" y="4967653"/>
            <a:ext cx="1259580" cy="865243"/>
          </a:xfrm>
          <a:prstGeom prst="rect">
            <a:avLst/>
          </a:prstGeom>
        </p:spPr>
      </p:pic>
      <p:sp>
        <p:nvSpPr>
          <p:cNvPr id="20" name="Rectangle: Rounded Corners 7">
            <a:extLst>
              <a:ext uri="{FF2B5EF4-FFF2-40B4-BE49-F238E27FC236}">
                <a16:creationId xmlns="" xmlns:a16="http://schemas.microsoft.com/office/drawing/2014/main" id="{BAAD7D5E-63D6-8040-1FAF-DD4AFCB2A224}"/>
              </a:ext>
            </a:extLst>
          </p:cNvPr>
          <p:cNvSpPr/>
          <p:nvPr/>
        </p:nvSpPr>
        <p:spPr>
          <a:xfrm>
            <a:off x="5695778" y="2299411"/>
            <a:ext cx="2607267" cy="65054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 smtClean="0">
                <a:ea typeface="UD Digi Kyokasho N" panose="02020400000000000000" pitchFamily="17" charset="-128"/>
              </a:rPr>
              <a:t>KATAKANA </a:t>
            </a:r>
            <a:endParaRPr lang="en-US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21" name="Rectangle: Rounded Corners 7">
            <a:extLst>
              <a:ext uri="{FF2B5EF4-FFF2-40B4-BE49-F238E27FC236}">
                <a16:creationId xmlns="" xmlns:a16="http://schemas.microsoft.com/office/drawing/2014/main" id="{BAAD7D5E-63D6-8040-1FAF-DD4AFCB2A224}"/>
              </a:ext>
            </a:extLst>
          </p:cNvPr>
          <p:cNvSpPr/>
          <p:nvPr/>
        </p:nvSpPr>
        <p:spPr>
          <a:xfrm>
            <a:off x="5840835" y="4520544"/>
            <a:ext cx="2382592" cy="65054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 smtClean="0">
                <a:ea typeface="UD Digi Kyokasho N" panose="02020400000000000000" pitchFamily="17" charset="-128"/>
              </a:rPr>
              <a:t>SO‘ZLAR </a:t>
            </a:r>
            <a:endParaRPr lang="en-US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193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FD7A4EAB-B0E0-AAAA-FB33-61CC830B5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410"/>
            <a:ext cx="12192000" cy="684580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A176F0C5-BB76-F044-1998-7E49F13C5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544" y="409767"/>
            <a:ext cx="1780838" cy="1752549"/>
          </a:xfrm>
          <a:prstGeom prst="rect">
            <a:avLst/>
          </a:prstGeom>
        </p:spPr>
      </p:pic>
      <p:sp>
        <p:nvSpPr>
          <p:cNvPr id="6" name="Rectangle: Rounded Corners 7">
            <a:extLst>
              <a:ext uri="{FF2B5EF4-FFF2-40B4-BE49-F238E27FC236}">
                <a16:creationId xmlns:a16="http://schemas.microsoft.com/office/drawing/2014/main" xmlns="" id="{20E101F1-8D9D-3615-2D50-FF7E921303F3}"/>
              </a:ext>
            </a:extLst>
          </p:cNvPr>
          <p:cNvSpPr/>
          <p:nvPr/>
        </p:nvSpPr>
        <p:spPr>
          <a:xfrm>
            <a:off x="3210319" y="1449849"/>
            <a:ext cx="5254906" cy="2060113"/>
          </a:xfrm>
          <a:prstGeom prst="roundRect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NIHONGO</a:t>
            </a:r>
            <a:r>
              <a:rPr lang="uz-Latn-UZ" altLang="ja-JP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 MICHI</a:t>
            </a:r>
            <a:endParaRPr lang="en-US" altLang="ja-JP" sz="4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ja-JP" altLang="en-US" sz="4400" b="1" dirty="0">
                <a:latin typeface="UD Digi Kyokasho N" panose="02020400000000000000" pitchFamily="17" charset="-128"/>
                <a:ea typeface="UD Digi Kyokasho N" panose="02020400000000000000" pitchFamily="17" charset="-128"/>
                <a:cs typeface="Calibri" panose="020F0502020204030204" pitchFamily="34" charset="0"/>
              </a:rPr>
              <a:t>日本語の道</a:t>
            </a:r>
            <a:endParaRPr lang="en-US" sz="4400" b="1" dirty="0">
              <a:latin typeface="UD Digi Kyokasho N" panose="02020400000000000000" pitchFamily="17" charset="-128"/>
              <a:ea typeface="UD Digi Kyokasho N" panose="02020400000000000000" pitchFamily="17" charset="-128"/>
              <a:cs typeface="Calibri" panose="020F0502020204030204" pitchFamily="34" charset="0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xmlns="" id="{C4564E30-38C3-41E0-E8E5-94ACB03DD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899221" y="4202499"/>
            <a:ext cx="1345559" cy="19392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Picture 15">
            <a:extLst>
              <a:ext uri="{FF2B5EF4-FFF2-40B4-BE49-F238E27FC236}">
                <a16:creationId xmlns:a16="http://schemas.microsoft.com/office/drawing/2014/main" xmlns="" id="{6DE18786-6875-8076-929D-304056D657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344" y="4669133"/>
            <a:ext cx="922856" cy="1210967"/>
          </a:xfrm>
          <a:prstGeom prst="rect">
            <a:avLst/>
          </a:prstGeom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xmlns="" id="{36F2FF11-010B-BAAF-70C7-9ED0759616A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458"/>
          <a:stretch>
            <a:fillRect/>
          </a:stretch>
        </p:blipFill>
        <p:spPr>
          <a:xfrm>
            <a:off x="6430764" y="4202499"/>
            <a:ext cx="1345558" cy="19392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8458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10896</TotalTime>
  <Words>202</Words>
  <Application>Microsoft Office PowerPoint</Application>
  <PresentationFormat>Широкоэкранный</PresentationFormat>
  <Paragraphs>119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游ゴシック</vt:lpstr>
      <vt:lpstr>Arial</vt:lpstr>
      <vt:lpstr>Calibri</vt:lpstr>
      <vt:lpstr>Calibri Light</vt:lpstr>
      <vt:lpstr>UD Digi Kyokasho N</vt:lpstr>
      <vt:lpstr>UD デジタル 教科書体 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shaxboz2027@gmail.com</dc:creator>
  <cp:lastModifiedBy>KSM</cp:lastModifiedBy>
  <cp:revision>50</cp:revision>
  <dcterms:created xsi:type="dcterms:W3CDTF">2026-01-28T00:18:32Z</dcterms:created>
  <dcterms:modified xsi:type="dcterms:W3CDTF">2026-02-22T11:40:32Z</dcterms:modified>
</cp:coreProperties>
</file>