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78" r:id="rId4"/>
    <p:sldId id="291" r:id="rId5"/>
    <p:sldId id="288" r:id="rId6"/>
    <p:sldId id="279" r:id="rId7"/>
    <p:sldId id="289" r:id="rId8"/>
    <p:sldId id="283" r:id="rId9"/>
    <p:sldId id="290" r:id="rId10"/>
    <p:sldId id="292" r:id="rId11"/>
    <p:sldId id="284" r:id="rId12"/>
    <p:sldId id="28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482"/>
    <a:srgbClr val="FFFF66"/>
    <a:srgbClr val="FF9966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D4FCE-31D7-437D-86DD-5DA12FC8D12F}" v="55" dt="2026-02-21T13:03:40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1"/>
    <dgm:cxn modelId="{4F02D266-ED6F-488B-9A17-55DAAD6E4413}" type="presOf" srcId="{DA26B7A0-DDDA-4AE9-B154-2312908A21F4}" destId="{5842CC0C-2640-4026-8FFF-34A37A35D9D2}" srcOrd="1" destOrd="0" presId="urn:microsoft.com/office/officeart/2005/8/layout/list1#1"/>
    <dgm:cxn modelId="{52F9F250-08E1-462E-8142-00A6A4C56D1E}" type="presOf" srcId="{82045F8E-7B49-4C3F-9C34-3B4A75A0895B}" destId="{0A5C6528-5ECF-46AF-A0ED-6D8EE22CC2A4}" srcOrd="1" destOrd="0" presId="urn:microsoft.com/office/officeart/2005/8/layout/list1#1"/>
    <dgm:cxn modelId="{25BC858B-EE40-491D-B027-9D51CABD16A1}" type="presOf" srcId="{1EA9F3CA-2769-4AFA-94EB-287201B9F2C3}" destId="{CC914FA3-1A11-44F7-8F56-9CED9DBD2856}" srcOrd="0" destOrd="0" presId="urn:microsoft.com/office/officeart/2005/8/layout/list1#1"/>
    <dgm:cxn modelId="{CF738C8D-E7A8-49B6-AE4E-D1463CDE6995}" type="presOf" srcId="{5037A2AE-E2D8-43A9-A173-A4EFC55D5126}" destId="{18241D02-CA49-43F0-BCA2-28090FD813DA}" srcOrd="0" destOrd="0" presId="urn:microsoft.com/office/officeart/2005/8/layout/list1#1"/>
    <dgm:cxn modelId="{6A0820B5-7451-4E4A-9D70-2A5F71EB42B8}" type="presOf" srcId="{DA26B7A0-DDDA-4AE9-B154-2312908A21F4}" destId="{C9B15F00-44E9-4B41-9ED1-B5730B7449B3}" srcOrd="0" destOrd="0" presId="urn:microsoft.com/office/officeart/2005/8/layout/list1#1"/>
    <dgm:cxn modelId="{BC667EDD-651C-414C-A685-4119971ED0A1}" type="presOf" srcId="{82045F8E-7B49-4C3F-9C34-3B4A75A0895B}" destId="{A24B50FB-FE54-4FFA-B4BC-A6E766369AC3}" srcOrd="0" destOrd="0" presId="urn:microsoft.com/office/officeart/2005/8/layout/list1#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1"/>
    <dgm:cxn modelId="{E5ECC63A-8C42-43C8-9871-AC6EA678E213}" type="presParOf" srcId="{3464CC5B-A93A-4BA5-9ACF-B6E41E37FC8C}" destId="{18241D02-CA49-43F0-BCA2-28090FD813DA}" srcOrd="0" destOrd="0" presId="urn:microsoft.com/office/officeart/2005/8/layout/list1#1"/>
    <dgm:cxn modelId="{4AFDEB6A-F902-4520-AFF7-4CB06299C7E7}" type="presParOf" srcId="{3464CC5B-A93A-4BA5-9ACF-B6E41E37FC8C}" destId="{ED715189-FFC5-4A9D-844A-C5D7CECCC1F7}" srcOrd="1" destOrd="0" presId="urn:microsoft.com/office/officeart/2005/8/layout/list1#1"/>
    <dgm:cxn modelId="{33056C38-9185-4396-A893-ADBA51168C26}" type="presParOf" srcId="{CC914FA3-1A11-44F7-8F56-9CED9DBD2856}" destId="{F9075B03-AA80-4CFC-B8BA-25FD9CD862F1}" srcOrd="1" destOrd="0" presId="urn:microsoft.com/office/officeart/2005/8/layout/list1#1"/>
    <dgm:cxn modelId="{5880F821-5273-485C-AE40-A028C7BD2060}" type="presParOf" srcId="{CC914FA3-1A11-44F7-8F56-9CED9DBD2856}" destId="{9C2CAF39-3E3F-4773-BB42-DF0631F2779D}" srcOrd="2" destOrd="0" presId="urn:microsoft.com/office/officeart/2005/8/layout/list1#1"/>
    <dgm:cxn modelId="{AAD1C1AA-89B1-4538-8594-6A12B4BFECBD}" type="presParOf" srcId="{CC914FA3-1A11-44F7-8F56-9CED9DBD2856}" destId="{88F18172-B8FE-40AE-A05B-18C20735A8D3}" srcOrd="3" destOrd="0" presId="urn:microsoft.com/office/officeart/2005/8/layout/list1#1"/>
    <dgm:cxn modelId="{7CE507B2-08A0-4BBD-9587-95B086E254A3}" type="presParOf" srcId="{CC914FA3-1A11-44F7-8F56-9CED9DBD2856}" destId="{A1895881-E0D2-4A83-8948-91D3003B9F62}" srcOrd="4" destOrd="0" presId="urn:microsoft.com/office/officeart/2005/8/layout/list1#1"/>
    <dgm:cxn modelId="{6F8758F7-7855-48A2-8C3F-D1E29EDF0713}" type="presParOf" srcId="{A1895881-E0D2-4A83-8948-91D3003B9F62}" destId="{C9B15F00-44E9-4B41-9ED1-B5730B7449B3}" srcOrd="0" destOrd="0" presId="urn:microsoft.com/office/officeart/2005/8/layout/list1#1"/>
    <dgm:cxn modelId="{27420123-7D73-4E7F-878C-337E1F321529}" type="presParOf" srcId="{A1895881-E0D2-4A83-8948-91D3003B9F62}" destId="{5842CC0C-2640-4026-8FFF-34A37A35D9D2}" srcOrd="1" destOrd="0" presId="urn:microsoft.com/office/officeart/2005/8/layout/list1#1"/>
    <dgm:cxn modelId="{C6C43FE4-A294-40EB-95B7-E0621BE073D7}" type="presParOf" srcId="{CC914FA3-1A11-44F7-8F56-9CED9DBD2856}" destId="{D1E10EAD-BFA2-4DB8-AF00-32F9B9610466}" srcOrd="5" destOrd="0" presId="urn:microsoft.com/office/officeart/2005/8/layout/list1#1"/>
    <dgm:cxn modelId="{6D80595B-FEEB-4196-8B9F-AD567830AF1D}" type="presParOf" srcId="{CC914FA3-1A11-44F7-8F56-9CED9DBD2856}" destId="{382B28C7-6C81-4202-A2DF-7AD2DEF069E7}" srcOrd="6" destOrd="0" presId="urn:microsoft.com/office/officeart/2005/8/layout/list1#1"/>
    <dgm:cxn modelId="{39B626AA-E656-44D3-B74E-3E60F1DA9941}" type="presParOf" srcId="{CC914FA3-1A11-44F7-8F56-9CED9DBD2856}" destId="{71420350-8FB8-4978-BBCA-79DE85BF616A}" srcOrd="7" destOrd="0" presId="urn:microsoft.com/office/officeart/2005/8/layout/list1#1"/>
    <dgm:cxn modelId="{11D8B5C5-800B-4E61-BB5B-7AFE0057E68A}" type="presParOf" srcId="{CC914FA3-1A11-44F7-8F56-9CED9DBD2856}" destId="{202BD818-9BD1-482A-B6AB-F2076AA17C56}" srcOrd="8" destOrd="0" presId="urn:microsoft.com/office/officeart/2005/8/layout/list1#1"/>
    <dgm:cxn modelId="{6EA45172-AD43-44E8-BF24-FDEED0ACE355}" type="presParOf" srcId="{202BD818-9BD1-482A-B6AB-F2076AA17C56}" destId="{A24B50FB-FE54-4FFA-B4BC-A6E766369AC3}" srcOrd="0" destOrd="0" presId="urn:microsoft.com/office/officeart/2005/8/layout/list1#1"/>
    <dgm:cxn modelId="{4A20E814-3490-4AC1-9C11-299506B74949}" type="presParOf" srcId="{202BD818-9BD1-482A-B6AB-F2076AA17C56}" destId="{0A5C6528-5ECF-46AF-A0ED-6D8EE22CC2A4}" srcOrd="1" destOrd="0" presId="urn:microsoft.com/office/officeart/2005/8/layout/list1#1"/>
    <dgm:cxn modelId="{4170CC49-1971-4F23-AC7A-DC4F30E0C5EC}" type="presParOf" srcId="{CC914FA3-1A11-44F7-8F56-9CED9DBD2856}" destId="{8D979E40-6E6A-4462-B542-0A3152F07A68}" srcOrd="9" destOrd="0" presId="urn:microsoft.com/office/officeart/2005/8/layout/list1#1"/>
    <dgm:cxn modelId="{4AE5F698-B82E-44DA-86F3-5FD32FA2FE93}" type="presParOf" srcId="{CC914FA3-1A11-44F7-8F56-9CED9DBD2856}" destId="{2A726C37-0BFA-42F9-9C9E-E99B2341DAAF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2" loCatId="list" qsTypeId="urn:microsoft.com/office/officeart/2005/8/quickstyle/simple1#2" qsCatId="simple" csTypeId="urn:microsoft.com/office/officeart/2005/8/colors/accent1_2#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2"/>
    <dgm:cxn modelId="{4F02D266-ED6F-488B-9A17-55DAAD6E4413}" type="presOf" srcId="{DA26B7A0-DDDA-4AE9-B154-2312908A21F4}" destId="{5842CC0C-2640-4026-8FFF-34A37A35D9D2}" srcOrd="1" destOrd="0" presId="urn:microsoft.com/office/officeart/2005/8/layout/list1#2"/>
    <dgm:cxn modelId="{52F9F250-08E1-462E-8142-00A6A4C56D1E}" type="presOf" srcId="{82045F8E-7B49-4C3F-9C34-3B4A75A0895B}" destId="{0A5C6528-5ECF-46AF-A0ED-6D8EE22CC2A4}" srcOrd="1" destOrd="0" presId="urn:microsoft.com/office/officeart/2005/8/layout/list1#2"/>
    <dgm:cxn modelId="{25BC858B-EE40-491D-B027-9D51CABD16A1}" type="presOf" srcId="{1EA9F3CA-2769-4AFA-94EB-287201B9F2C3}" destId="{CC914FA3-1A11-44F7-8F56-9CED9DBD2856}" srcOrd="0" destOrd="0" presId="urn:microsoft.com/office/officeart/2005/8/layout/list1#2"/>
    <dgm:cxn modelId="{CF738C8D-E7A8-49B6-AE4E-D1463CDE6995}" type="presOf" srcId="{5037A2AE-E2D8-43A9-A173-A4EFC55D5126}" destId="{18241D02-CA49-43F0-BCA2-28090FD813DA}" srcOrd="0" destOrd="0" presId="urn:microsoft.com/office/officeart/2005/8/layout/list1#2"/>
    <dgm:cxn modelId="{6A0820B5-7451-4E4A-9D70-2A5F71EB42B8}" type="presOf" srcId="{DA26B7A0-DDDA-4AE9-B154-2312908A21F4}" destId="{C9B15F00-44E9-4B41-9ED1-B5730B7449B3}" srcOrd="0" destOrd="0" presId="urn:microsoft.com/office/officeart/2005/8/layout/list1#2"/>
    <dgm:cxn modelId="{BC667EDD-651C-414C-A685-4119971ED0A1}" type="presOf" srcId="{82045F8E-7B49-4C3F-9C34-3B4A75A0895B}" destId="{A24B50FB-FE54-4FFA-B4BC-A6E766369AC3}" srcOrd="0" destOrd="0" presId="urn:microsoft.com/office/officeart/2005/8/layout/list1#2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2"/>
    <dgm:cxn modelId="{E5ECC63A-8C42-43C8-9871-AC6EA678E213}" type="presParOf" srcId="{3464CC5B-A93A-4BA5-9ACF-B6E41E37FC8C}" destId="{18241D02-CA49-43F0-BCA2-28090FD813DA}" srcOrd="0" destOrd="0" presId="urn:microsoft.com/office/officeart/2005/8/layout/list1#2"/>
    <dgm:cxn modelId="{4AFDEB6A-F902-4520-AFF7-4CB06299C7E7}" type="presParOf" srcId="{3464CC5B-A93A-4BA5-9ACF-B6E41E37FC8C}" destId="{ED715189-FFC5-4A9D-844A-C5D7CECCC1F7}" srcOrd="1" destOrd="0" presId="urn:microsoft.com/office/officeart/2005/8/layout/list1#2"/>
    <dgm:cxn modelId="{33056C38-9185-4396-A893-ADBA51168C26}" type="presParOf" srcId="{CC914FA3-1A11-44F7-8F56-9CED9DBD2856}" destId="{F9075B03-AA80-4CFC-B8BA-25FD9CD862F1}" srcOrd="1" destOrd="0" presId="urn:microsoft.com/office/officeart/2005/8/layout/list1#2"/>
    <dgm:cxn modelId="{5880F821-5273-485C-AE40-A028C7BD2060}" type="presParOf" srcId="{CC914FA3-1A11-44F7-8F56-9CED9DBD2856}" destId="{9C2CAF39-3E3F-4773-BB42-DF0631F2779D}" srcOrd="2" destOrd="0" presId="urn:microsoft.com/office/officeart/2005/8/layout/list1#2"/>
    <dgm:cxn modelId="{AAD1C1AA-89B1-4538-8594-6A12B4BFECBD}" type="presParOf" srcId="{CC914FA3-1A11-44F7-8F56-9CED9DBD2856}" destId="{88F18172-B8FE-40AE-A05B-18C20735A8D3}" srcOrd="3" destOrd="0" presId="urn:microsoft.com/office/officeart/2005/8/layout/list1#2"/>
    <dgm:cxn modelId="{7CE507B2-08A0-4BBD-9587-95B086E254A3}" type="presParOf" srcId="{CC914FA3-1A11-44F7-8F56-9CED9DBD2856}" destId="{A1895881-E0D2-4A83-8948-91D3003B9F62}" srcOrd="4" destOrd="0" presId="urn:microsoft.com/office/officeart/2005/8/layout/list1#2"/>
    <dgm:cxn modelId="{6F8758F7-7855-48A2-8C3F-D1E29EDF0713}" type="presParOf" srcId="{A1895881-E0D2-4A83-8948-91D3003B9F62}" destId="{C9B15F00-44E9-4B41-9ED1-B5730B7449B3}" srcOrd="0" destOrd="0" presId="urn:microsoft.com/office/officeart/2005/8/layout/list1#2"/>
    <dgm:cxn modelId="{27420123-7D73-4E7F-878C-337E1F321529}" type="presParOf" srcId="{A1895881-E0D2-4A83-8948-91D3003B9F62}" destId="{5842CC0C-2640-4026-8FFF-34A37A35D9D2}" srcOrd="1" destOrd="0" presId="urn:microsoft.com/office/officeart/2005/8/layout/list1#2"/>
    <dgm:cxn modelId="{C6C43FE4-A294-40EB-95B7-E0621BE073D7}" type="presParOf" srcId="{CC914FA3-1A11-44F7-8F56-9CED9DBD2856}" destId="{D1E10EAD-BFA2-4DB8-AF00-32F9B9610466}" srcOrd="5" destOrd="0" presId="urn:microsoft.com/office/officeart/2005/8/layout/list1#2"/>
    <dgm:cxn modelId="{6D80595B-FEEB-4196-8B9F-AD567830AF1D}" type="presParOf" srcId="{CC914FA3-1A11-44F7-8F56-9CED9DBD2856}" destId="{382B28C7-6C81-4202-A2DF-7AD2DEF069E7}" srcOrd="6" destOrd="0" presId="urn:microsoft.com/office/officeart/2005/8/layout/list1#2"/>
    <dgm:cxn modelId="{39B626AA-E656-44D3-B74E-3E60F1DA9941}" type="presParOf" srcId="{CC914FA3-1A11-44F7-8F56-9CED9DBD2856}" destId="{71420350-8FB8-4978-BBCA-79DE85BF616A}" srcOrd="7" destOrd="0" presId="urn:microsoft.com/office/officeart/2005/8/layout/list1#2"/>
    <dgm:cxn modelId="{11D8B5C5-800B-4E61-BB5B-7AFE0057E68A}" type="presParOf" srcId="{CC914FA3-1A11-44F7-8F56-9CED9DBD2856}" destId="{202BD818-9BD1-482A-B6AB-F2076AA17C56}" srcOrd="8" destOrd="0" presId="urn:microsoft.com/office/officeart/2005/8/layout/list1#2"/>
    <dgm:cxn modelId="{6EA45172-AD43-44E8-BF24-FDEED0ACE355}" type="presParOf" srcId="{202BD818-9BD1-482A-B6AB-F2076AA17C56}" destId="{A24B50FB-FE54-4FFA-B4BC-A6E766369AC3}" srcOrd="0" destOrd="0" presId="urn:microsoft.com/office/officeart/2005/8/layout/list1#2"/>
    <dgm:cxn modelId="{4A20E814-3490-4AC1-9C11-299506B74949}" type="presParOf" srcId="{202BD818-9BD1-482A-B6AB-F2076AA17C56}" destId="{0A5C6528-5ECF-46AF-A0ED-6D8EE22CC2A4}" srcOrd="1" destOrd="0" presId="urn:microsoft.com/office/officeart/2005/8/layout/list1#2"/>
    <dgm:cxn modelId="{4170CC49-1971-4F23-AC7A-DC4F30E0C5EC}" type="presParOf" srcId="{CC914FA3-1A11-44F7-8F56-9CED9DBD2856}" destId="{8D979E40-6E6A-4462-B542-0A3152F07A68}" srcOrd="9" destOrd="0" presId="urn:microsoft.com/office/officeart/2005/8/layout/list1#2"/>
    <dgm:cxn modelId="{4AE5F698-B82E-44DA-86F3-5FD32FA2FE93}" type="presParOf" srcId="{CC914FA3-1A11-44F7-8F56-9CED9DBD2856}" destId="{2A726C37-0BFA-42F9-9C9E-E99B2341DAAF}" srcOrd="10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3" loCatId="list" qsTypeId="urn:microsoft.com/office/officeart/2005/8/quickstyle/simple1#3" qsCatId="simple" csTypeId="urn:microsoft.com/office/officeart/2005/8/colors/accent1_2#3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3"/>
    <dgm:cxn modelId="{4F02D266-ED6F-488B-9A17-55DAAD6E4413}" type="presOf" srcId="{DA26B7A0-DDDA-4AE9-B154-2312908A21F4}" destId="{5842CC0C-2640-4026-8FFF-34A37A35D9D2}" srcOrd="1" destOrd="0" presId="urn:microsoft.com/office/officeart/2005/8/layout/list1#3"/>
    <dgm:cxn modelId="{52F9F250-08E1-462E-8142-00A6A4C56D1E}" type="presOf" srcId="{82045F8E-7B49-4C3F-9C34-3B4A75A0895B}" destId="{0A5C6528-5ECF-46AF-A0ED-6D8EE22CC2A4}" srcOrd="1" destOrd="0" presId="urn:microsoft.com/office/officeart/2005/8/layout/list1#3"/>
    <dgm:cxn modelId="{25BC858B-EE40-491D-B027-9D51CABD16A1}" type="presOf" srcId="{1EA9F3CA-2769-4AFA-94EB-287201B9F2C3}" destId="{CC914FA3-1A11-44F7-8F56-9CED9DBD2856}" srcOrd="0" destOrd="0" presId="urn:microsoft.com/office/officeart/2005/8/layout/list1#3"/>
    <dgm:cxn modelId="{CF738C8D-E7A8-49B6-AE4E-D1463CDE6995}" type="presOf" srcId="{5037A2AE-E2D8-43A9-A173-A4EFC55D5126}" destId="{18241D02-CA49-43F0-BCA2-28090FD813DA}" srcOrd="0" destOrd="0" presId="urn:microsoft.com/office/officeart/2005/8/layout/list1#3"/>
    <dgm:cxn modelId="{6A0820B5-7451-4E4A-9D70-2A5F71EB42B8}" type="presOf" srcId="{DA26B7A0-DDDA-4AE9-B154-2312908A21F4}" destId="{C9B15F00-44E9-4B41-9ED1-B5730B7449B3}" srcOrd="0" destOrd="0" presId="urn:microsoft.com/office/officeart/2005/8/layout/list1#3"/>
    <dgm:cxn modelId="{BC667EDD-651C-414C-A685-4119971ED0A1}" type="presOf" srcId="{82045F8E-7B49-4C3F-9C34-3B4A75A0895B}" destId="{A24B50FB-FE54-4FFA-B4BC-A6E766369AC3}" srcOrd="0" destOrd="0" presId="urn:microsoft.com/office/officeart/2005/8/layout/list1#3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3"/>
    <dgm:cxn modelId="{E5ECC63A-8C42-43C8-9871-AC6EA678E213}" type="presParOf" srcId="{3464CC5B-A93A-4BA5-9ACF-B6E41E37FC8C}" destId="{18241D02-CA49-43F0-BCA2-28090FD813DA}" srcOrd="0" destOrd="0" presId="urn:microsoft.com/office/officeart/2005/8/layout/list1#3"/>
    <dgm:cxn modelId="{4AFDEB6A-F902-4520-AFF7-4CB06299C7E7}" type="presParOf" srcId="{3464CC5B-A93A-4BA5-9ACF-B6E41E37FC8C}" destId="{ED715189-FFC5-4A9D-844A-C5D7CECCC1F7}" srcOrd="1" destOrd="0" presId="urn:microsoft.com/office/officeart/2005/8/layout/list1#3"/>
    <dgm:cxn modelId="{33056C38-9185-4396-A893-ADBA51168C26}" type="presParOf" srcId="{CC914FA3-1A11-44F7-8F56-9CED9DBD2856}" destId="{F9075B03-AA80-4CFC-B8BA-25FD9CD862F1}" srcOrd="1" destOrd="0" presId="urn:microsoft.com/office/officeart/2005/8/layout/list1#3"/>
    <dgm:cxn modelId="{5880F821-5273-485C-AE40-A028C7BD2060}" type="presParOf" srcId="{CC914FA3-1A11-44F7-8F56-9CED9DBD2856}" destId="{9C2CAF39-3E3F-4773-BB42-DF0631F2779D}" srcOrd="2" destOrd="0" presId="urn:microsoft.com/office/officeart/2005/8/layout/list1#3"/>
    <dgm:cxn modelId="{AAD1C1AA-89B1-4538-8594-6A12B4BFECBD}" type="presParOf" srcId="{CC914FA3-1A11-44F7-8F56-9CED9DBD2856}" destId="{88F18172-B8FE-40AE-A05B-18C20735A8D3}" srcOrd="3" destOrd="0" presId="urn:microsoft.com/office/officeart/2005/8/layout/list1#3"/>
    <dgm:cxn modelId="{7CE507B2-08A0-4BBD-9587-95B086E254A3}" type="presParOf" srcId="{CC914FA3-1A11-44F7-8F56-9CED9DBD2856}" destId="{A1895881-E0D2-4A83-8948-91D3003B9F62}" srcOrd="4" destOrd="0" presId="urn:microsoft.com/office/officeart/2005/8/layout/list1#3"/>
    <dgm:cxn modelId="{6F8758F7-7855-48A2-8C3F-D1E29EDF0713}" type="presParOf" srcId="{A1895881-E0D2-4A83-8948-91D3003B9F62}" destId="{C9B15F00-44E9-4B41-9ED1-B5730B7449B3}" srcOrd="0" destOrd="0" presId="urn:microsoft.com/office/officeart/2005/8/layout/list1#3"/>
    <dgm:cxn modelId="{27420123-7D73-4E7F-878C-337E1F321529}" type="presParOf" srcId="{A1895881-E0D2-4A83-8948-91D3003B9F62}" destId="{5842CC0C-2640-4026-8FFF-34A37A35D9D2}" srcOrd="1" destOrd="0" presId="urn:microsoft.com/office/officeart/2005/8/layout/list1#3"/>
    <dgm:cxn modelId="{C6C43FE4-A294-40EB-95B7-E0621BE073D7}" type="presParOf" srcId="{CC914FA3-1A11-44F7-8F56-9CED9DBD2856}" destId="{D1E10EAD-BFA2-4DB8-AF00-32F9B9610466}" srcOrd="5" destOrd="0" presId="urn:microsoft.com/office/officeart/2005/8/layout/list1#3"/>
    <dgm:cxn modelId="{6D80595B-FEEB-4196-8B9F-AD567830AF1D}" type="presParOf" srcId="{CC914FA3-1A11-44F7-8F56-9CED9DBD2856}" destId="{382B28C7-6C81-4202-A2DF-7AD2DEF069E7}" srcOrd="6" destOrd="0" presId="urn:microsoft.com/office/officeart/2005/8/layout/list1#3"/>
    <dgm:cxn modelId="{39B626AA-E656-44D3-B74E-3E60F1DA9941}" type="presParOf" srcId="{CC914FA3-1A11-44F7-8F56-9CED9DBD2856}" destId="{71420350-8FB8-4978-BBCA-79DE85BF616A}" srcOrd="7" destOrd="0" presId="urn:microsoft.com/office/officeart/2005/8/layout/list1#3"/>
    <dgm:cxn modelId="{11D8B5C5-800B-4E61-BB5B-7AFE0057E68A}" type="presParOf" srcId="{CC914FA3-1A11-44F7-8F56-9CED9DBD2856}" destId="{202BD818-9BD1-482A-B6AB-F2076AA17C56}" srcOrd="8" destOrd="0" presId="urn:microsoft.com/office/officeart/2005/8/layout/list1#3"/>
    <dgm:cxn modelId="{6EA45172-AD43-44E8-BF24-FDEED0ACE355}" type="presParOf" srcId="{202BD818-9BD1-482A-B6AB-F2076AA17C56}" destId="{A24B50FB-FE54-4FFA-B4BC-A6E766369AC3}" srcOrd="0" destOrd="0" presId="urn:microsoft.com/office/officeart/2005/8/layout/list1#3"/>
    <dgm:cxn modelId="{4A20E814-3490-4AC1-9C11-299506B74949}" type="presParOf" srcId="{202BD818-9BD1-482A-B6AB-F2076AA17C56}" destId="{0A5C6528-5ECF-46AF-A0ED-6D8EE22CC2A4}" srcOrd="1" destOrd="0" presId="urn:microsoft.com/office/officeart/2005/8/layout/list1#3"/>
    <dgm:cxn modelId="{4170CC49-1971-4F23-AC7A-DC4F30E0C5EC}" type="presParOf" srcId="{CC914FA3-1A11-44F7-8F56-9CED9DBD2856}" destId="{8D979E40-6E6A-4462-B542-0A3152F07A68}" srcOrd="9" destOrd="0" presId="urn:microsoft.com/office/officeart/2005/8/layout/list1#3"/>
    <dgm:cxn modelId="{4AE5F698-B82E-44DA-86F3-5FD32FA2FE93}" type="presParOf" srcId="{CC914FA3-1A11-44F7-8F56-9CED9DBD2856}" destId="{2A726C37-0BFA-42F9-9C9E-E99B2341DAAF}" srcOrd="10" destOrd="0" presId="urn:microsoft.com/office/officeart/2005/8/layout/list1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#3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1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1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jpeg"/><Relationship Id="rId4" Type="http://schemas.openxmlformats.org/officeDocument/2006/relationships/image" Target="../media/image7.png"/><Relationship Id="rId9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59618" y="326336"/>
            <a:ext cx="4123415" cy="1058279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a typeface="UD Digi Kyokasho N" panose="02020400000000000000" pitchFamily="17" charset="-128"/>
              </a:rPr>
              <a:t>NIHONGO NO MICHI</a:t>
            </a:r>
          </a:p>
        </p:txBody>
      </p:sp>
      <p:sp>
        <p:nvSpPr>
          <p:cNvPr id="7" name="Rectangle: Rounded Corners 8"/>
          <p:cNvSpPr/>
          <p:nvPr/>
        </p:nvSpPr>
        <p:spPr>
          <a:xfrm>
            <a:off x="2646573" y="1646868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ALIFBO: KATAKANA</a:t>
            </a:r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algn="ctr"/>
            <a:r>
              <a:rPr lang="ja-JP" altLang="en-US" sz="5000" b="1" dirty="0">
                <a:solidFill>
                  <a:schemeClr val="accent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バ</a:t>
            </a:r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50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パ</a:t>
            </a:r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endParaRPr lang="en-US" altLang="ja-JP" sz="5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BA</a:t>
            </a:r>
            <a:r>
              <a:rPr lang="ja-JP" altLang="en-US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　</a:t>
            </a:r>
            <a:r>
              <a:rPr lang="en-US" altLang="ja-JP" sz="5000" b="1" dirty="0">
                <a:solidFill>
                  <a:srgbClr val="00B050"/>
                </a:solidFill>
                <a:ea typeface="UD Digi Kyokasho N" panose="02020400000000000000" pitchFamily="17" charset="-128"/>
              </a:rPr>
              <a:t>PA</a:t>
            </a:r>
            <a:r>
              <a:rPr lang="ja-JP" altLang="en-US" sz="5000" b="1" dirty="0">
                <a:solidFill>
                  <a:srgbClr val="00B050"/>
                </a:solidFill>
                <a:ea typeface="UD Digi Kyokasho N" panose="02020400000000000000" pitchFamily="17" charset="-128"/>
              </a:rPr>
              <a:t>　</a:t>
            </a:r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377761"/>
            <a:ext cx="1192954" cy="17941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967" y="4377761"/>
            <a:ext cx="1254072" cy="1809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285170" y="276767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F36E062-0253-3BD0-7101-64BA1498FF6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484" r="8970"/>
          <a:stretch>
            <a:fillRect/>
          </a:stretch>
        </p:blipFill>
        <p:spPr>
          <a:xfrm>
            <a:off x="490764" y="1156781"/>
            <a:ext cx="6371352" cy="49674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712FA2B1-EAE6-C453-4501-99309537C2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961" y="733722"/>
            <a:ext cx="3355348" cy="5918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271849" y="300291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5461" y="1289402"/>
            <a:ext cx="2182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ハ→</a:t>
            </a:r>
            <a:r>
              <a:rPr lang="ja-JP" altLang="en-US" sz="48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バ</a:t>
            </a:r>
            <a:endParaRPr lang="en-US" altLang="ja-JP" sz="48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586FD8E-5CA8-A354-C142-663296F3DA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753" y="2017384"/>
            <a:ext cx="7895201" cy="40720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59"/>
            <a:ext cx="12192000" cy="6857999"/>
          </a:xfrm>
          <a:prstGeom prst="rect">
            <a:avLst/>
          </a:prstGeom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3"/>
          <p:cNvSpPr/>
          <p:nvPr/>
        </p:nvSpPr>
        <p:spPr>
          <a:xfrm>
            <a:off x="286798" y="287338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42252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Изображение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52475" y="1117897"/>
            <a:ext cx="3464706" cy="37452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73691" y="1397835"/>
            <a:ext cx="1499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バ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ス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26" name="Изображение 15"/>
          <p:cNvPicPr/>
          <p:nvPr/>
        </p:nvPicPr>
        <p:blipFill>
          <a:blip r:embed="rId6"/>
          <a:stretch>
            <a:fillRect/>
          </a:stretch>
        </p:blipFill>
        <p:spPr>
          <a:xfrm>
            <a:off x="7112421" y="1462487"/>
            <a:ext cx="1876425" cy="29013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97535" y="787019"/>
            <a:ext cx="13061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ビ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ル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Изображение 16">
            <a:extLst>
              <a:ext uri="{FF2B5EF4-FFF2-40B4-BE49-F238E27FC236}">
                <a16:creationId xmlns:a16="http://schemas.microsoft.com/office/drawing/2014/main" id="{359DFB7D-5F94-F50B-E5F4-AA49A6A6A9AD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3421221" y="3832959"/>
            <a:ext cx="2444658" cy="2052776"/>
          </a:xfrm>
          <a:prstGeom prst="rect">
            <a:avLst/>
          </a:prstGeom>
        </p:spPr>
      </p:pic>
      <p:pic>
        <p:nvPicPr>
          <p:cNvPr id="5" name="Изображение 18">
            <a:extLst>
              <a:ext uri="{FF2B5EF4-FFF2-40B4-BE49-F238E27FC236}">
                <a16:creationId xmlns:a16="http://schemas.microsoft.com/office/drawing/2014/main" id="{E0D64D15-25C1-2169-0492-7B10D72F6426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5687546" y="4749079"/>
            <a:ext cx="1500185" cy="129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A5A88-A2FF-DBA3-1900-3C28D39E9E9F}"/>
              </a:ext>
            </a:extLst>
          </p:cNvPr>
          <p:cNvSpPr txBox="1"/>
          <p:nvPr/>
        </p:nvSpPr>
        <p:spPr>
          <a:xfrm>
            <a:off x="4643550" y="3063518"/>
            <a:ext cx="20637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ボ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タン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5"/>
            <a:ext cx="12192000" cy="6857999"/>
          </a:xfrm>
          <a:prstGeom prst="rect">
            <a:avLst/>
          </a:prstGeom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26036" y="1217575"/>
            <a:ext cx="2008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ブ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ドウ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6687" y="588772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バ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ナナ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1128" y="3429000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べ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ルト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1520" y="3206184"/>
            <a:ext cx="14947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ビ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1" name="Изображение 10"/>
          <p:cNvPicPr/>
          <p:nvPr/>
        </p:nvPicPr>
        <p:blipFill>
          <a:blip r:embed="rId4"/>
          <a:srcRect l="26121" t="21069" r="18084" b="16644"/>
          <a:stretch>
            <a:fillRect/>
          </a:stretch>
        </p:blipFill>
        <p:spPr>
          <a:xfrm>
            <a:off x="2899726" y="3876992"/>
            <a:ext cx="1887220" cy="2306320"/>
          </a:xfrm>
          <a:prstGeom prst="rect">
            <a:avLst/>
          </a:prstGeom>
        </p:spPr>
      </p:pic>
      <p:pic>
        <p:nvPicPr>
          <p:cNvPr id="12" name="Изображение 11"/>
          <p:cNvPicPr/>
          <p:nvPr/>
        </p:nvPicPr>
        <p:blipFill>
          <a:blip r:embed="rId5"/>
          <a:stretch>
            <a:fillRect/>
          </a:stretch>
        </p:blipFill>
        <p:spPr>
          <a:xfrm rot="1260000">
            <a:off x="6371897" y="1153807"/>
            <a:ext cx="2014220" cy="2146935"/>
          </a:xfrm>
          <a:prstGeom prst="rect">
            <a:avLst/>
          </a:prstGeom>
        </p:spPr>
      </p:pic>
      <p:pic>
        <p:nvPicPr>
          <p:cNvPr id="13" name="Изображение 12"/>
          <p:cNvPicPr/>
          <p:nvPr/>
        </p:nvPicPr>
        <p:blipFill>
          <a:blip r:embed="rId6"/>
          <a:stretch>
            <a:fillRect/>
          </a:stretch>
        </p:blipFill>
        <p:spPr>
          <a:xfrm>
            <a:off x="313549" y="1745007"/>
            <a:ext cx="3495675" cy="2552700"/>
          </a:xfrm>
          <a:prstGeom prst="rect">
            <a:avLst/>
          </a:prstGeom>
        </p:spPr>
      </p:pic>
      <p:pic>
        <p:nvPicPr>
          <p:cNvPr id="18" name="Изображение 17"/>
          <p:cNvPicPr/>
          <p:nvPr/>
        </p:nvPicPr>
        <p:blipFill>
          <a:blip r:embed="rId7"/>
          <a:stretch>
            <a:fillRect/>
          </a:stretch>
        </p:blipFill>
        <p:spPr>
          <a:xfrm>
            <a:off x="5764668" y="3913860"/>
            <a:ext cx="2954020" cy="2613025"/>
          </a:xfrm>
          <a:prstGeom prst="rect">
            <a:avLst/>
          </a:prstGeom>
        </p:spPr>
      </p:pic>
      <p:sp>
        <p:nvSpPr>
          <p:cNvPr id="20" name="Rectangle: Rounded Corners 13"/>
          <p:cNvSpPr/>
          <p:nvPr/>
        </p:nvSpPr>
        <p:spPr>
          <a:xfrm>
            <a:off x="286798" y="287338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8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272044" y="300291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5461" y="1289402"/>
            <a:ext cx="2182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ハ→</a:t>
            </a:r>
            <a:r>
              <a:rPr lang="ja-JP" altLang="en-US" sz="48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パ</a:t>
            </a:r>
            <a:endParaRPr lang="en-US" altLang="ja-JP" sz="48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437DAD-8DB5-3ECA-F53A-D9A66D9309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461" y="1999372"/>
            <a:ext cx="7885264" cy="40824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"/>
            <a:ext cx="12192000" cy="6857999"/>
          </a:xfrm>
          <a:prstGeom prst="rect">
            <a:avLst/>
          </a:prstGeom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65401" y="1459146"/>
            <a:ext cx="2458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パ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5490" y="2923103"/>
            <a:ext cx="2454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ピ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6363" y="714057"/>
            <a:ext cx="15635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ぺ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7518208" y="2991978"/>
            <a:ext cx="2454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ポ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スト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8" name="Изображение 7"/>
          <p:cNvPicPr/>
          <p:nvPr/>
        </p:nvPicPr>
        <p:blipFill>
          <a:blip r:embed="rId4"/>
          <a:stretch>
            <a:fillRect/>
          </a:stretch>
        </p:blipFill>
        <p:spPr>
          <a:xfrm rot="1740000">
            <a:off x="614018" y="2120690"/>
            <a:ext cx="2567966" cy="1921275"/>
          </a:xfrm>
          <a:prstGeom prst="rect">
            <a:avLst/>
          </a:prstGeom>
        </p:spPr>
      </p:pic>
      <p:pic>
        <p:nvPicPr>
          <p:cNvPr id="12" name="Изображение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651529" y="3601803"/>
            <a:ext cx="3238859" cy="2685955"/>
          </a:xfrm>
          <a:prstGeom prst="rect">
            <a:avLst/>
          </a:prstGeom>
        </p:spPr>
      </p:pic>
      <p:pic>
        <p:nvPicPr>
          <p:cNvPr id="13" name="Изображение 12"/>
          <p:cNvPicPr/>
          <p:nvPr/>
        </p:nvPicPr>
        <p:blipFill>
          <a:blip r:embed="rId6"/>
          <a:stretch>
            <a:fillRect/>
          </a:stretch>
        </p:blipFill>
        <p:spPr>
          <a:xfrm rot="1680000">
            <a:off x="5479637" y="836914"/>
            <a:ext cx="2789555" cy="2943300"/>
          </a:xfrm>
          <a:prstGeom prst="rect">
            <a:avLst/>
          </a:prstGeom>
        </p:spPr>
      </p:pic>
      <p:pic>
        <p:nvPicPr>
          <p:cNvPr id="15" name="Изображение 14"/>
          <p:cNvPicPr/>
          <p:nvPr/>
        </p:nvPicPr>
        <p:blipFill>
          <a:blip r:embed="rId7"/>
          <a:stretch>
            <a:fillRect/>
          </a:stretch>
        </p:blipFill>
        <p:spPr>
          <a:xfrm>
            <a:off x="6171948" y="3396687"/>
            <a:ext cx="3368523" cy="3096188"/>
          </a:xfrm>
          <a:prstGeom prst="rect">
            <a:avLst/>
          </a:prstGeom>
        </p:spPr>
      </p:pic>
      <p:sp>
        <p:nvSpPr>
          <p:cNvPr id="18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17" name="Picture 10"/>
          <p:cNvPicPr>
            <a:picLocks noChangeAspect="1"/>
          </p:cNvPicPr>
          <p:nvPr/>
        </p:nvPicPr>
        <p:blipFill>
          <a:blip r:embed="rId8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69293" y="2236058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ピ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アノ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76818" y="3507697"/>
            <a:ext cx="1625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ぺ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ア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3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99" y="3020005"/>
            <a:ext cx="3853178" cy="279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12" descr="Picture background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pic>
        <p:nvPicPr>
          <p:cNvPr id="5" name="Picture 2" descr="靴下の検索結果 | かわいいフリー素材集 いらすとや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7500">
            <a:off x="5922092" y="4168272"/>
            <a:ext cx="1874870" cy="187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ペアの検索結果 | かわいいフリー素材集 いらすとや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358" y="4285424"/>
            <a:ext cx="187974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4" descr="プレゼントのイラスト「ピンクの箱とリボンのプレゼント」 | かわいいフリー素材集 いらすとや">
            <a:extLst>
              <a:ext uri="{FF2B5EF4-FFF2-40B4-BE49-F238E27FC236}">
                <a16:creationId xmlns:a16="http://schemas.microsoft.com/office/drawing/2014/main" id="{DB190AC4-34B7-1FB8-5EFD-16475EDE6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54" y="1559121"/>
            <a:ext cx="2745541" cy="279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95D270-439A-ED60-476B-6A07FA7B09C3}"/>
              </a:ext>
            </a:extLst>
          </p:cNvPr>
          <p:cNvSpPr txBox="1"/>
          <p:nvPr/>
        </p:nvSpPr>
        <p:spPr>
          <a:xfrm>
            <a:off x="4045625" y="935753"/>
            <a:ext cx="3005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プ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レゼント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sp>
        <p:nvSpPr>
          <p:cNvPr id="18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O‘YIN</a:t>
            </a:r>
          </a:p>
        </p:txBody>
      </p:sp>
      <p:pic>
        <p:nvPicPr>
          <p:cNvPr id="12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78927" y="3327363"/>
            <a:ext cx="3088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パ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キスタン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8927" y="1609690"/>
            <a:ext cx="41888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ウズ</a:t>
            </a:r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ベ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キスタン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8927" y="4934991"/>
            <a:ext cx="2453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ブ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ラジル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2050" name="Picture 2" descr="ウズベキスタン国旗のイラスト（2カット） - イラストくん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886" y="378490"/>
            <a:ext cx="2314618" cy="231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国旗のイラスト（パキスタン） - イラストくん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331" y="2193920"/>
            <a:ext cx="23876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国旗のイラスト（ブラジル） - イラストくん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008" y="4092139"/>
            <a:ext cx="2387600" cy="231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sp>
        <p:nvSpPr>
          <p:cNvPr id="18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O‘YIN</a:t>
            </a:r>
          </a:p>
        </p:txBody>
      </p:sp>
      <p:pic>
        <p:nvPicPr>
          <p:cNvPr id="12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197556" y="4731426"/>
            <a:ext cx="3088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パ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リ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2115" y="4731428"/>
            <a:ext cx="1913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ブ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ハラ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76193" y="4731427"/>
            <a:ext cx="29871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バ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ルセロナ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cxnSp>
        <p:nvCxnSpPr>
          <p:cNvPr id="6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Uzbekistan Architecture: Over 2,506 Royalty-Free Licensable Stock  Illustrations &amp; Drawings | Shutterstock">
            <a:extLst>
              <a:ext uri="{FF2B5EF4-FFF2-40B4-BE49-F238E27FC236}">
                <a16:creationId xmlns:a16="http://schemas.microsoft.com/office/drawing/2014/main" id="{8E9EF078-BB09-253E-FAB8-3366ECE08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2" b="10476"/>
          <a:stretch>
            <a:fillRect/>
          </a:stretch>
        </p:blipFill>
        <p:spPr bwMode="auto">
          <a:xfrm>
            <a:off x="478681" y="1599816"/>
            <a:ext cx="2495873" cy="253364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,900点を超えるバルセロナ県 イラストのストックフォト、写真、そしてロイヤリティフリーの画像 - iStock">
            <a:extLst>
              <a:ext uri="{FF2B5EF4-FFF2-40B4-BE49-F238E27FC236}">
                <a16:creationId xmlns:a16="http://schemas.microsoft.com/office/drawing/2014/main" id="{34407235-BC08-0ABD-85C7-3EF98F7A8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6" r="4790"/>
          <a:stretch>
            <a:fillRect/>
          </a:stretch>
        </p:blipFill>
        <p:spPr bwMode="auto">
          <a:xfrm>
            <a:off x="3144165" y="1611976"/>
            <a:ext cx="2987104" cy="24365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6" descr="バルセロナのカラフルなフラットイラスト ガウディの建物 ヤシの木 ビーチ レトロな旅行ポスターイラスト素材透過、PNGフリー画像ダウンロード -  Pngtree">
            <a:extLst>
              <a:ext uri="{FF2B5EF4-FFF2-40B4-BE49-F238E27FC236}">
                <a16:creationId xmlns:a16="http://schemas.microsoft.com/office/drawing/2014/main" id="{A53175B1-6777-27E1-7ABD-9998DFDC94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AutoShape 8" descr="バルセロナのカラフルなフラットイラスト ガウディの建物 ヤシの木 ビーチ レトロな旅行ポスターイラスト素材透過、PNGフリー画像ダウンロード -  Pngtree">
            <a:extLst>
              <a:ext uri="{FF2B5EF4-FFF2-40B4-BE49-F238E27FC236}">
                <a16:creationId xmlns:a16="http://schemas.microsoft.com/office/drawing/2014/main" id="{C9D33EBD-193C-EAD6-C5E9-297E8308B7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10" descr="バルセロナのカラフルなフラットイラスト ガウディの建物 ヤシの木 ビーチ レトロな旅行ポスターイラスト素材透過、PNGフリー画像ダウンロード -  Pngtree">
            <a:extLst>
              <a:ext uri="{FF2B5EF4-FFF2-40B4-BE49-F238E27FC236}">
                <a16:creationId xmlns:a16="http://schemas.microsoft.com/office/drawing/2014/main" id="{4407939A-40E4-BDC9-D2B1-B28E814CC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AutoShape 14" descr="パリイラストフリー素材透過、PNG画像、ベクトル、PSDと無料ダウンロード| Pngtree">
            <a:extLst>
              <a:ext uri="{FF2B5EF4-FFF2-40B4-BE49-F238E27FC236}">
                <a16:creationId xmlns:a16="http://schemas.microsoft.com/office/drawing/2014/main" id="{99D3D656-B398-2137-4148-44F5E49329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66" name="Picture 18" descr="フランスの通りのイラスト。水色、風景、パリとヨーロッパ。」のイラスト素材 2359585245 | Shutterstock">
            <a:extLst>
              <a:ext uri="{FF2B5EF4-FFF2-40B4-BE49-F238E27FC236}">
                <a16:creationId xmlns:a16="http://schemas.microsoft.com/office/drawing/2014/main" id="{B1567698-4B26-5B40-1840-33DEC80CA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1" t="4867" r="6323" b="10476"/>
          <a:stretch>
            <a:fillRect/>
          </a:stretch>
        </p:blipFill>
        <p:spPr bwMode="auto">
          <a:xfrm>
            <a:off x="6391771" y="1599815"/>
            <a:ext cx="2987104" cy="24365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  <a:sym typeface="+mn-ea"/>
              </a:rPr>
              <a:t>KATAKANA: </a:t>
            </a:r>
            <a:r>
              <a:rPr lang="ja-JP" altLang="en-US" sz="2800" b="1" dirty="0">
                <a:ea typeface="UD Digi Kyokasho N" panose="02020400000000000000" pitchFamily="17" charset="-128"/>
                <a:sym typeface="+mn-ea"/>
              </a:rPr>
              <a:t>　</a:t>
            </a:r>
            <a:endParaRPr lang="en-US" altLang="ja-JP" sz="2800" b="1" dirty="0">
              <a:ea typeface="UD Digi Kyokasho N" panose="02020400000000000000" pitchFamily="17" charset="-128"/>
              <a:sym typeface="+mn-ea"/>
            </a:endParaRPr>
          </a:p>
          <a:p>
            <a:pPr algn="ctr"/>
            <a:r>
              <a:rPr lang="ja-JP" altLang="en-US" sz="2800" b="1" dirty="0">
                <a:solidFill>
                  <a:schemeClr val="accent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バ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　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パ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　</a:t>
            </a:r>
            <a:endParaRPr lang="en-US" altLang="ja-JP" sz="28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0070C0"/>
                </a:solidFill>
                <a:ea typeface="UD Digi Kyokasho N" panose="02020400000000000000" pitchFamily="17" charset="-128"/>
                <a:sym typeface="+mn-ea"/>
              </a:rPr>
              <a:t>BA</a:t>
            </a:r>
            <a:r>
              <a:rPr lang="ja-JP" altLang="en-US" sz="2800" b="1" dirty="0">
                <a:solidFill>
                  <a:srgbClr val="0070C0"/>
                </a:solidFill>
                <a:ea typeface="UD Digi Kyokasho N" panose="02020400000000000000" pitchFamily="17" charset="-128"/>
                <a:sym typeface="+mn-ea"/>
              </a:rPr>
              <a:t>　</a:t>
            </a:r>
            <a:r>
              <a:rPr lang="en-US" altLang="ja-JP" sz="2800" b="1" dirty="0">
                <a:solidFill>
                  <a:srgbClr val="00B050"/>
                </a:solidFill>
                <a:ea typeface="UD Digi Kyokasho N" panose="02020400000000000000" pitchFamily="17" charset="-128"/>
                <a:sym typeface="+mn-ea"/>
              </a:rPr>
              <a:t>PA</a:t>
            </a:r>
            <a:endParaRPr lang="ru-RU" altLang="ja-JP" sz="2800" b="1" dirty="0">
              <a:solidFill>
                <a:srgbClr val="FF000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25081" y="380750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9"/>
          <p:cNvSpPr/>
          <p:nvPr/>
        </p:nvSpPr>
        <p:spPr>
          <a:xfrm>
            <a:off x="5221605" y="5260340"/>
            <a:ext cx="3550285" cy="45529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O’YIN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7" name="Rectangle 19"/>
          <p:cNvSpPr/>
          <p:nvPr/>
        </p:nvSpPr>
        <p:spPr>
          <a:xfrm>
            <a:off x="5221605" y="2244218"/>
            <a:ext cx="3549650" cy="45529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KATAKANA</a:t>
            </a:r>
            <a:r>
              <a:rPr lang="ja-JP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　バ　パ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9"/>
          <p:cNvSpPr/>
          <p:nvPr/>
        </p:nvSpPr>
        <p:spPr>
          <a:xfrm>
            <a:off x="5221605" y="4527765"/>
            <a:ext cx="3550285" cy="45529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YANGI SO’ZLAR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5" name="Picture 2" descr="ウズベキスタン国旗のイラスト（2カット） - イラストくん">
            <a:extLst>
              <a:ext uri="{FF2B5EF4-FFF2-40B4-BE49-F238E27FC236}">
                <a16:creationId xmlns:a16="http://schemas.microsoft.com/office/drawing/2014/main" id="{359B6AF9-5AED-4C67-129A-AF950909E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907" y="3654300"/>
            <a:ext cx="1258938" cy="120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国旗のイラスト（パキスタン） - イラストくん">
            <a:extLst>
              <a:ext uri="{FF2B5EF4-FFF2-40B4-BE49-F238E27FC236}">
                <a16:creationId xmlns:a16="http://schemas.microsoft.com/office/drawing/2014/main" id="{B44E248D-220C-6ABF-6080-0A693A215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37" y="3688312"/>
            <a:ext cx="1194975" cy="123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国旗のイラスト（ブラジル） - イラストくん">
            <a:extLst>
              <a:ext uri="{FF2B5EF4-FFF2-40B4-BE49-F238E27FC236}">
                <a16:creationId xmlns:a16="http://schemas.microsoft.com/office/drawing/2014/main" id="{ECDBE222-8103-E4E6-C5D6-2B32FE224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62" y="3688311"/>
            <a:ext cx="1270133" cy="123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Uzbekistan Architecture: Over 2,506 Royalty-Free Licensable Stock  Illustrations &amp; Drawings | Shutterstock">
            <a:extLst>
              <a:ext uri="{FF2B5EF4-FFF2-40B4-BE49-F238E27FC236}">
                <a16:creationId xmlns:a16="http://schemas.microsoft.com/office/drawing/2014/main" id="{6EB32682-0018-041B-643A-81E977C3E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2" b="10476"/>
          <a:stretch>
            <a:fillRect/>
          </a:stretch>
        </p:blipFill>
        <p:spPr bwMode="auto">
          <a:xfrm>
            <a:off x="3352368" y="4668621"/>
            <a:ext cx="1419268" cy="14407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5,900点を超えるバルセロナ県 イラストのストックフォト、写真、そしてロイヤリティフリーの画像 - iStock">
            <a:extLst>
              <a:ext uri="{FF2B5EF4-FFF2-40B4-BE49-F238E27FC236}">
                <a16:creationId xmlns:a16="http://schemas.microsoft.com/office/drawing/2014/main" id="{4DB52D12-B485-597E-7AB6-CE3754ABC7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6" r="4790"/>
          <a:stretch>
            <a:fillRect/>
          </a:stretch>
        </p:blipFill>
        <p:spPr bwMode="auto">
          <a:xfrm>
            <a:off x="1923935" y="4773339"/>
            <a:ext cx="1465154" cy="123130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8" descr="フランスの通りのイラスト。水色、風景、パリとヨーロッパ。」のイラスト素材 2359585245 | Shutterstock">
            <a:extLst>
              <a:ext uri="{FF2B5EF4-FFF2-40B4-BE49-F238E27FC236}">
                <a16:creationId xmlns:a16="http://schemas.microsoft.com/office/drawing/2014/main" id="{167A2AA4-5813-F3FF-56C6-C40764D25C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1" t="4867" r="6323" b="10476"/>
          <a:stretch>
            <a:fillRect/>
          </a:stretch>
        </p:blipFill>
        <p:spPr bwMode="auto">
          <a:xfrm>
            <a:off x="556398" y="4755534"/>
            <a:ext cx="1360907" cy="123130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/>
          <p:cNvSpPr/>
          <p:nvPr/>
        </p:nvSpPr>
        <p:spPr>
          <a:xfrm>
            <a:off x="2646573" y="1769177"/>
            <a:ext cx="6277079" cy="220560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NIHONGO NO MICHI</a:t>
            </a:r>
          </a:p>
          <a:p>
            <a:pPr algn="ctr"/>
            <a:r>
              <a:rPr lang="ja-JP" altLang="en-US" sz="5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日本語の道</a:t>
            </a:r>
            <a:endParaRPr lang="ru-RU" altLang="ja-JP" sz="3600" b="1" dirty="0">
              <a:solidFill>
                <a:schemeClr val="tx1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242130"/>
            <a:ext cx="1246468" cy="18746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69" y="4242130"/>
            <a:ext cx="1299070" cy="1874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76</Words>
  <Application>Microsoft Office PowerPoint</Application>
  <PresentationFormat>ワイド画面</PresentationFormat>
  <Paragraphs>44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UD デジタル 教科書体 N</vt:lpstr>
      <vt:lpstr>UD デジタル 教科書体 N</vt:lpstr>
      <vt:lpstr>Arial</vt:lpstr>
      <vt:lpstr>Calibri</vt:lpstr>
      <vt:lpstr>Calibri Light</vt:lpstr>
      <vt:lpstr>Тема 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japan kuon</cp:lastModifiedBy>
  <cp:revision>27</cp:revision>
  <dcterms:created xsi:type="dcterms:W3CDTF">2026-01-28T00:18:00Z</dcterms:created>
  <dcterms:modified xsi:type="dcterms:W3CDTF">2026-02-21T13:04:40Z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C704DA1D028C4C93BD1DB47EC5450DD0_12</vt:lpwstr>
  </property>
  <property fmtid="{D5CDD505-2E9C-101B-9397-08002B2CF9AE}" pid="3" name="KSOProductBuildVer">
    <vt:lpwstr>1049-12.2.0.23196</vt:lpwstr>
  </property>
</Properties>
</file>