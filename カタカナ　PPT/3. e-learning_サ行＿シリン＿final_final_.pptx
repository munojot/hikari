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64" r:id="rId5"/>
    <p:sldId id="258" r:id="rId6"/>
    <p:sldId id="283" r:id="rId7"/>
    <p:sldId id="288" r:id="rId8"/>
    <p:sldId id="259" r:id="rId9"/>
    <p:sldId id="284" r:id="rId10"/>
    <p:sldId id="270" r:id="rId11"/>
    <p:sldId id="285" r:id="rId12"/>
    <p:sldId id="271" r:id="rId13"/>
    <p:sldId id="286" r:id="rId14"/>
    <p:sldId id="287" r:id="rId15"/>
    <p:sldId id="273" r:id="rId16"/>
    <p:sldId id="274" r:id="rId17"/>
    <p:sldId id="277" r:id="rId18"/>
    <p:sldId id="282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494"/>
    <a:srgbClr val="D5D5D5"/>
    <a:srgbClr val="00B050"/>
    <a:srgbClr val="2F5597"/>
    <a:srgbClr val="DAE3F3"/>
    <a:srgbClr val="4472C4"/>
    <a:srgbClr val="70AD47"/>
    <a:srgbClr val="F6C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9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E9C743-A46B-4402-A3C8-3A15B82E4136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83A495B-DC2E-4083-BEF9-6EBF29456FFB}">
      <dgm:prSet phldrT="[Text]" phldr="0" custT="1"/>
      <dgm:spPr/>
      <dgm:t>
        <a:bodyPr/>
        <a:lstStyle/>
        <a:p>
          <a:r>
            <a:rPr lang="en-US" sz="3200" b="1" kern="1200" dirty="0">
              <a:solidFill>
                <a:prstClr val="whit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5 TA HARF</a:t>
          </a:r>
        </a:p>
      </dgm:t>
    </dgm:pt>
    <dgm:pt modelId="{B06F3CB6-DA4A-4C17-B128-DAE446B18610}" type="parTrans" cxnId="{D77CA9EB-EEA7-4295-929C-DF8152D46643}">
      <dgm:prSet/>
      <dgm:spPr/>
      <dgm:t>
        <a:bodyPr/>
        <a:lstStyle/>
        <a:p>
          <a:endParaRPr lang="en-US"/>
        </a:p>
      </dgm:t>
    </dgm:pt>
    <dgm:pt modelId="{9FDBBFD2-8C9F-44F5-9138-595BFDB27247}" type="sibTrans" cxnId="{D77CA9EB-EEA7-4295-929C-DF8152D46643}">
      <dgm:prSet/>
      <dgm:spPr/>
      <dgm:t>
        <a:bodyPr/>
        <a:lstStyle/>
        <a:p>
          <a:endParaRPr lang="en-US"/>
        </a:p>
      </dgm:t>
    </dgm:pt>
    <dgm:pt modelId="{38563CFE-0F3C-4B86-A259-26D612FA5BD0}">
      <dgm:prSet phldrT="[Text]" phldr="0" custT="1"/>
      <dgm:spPr/>
      <dgm:t>
        <a:bodyPr/>
        <a:lstStyle/>
        <a:p>
          <a:r>
            <a:rPr lang="en-US" sz="3200" b="1" kern="1200" dirty="0">
              <a:solidFill>
                <a:prstClr val="whit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 </a:t>
          </a:r>
          <a:r>
            <a:rPr lang="ru-RU" sz="3200" b="1" kern="1200" dirty="0">
              <a:solidFill>
                <a:prstClr val="whit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5</a:t>
          </a:r>
          <a:r>
            <a:rPr lang="en-US" sz="3200" b="1" kern="1200" dirty="0">
              <a:solidFill>
                <a:prstClr val="whit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TA SO‘Z</a:t>
          </a:r>
        </a:p>
      </dgm:t>
    </dgm:pt>
    <dgm:pt modelId="{9B2D42B0-1CEF-4006-B883-CB9A5096A6D1}" type="parTrans" cxnId="{A233889A-D29E-4372-BC2D-767F3D2BB7D1}">
      <dgm:prSet/>
      <dgm:spPr/>
      <dgm:t>
        <a:bodyPr/>
        <a:lstStyle/>
        <a:p>
          <a:endParaRPr lang="en-US"/>
        </a:p>
      </dgm:t>
    </dgm:pt>
    <dgm:pt modelId="{B71F37DF-B0F0-4974-8A45-B7FCD09F0FD1}" type="sibTrans" cxnId="{A233889A-D29E-4372-BC2D-767F3D2BB7D1}">
      <dgm:prSet/>
      <dgm:spPr/>
      <dgm:t>
        <a:bodyPr/>
        <a:lstStyle/>
        <a:p>
          <a:endParaRPr lang="en-US"/>
        </a:p>
      </dgm:t>
    </dgm:pt>
    <dgm:pt modelId="{9F3BDFE4-A36A-4721-B222-439FBFB4370F}" type="pres">
      <dgm:prSet presAssocID="{D9E9C743-A46B-4402-A3C8-3A15B82E4136}" presName="Name0" presStyleCnt="0">
        <dgm:presLayoutVars>
          <dgm:chMax val="7"/>
          <dgm:chPref val="7"/>
          <dgm:dir/>
        </dgm:presLayoutVars>
      </dgm:prSet>
      <dgm:spPr/>
    </dgm:pt>
    <dgm:pt modelId="{567993AD-CA05-4FE1-AB82-E44671B2220E}" type="pres">
      <dgm:prSet presAssocID="{D9E9C743-A46B-4402-A3C8-3A15B82E4136}" presName="Name1" presStyleCnt="0"/>
      <dgm:spPr/>
    </dgm:pt>
    <dgm:pt modelId="{F459BA65-E0F1-495C-9745-384B0C4F603D}" type="pres">
      <dgm:prSet presAssocID="{D9E9C743-A46B-4402-A3C8-3A15B82E4136}" presName="cycle" presStyleCnt="0"/>
      <dgm:spPr/>
    </dgm:pt>
    <dgm:pt modelId="{CFD17781-1984-444C-8A49-84289020D9CC}" type="pres">
      <dgm:prSet presAssocID="{D9E9C743-A46B-4402-A3C8-3A15B82E4136}" presName="srcNode" presStyleLbl="node1" presStyleIdx="0" presStyleCnt="2"/>
      <dgm:spPr/>
    </dgm:pt>
    <dgm:pt modelId="{A320096E-909F-49F3-87BC-7CF8A1EB7D83}" type="pres">
      <dgm:prSet presAssocID="{D9E9C743-A46B-4402-A3C8-3A15B82E4136}" presName="conn" presStyleLbl="parChTrans1D2" presStyleIdx="0" presStyleCnt="1"/>
      <dgm:spPr/>
    </dgm:pt>
    <dgm:pt modelId="{B12991B2-6543-4408-9243-5593857832F8}" type="pres">
      <dgm:prSet presAssocID="{D9E9C743-A46B-4402-A3C8-3A15B82E4136}" presName="extraNode" presStyleLbl="node1" presStyleIdx="0" presStyleCnt="2"/>
      <dgm:spPr/>
    </dgm:pt>
    <dgm:pt modelId="{26BB34ED-4C3D-44F2-B07C-14141B8AA798}" type="pres">
      <dgm:prSet presAssocID="{D9E9C743-A46B-4402-A3C8-3A15B82E4136}" presName="dstNode" presStyleLbl="node1" presStyleIdx="0" presStyleCnt="2"/>
      <dgm:spPr/>
    </dgm:pt>
    <dgm:pt modelId="{FBB6EA2D-15F5-4B22-B4FE-8AEA5498F0EA}" type="pres">
      <dgm:prSet presAssocID="{F83A495B-DC2E-4083-BEF9-6EBF29456FFB}" presName="text_1" presStyleLbl="node1" presStyleIdx="0" presStyleCnt="2">
        <dgm:presLayoutVars>
          <dgm:bulletEnabled val="1"/>
        </dgm:presLayoutVars>
      </dgm:prSet>
      <dgm:spPr/>
    </dgm:pt>
    <dgm:pt modelId="{C3B25ADE-7B93-420C-A812-A9F6C897698D}" type="pres">
      <dgm:prSet presAssocID="{F83A495B-DC2E-4083-BEF9-6EBF29456FFB}" presName="accent_1" presStyleCnt="0"/>
      <dgm:spPr/>
    </dgm:pt>
    <dgm:pt modelId="{B976FAD9-828A-4C8A-BCC6-A274D527CECB}" type="pres">
      <dgm:prSet presAssocID="{F83A495B-DC2E-4083-BEF9-6EBF29456FFB}" presName="accentRepeatNode" presStyleLbl="solidFgAcc1" presStyleIdx="0" presStyleCnt="2"/>
      <dgm:spPr>
        <a:solidFill>
          <a:srgbClr val="FFFF00"/>
        </a:solidFill>
      </dgm:spPr>
    </dgm:pt>
    <dgm:pt modelId="{59061FC7-A9D3-4601-9F9E-CEAC69536D22}" type="pres">
      <dgm:prSet presAssocID="{38563CFE-0F3C-4B86-A259-26D612FA5BD0}" presName="text_2" presStyleLbl="node1" presStyleIdx="1" presStyleCnt="2">
        <dgm:presLayoutVars>
          <dgm:bulletEnabled val="1"/>
        </dgm:presLayoutVars>
      </dgm:prSet>
      <dgm:spPr/>
    </dgm:pt>
    <dgm:pt modelId="{C4F7C8DF-C01C-4C2B-9353-1EDA38F44B53}" type="pres">
      <dgm:prSet presAssocID="{38563CFE-0F3C-4B86-A259-26D612FA5BD0}" presName="accent_2" presStyleCnt="0"/>
      <dgm:spPr/>
    </dgm:pt>
    <dgm:pt modelId="{9B9B9BAC-DE3F-43C2-B247-A17E08D1292D}" type="pres">
      <dgm:prSet presAssocID="{38563CFE-0F3C-4B86-A259-26D612FA5BD0}" presName="accentRepeatNode" presStyleLbl="solidFgAcc1" presStyleIdx="1" presStyleCnt="2"/>
      <dgm:spPr>
        <a:solidFill>
          <a:srgbClr val="92D050"/>
        </a:solidFill>
      </dgm:spPr>
    </dgm:pt>
  </dgm:ptLst>
  <dgm:cxnLst>
    <dgm:cxn modelId="{109E755A-984C-4C65-8D47-ABFB0EE308CE}" type="presOf" srcId="{9FDBBFD2-8C9F-44F5-9138-595BFDB27247}" destId="{A320096E-909F-49F3-87BC-7CF8A1EB7D83}" srcOrd="0" destOrd="0" presId="urn:microsoft.com/office/officeart/2008/layout/VerticalCurvedList"/>
    <dgm:cxn modelId="{A233889A-D29E-4372-BC2D-767F3D2BB7D1}" srcId="{D9E9C743-A46B-4402-A3C8-3A15B82E4136}" destId="{38563CFE-0F3C-4B86-A259-26D612FA5BD0}" srcOrd="1" destOrd="0" parTransId="{9B2D42B0-1CEF-4006-B883-CB9A5096A6D1}" sibTransId="{B71F37DF-B0F0-4974-8A45-B7FCD09F0FD1}"/>
    <dgm:cxn modelId="{C122F2AA-30EA-46D5-9ABF-A7B876061A24}" type="presOf" srcId="{F83A495B-DC2E-4083-BEF9-6EBF29456FFB}" destId="{FBB6EA2D-15F5-4B22-B4FE-8AEA5498F0EA}" srcOrd="0" destOrd="0" presId="urn:microsoft.com/office/officeart/2008/layout/VerticalCurvedList"/>
    <dgm:cxn modelId="{86C859C5-BA14-43B8-A7A8-255F8103BDA6}" type="presOf" srcId="{D9E9C743-A46B-4402-A3C8-3A15B82E4136}" destId="{9F3BDFE4-A36A-4721-B222-439FBFB4370F}" srcOrd="0" destOrd="0" presId="urn:microsoft.com/office/officeart/2008/layout/VerticalCurvedList"/>
    <dgm:cxn modelId="{50A0F4E7-DE22-4223-87AC-F4869FD461CF}" type="presOf" srcId="{38563CFE-0F3C-4B86-A259-26D612FA5BD0}" destId="{59061FC7-A9D3-4601-9F9E-CEAC69536D22}" srcOrd="0" destOrd="0" presId="urn:microsoft.com/office/officeart/2008/layout/VerticalCurvedList"/>
    <dgm:cxn modelId="{D77CA9EB-EEA7-4295-929C-DF8152D46643}" srcId="{D9E9C743-A46B-4402-A3C8-3A15B82E4136}" destId="{F83A495B-DC2E-4083-BEF9-6EBF29456FFB}" srcOrd="0" destOrd="0" parTransId="{B06F3CB6-DA4A-4C17-B128-DAE446B18610}" sibTransId="{9FDBBFD2-8C9F-44F5-9138-595BFDB27247}"/>
    <dgm:cxn modelId="{F6B37D98-592D-412F-98C3-4C48E09D431E}" type="presParOf" srcId="{9F3BDFE4-A36A-4721-B222-439FBFB4370F}" destId="{567993AD-CA05-4FE1-AB82-E44671B2220E}" srcOrd="0" destOrd="0" presId="urn:microsoft.com/office/officeart/2008/layout/VerticalCurvedList"/>
    <dgm:cxn modelId="{A13F068B-CA24-4C0D-88F5-CD5CCFFD6D49}" type="presParOf" srcId="{567993AD-CA05-4FE1-AB82-E44671B2220E}" destId="{F459BA65-E0F1-495C-9745-384B0C4F603D}" srcOrd="0" destOrd="0" presId="urn:microsoft.com/office/officeart/2008/layout/VerticalCurvedList"/>
    <dgm:cxn modelId="{91DFFDCE-DC79-41EC-B387-68031014C00E}" type="presParOf" srcId="{F459BA65-E0F1-495C-9745-384B0C4F603D}" destId="{CFD17781-1984-444C-8A49-84289020D9CC}" srcOrd="0" destOrd="0" presId="urn:microsoft.com/office/officeart/2008/layout/VerticalCurvedList"/>
    <dgm:cxn modelId="{279332D0-512B-4649-9552-C56EAF794AE4}" type="presParOf" srcId="{F459BA65-E0F1-495C-9745-384B0C4F603D}" destId="{A320096E-909F-49F3-87BC-7CF8A1EB7D83}" srcOrd="1" destOrd="0" presId="urn:microsoft.com/office/officeart/2008/layout/VerticalCurvedList"/>
    <dgm:cxn modelId="{5F59F747-D022-4805-A827-8EBC01B31B5D}" type="presParOf" srcId="{F459BA65-E0F1-495C-9745-384B0C4F603D}" destId="{B12991B2-6543-4408-9243-5593857832F8}" srcOrd="2" destOrd="0" presId="urn:microsoft.com/office/officeart/2008/layout/VerticalCurvedList"/>
    <dgm:cxn modelId="{19CC59C6-05C1-45A6-B4B0-C72D5C0B3F62}" type="presParOf" srcId="{F459BA65-E0F1-495C-9745-384B0C4F603D}" destId="{26BB34ED-4C3D-44F2-B07C-14141B8AA798}" srcOrd="3" destOrd="0" presId="urn:microsoft.com/office/officeart/2008/layout/VerticalCurvedList"/>
    <dgm:cxn modelId="{AEE227B0-C3FE-4C9F-BD90-961F82487626}" type="presParOf" srcId="{567993AD-CA05-4FE1-AB82-E44671B2220E}" destId="{FBB6EA2D-15F5-4B22-B4FE-8AEA5498F0EA}" srcOrd="1" destOrd="0" presId="urn:microsoft.com/office/officeart/2008/layout/VerticalCurvedList"/>
    <dgm:cxn modelId="{F356EFFA-0AC5-41A0-A8BA-00D72D666240}" type="presParOf" srcId="{567993AD-CA05-4FE1-AB82-E44671B2220E}" destId="{C3B25ADE-7B93-420C-A812-A9F6C897698D}" srcOrd="2" destOrd="0" presId="urn:microsoft.com/office/officeart/2008/layout/VerticalCurvedList"/>
    <dgm:cxn modelId="{1E5F6AF6-5F59-4E63-98CD-04F13F7E2518}" type="presParOf" srcId="{C3B25ADE-7B93-420C-A812-A9F6C897698D}" destId="{B976FAD9-828A-4C8A-BCC6-A274D527CECB}" srcOrd="0" destOrd="0" presId="urn:microsoft.com/office/officeart/2008/layout/VerticalCurvedList"/>
    <dgm:cxn modelId="{AF64EB17-E919-4872-87CD-F1BFE51B459E}" type="presParOf" srcId="{567993AD-CA05-4FE1-AB82-E44671B2220E}" destId="{59061FC7-A9D3-4601-9F9E-CEAC69536D22}" srcOrd="3" destOrd="0" presId="urn:microsoft.com/office/officeart/2008/layout/VerticalCurvedList"/>
    <dgm:cxn modelId="{0F2F057B-CA94-458C-9CCD-24DD56B250B3}" type="presParOf" srcId="{567993AD-CA05-4FE1-AB82-E44671B2220E}" destId="{C4F7C8DF-C01C-4C2B-9353-1EDA38F44B53}" srcOrd="4" destOrd="0" presId="urn:microsoft.com/office/officeart/2008/layout/VerticalCurvedList"/>
    <dgm:cxn modelId="{DB4EBB00-37AD-4C3E-9CF7-5FF13E266866}" type="presParOf" srcId="{C4F7C8DF-C01C-4C2B-9353-1EDA38F44B53}" destId="{9B9B9BAC-DE3F-43C2-B247-A17E08D1292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20096E-909F-49F3-87BC-7CF8A1EB7D83}">
      <dsp:nvSpPr>
        <dsp:cNvPr id="0" name=""/>
        <dsp:cNvSpPr/>
      </dsp:nvSpPr>
      <dsp:spPr>
        <a:xfrm>
          <a:off x="-2437588" y="-378627"/>
          <a:ext cx="2927179" cy="2927179"/>
        </a:xfrm>
        <a:prstGeom prst="blockArc">
          <a:avLst>
            <a:gd name="adj1" fmla="val 18900000"/>
            <a:gd name="adj2" fmla="val 2700000"/>
            <a:gd name="adj3" fmla="val 738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B6EA2D-15F5-4B22-B4FE-8AEA5498F0EA}">
      <dsp:nvSpPr>
        <dsp:cNvPr id="0" name=""/>
        <dsp:cNvSpPr/>
      </dsp:nvSpPr>
      <dsp:spPr>
        <a:xfrm>
          <a:off x="398886" y="309995"/>
          <a:ext cx="3234155" cy="6199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2049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solidFill>
                <a:prstClr val="whit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5 TA HARF</a:t>
          </a:r>
        </a:p>
      </dsp:txBody>
      <dsp:txXfrm>
        <a:off x="398886" y="309995"/>
        <a:ext cx="3234155" cy="619904"/>
      </dsp:txXfrm>
    </dsp:sp>
    <dsp:sp modelId="{B976FAD9-828A-4C8A-BCC6-A274D527CECB}">
      <dsp:nvSpPr>
        <dsp:cNvPr id="0" name=""/>
        <dsp:cNvSpPr/>
      </dsp:nvSpPr>
      <dsp:spPr>
        <a:xfrm>
          <a:off x="11446" y="232507"/>
          <a:ext cx="774880" cy="774880"/>
        </a:xfrm>
        <a:prstGeom prst="ellipse">
          <a:avLst/>
        </a:prstGeom>
        <a:solidFill>
          <a:srgbClr val="FFFF0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061FC7-A9D3-4601-9F9E-CEAC69536D22}">
      <dsp:nvSpPr>
        <dsp:cNvPr id="0" name=""/>
        <dsp:cNvSpPr/>
      </dsp:nvSpPr>
      <dsp:spPr>
        <a:xfrm>
          <a:off x="398886" y="1240025"/>
          <a:ext cx="3234155" cy="6199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2049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solidFill>
                <a:prstClr val="whit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 </a:t>
          </a:r>
          <a:r>
            <a:rPr lang="ru-RU" sz="3200" b="1" kern="1200" dirty="0">
              <a:solidFill>
                <a:prstClr val="whit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5</a:t>
          </a:r>
          <a:r>
            <a:rPr lang="en-US" sz="3200" b="1" kern="1200" dirty="0">
              <a:solidFill>
                <a:prstClr val="whit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TA SO‘Z</a:t>
          </a:r>
        </a:p>
      </dsp:txBody>
      <dsp:txXfrm>
        <a:off x="398886" y="1240025"/>
        <a:ext cx="3234155" cy="619904"/>
      </dsp:txXfrm>
    </dsp:sp>
    <dsp:sp modelId="{9B9B9BAC-DE3F-43C2-B247-A17E08D1292D}">
      <dsp:nvSpPr>
        <dsp:cNvPr id="0" name=""/>
        <dsp:cNvSpPr/>
      </dsp:nvSpPr>
      <dsp:spPr>
        <a:xfrm>
          <a:off x="11446" y="1162537"/>
          <a:ext cx="774880" cy="774880"/>
        </a:xfrm>
        <a:prstGeom prst="ellipse">
          <a:avLst/>
        </a:prstGeom>
        <a:solidFill>
          <a:srgbClr val="92D05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A91985-99C2-B7BD-28BC-F5B67AC1C2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A7944E5-0B09-2BE5-12EE-161B908104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BA09D6-80C3-7E64-B655-E3980D1BC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8B6C56-52F2-2475-9172-1402F7330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996026-2F34-5DBD-B916-625515298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507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9839D7-D546-2CC0-647A-9F037D071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0732E3-2E98-DBB8-D33C-A7FDFF92D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934B46-A1B2-8C25-13B6-8065D00AA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DB7CDE-6C1A-0D54-50BB-7634EF829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7EF067D-CF74-032A-0DD3-82D33204A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2983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AA4249-C49E-B03A-97D8-A12E3F8F0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CE35A01-61D5-EB5B-2CA8-0784BF520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B9079F-D40D-D84D-8AA3-641B8AD5F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5283B8-309E-6CFE-935D-B4C6DDBE3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4D1BCD-00A1-154C-78B9-4D2AF98C9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51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4E4EB1-A1F1-26C3-C8AE-208481134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D6C9F8-788B-9B22-BB6D-0A21452A39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6C860A9-0AE0-5D61-B151-16929B73D6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17570AC-5B40-9F5C-7995-7043BD4F8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0C40C34-01AE-BE85-0AAC-E1F1DE09C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64AE3DE-E564-AF84-7F70-87111456B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3787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275BB4-1274-0134-6273-58957B5C8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7072EBC-2512-112F-80FA-DBD1C73C9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C143089-BEA7-D2C0-AFEA-00C475BE78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C77C92C-1256-5FDF-C852-795B1884E2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5E956DA-7785-4D41-692E-F20E1C558B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5382BD8-99DE-DD8D-0527-A51594262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20095A3-9378-D751-F105-7F80A3B7F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AEEAA77-B307-887D-8ED1-3A6E66A55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8378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2C0042-D2CE-DC4A-9C72-C27F0ACCE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2D3075D-2E8B-DCDE-90F0-D48B33586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20C16A2-9883-1100-AC65-DB2B050AD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DAA1166-129F-EC78-E258-ED9DFA53F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9361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38FAF73-AE3E-D9CC-7DBA-B787AF779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82CD6E2-BE00-EEC1-CF32-3F0B72057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6B190F6-EA1E-2ABC-C24D-11434C49F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3460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B53D46-AE90-4DB7-3976-3A1AD7103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9BE12E-2E53-435F-CA1E-21A56F834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8DA1889-30C3-6134-3121-696A4FC1EC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5B51E33-C5FE-6CDE-7F22-380E5A310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382FAA6-F200-B31D-1DE0-CD3605341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66A84BD-E66D-F65D-CBD8-24CA6AA3D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4685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99707C-BB6D-6077-A500-E8262E108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54BB837-E662-99F7-CE70-13330A8BFA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B9D8E05-331D-F630-6C48-42E0672B25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25FB527-DF30-91B7-E040-778E0808A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060B4E-361E-E28B-4C79-B76257DD7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56F6CF9-85B2-313D-7FA7-11E340049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1567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8517AD-A953-4B41-C99E-4B6345AA3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670ABC3-C95E-B63B-E96F-BA18581D77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E2DE09-5FA7-C0A7-13D6-25D212373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248ED7F-6555-B16C-DC8D-8A05A25F8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C618F3-EBD3-5E95-AB37-DDCE0E30B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9431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8FA6972-F570-0155-AF1C-6F415709EB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2C90C2C-5D00-79EC-3CB6-D53DC423E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737A90-638E-FC1E-BE5E-67CDC93B9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95D1C3-EA78-2E2C-1B8E-D070EFF31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3DCA1C-3FD9-B960-8122-D00C4BE26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0505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4A9EAA-D8AA-9D1A-5C32-F100F921A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B268D6C-EE88-8984-6F4B-9415EE6BE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0603C5-2ED5-5F6C-DDE8-18C15E411A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8A300A-2A04-4861-8880-6C52272F1B90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7CE5A0-F38A-7907-8C22-2D63B88FE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3F53FC-C0C7-0FF6-CB8F-37FCA56F0D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3178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10.gif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gif"/><Relationship Id="rId7" Type="http://schemas.openxmlformats.org/officeDocument/2006/relationships/image" Target="../media/image13.gi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16.gif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0.gif"/><Relationship Id="rId7" Type="http://schemas.openxmlformats.org/officeDocument/2006/relationships/image" Target="../media/image17.gi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16.gif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19.png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5" Type="http://schemas.openxmlformats.org/officeDocument/2006/relationships/image" Target="../media/image22.gif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gif"/><Relationship Id="rId3" Type="http://schemas.openxmlformats.org/officeDocument/2006/relationships/image" Target="../media/image10.gif"/><Relationship Id="rId7" Type="http://schemas.openxmlformats.org/officeDocument/2006/relationships/image" Target="../media/image22.gi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23.png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5" Type="http://schemas.openxmlformats.org/officeDocument/2006/relationships/image" Target="../media/image24.gif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gif"/><Relationship Id="rId3" Type="http://schemas.openxmlformats.org/officeDocument/2006/relationships/image" Target="../media/image10.gif"/><Relationship Id="rId7" Type="http://schemas.openxmlformats.org/officeDocument/2006/relationships/image" Target="../media/image26.gi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25.png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5" Type="http://schemas.openxmlformats.org/officeDocument/2006/relationships/image" Target="../media/image27.gif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gif"/><Relationship Id="rId3" Type="http://schemas.openxmlformats.org/officeDocument/2006/relationships/image" Target="../media/image10.gif"/><Relationship Id="rId7" Type="http://schemas.openxmlformats.org/officeDocument/2006/relationships/image" Target="../media/image29.gi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image" Target="../media/image28.png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5" Type="http://schemas.openxmlformats.org/officeDocument/2006/relationships/image" Target="../media/image23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6" Type="http://schemas.openxmlformats.org/officeDocument/2006/relationships/image" Target="../media/image14.png"/><Relationship Id="rId5" Type="http://schemas.openxmlformats.org/officeDocument/2006/relationships/image" Target="../media/image23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13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.xml"/><Relationship Id="rId12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11" Type="http://schemas.openxmlformats.org/officeDocument/2006/relationships/image" Target="../media/image25.png"/><Relationship Id="rId5" Type="http://schemas.openxmlformats.org/officeDocument/2006/relationships/diagramData" Target="../diagrams/data1.xml"/><Relationship Id="rId15" Type="http://schemas.openxmlformats.org/officeDocument/2006/relationships/image" Target="../media/image12.png"/><Relationship Id="rId10" Type="http://schemas.openxmlformats.org/officeDocument/2006/relationships/image" Target="../media/image28.png"/><Relationship Id="rId4" Type="http://schemas.openxmlformats.org/officeDocument/2006/relationships/image" Target="../media/image3.png"/><Relationship Id="rId9" Type="http://schemas.microsoft.com/office/2007/relationships/diagramDrawing" Target="../diagrams/drawing1.xml"/><Relationship Id="rId1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415061-2F8F-CF2F-4C46-FA711EF306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2AAFCBB-D3D6-73CB-2E2A-453623A790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514D3E0-BA9E-381E-0604-517706605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176F0C5-BB76-F044-1998-7E49F13C5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5579" y="409767"/>
            <a:ext cx="1576803" cy="1551755"/>
          </a:xfrm>
          <a:prstGeom prst="rect">
            <a:avLst/>
          </a:prstGeom>
        </p:spPr>
      </p:pic>
      <p:sp>
        <p:nvSpPr>
          <p:cNvPr id="7" name="Rectangle: Rounded Corners 8">
            <a:extLst>
              <a:ext uri="{FF2B5EF4-FFF2-40B4-BE49-F238E27FC236}">
                <a16:creationId xmlns:a16="http://schemas.microsoft.com/office/drawing/2014/main" id="{4843CEAE-3668-19D1-E19D-14BF98BF0A49}"/>
              </a:ext>
            </a:extLst>
          </p:cNvPr>
          <p:cNvSpPr/>
          <p:nvPr/>
        </p:nvSpPr>
        <p:spPr>
          <a:xfrm>
            <a:off x="2646573" y="1471142"/>
            <a:ext cx="6277079" cy="2575691"/>
          </a:xfrm>
          <a:prstGeom prst="roundRect">
            <a:avLst/>
          </a:prstGeom>
          <a:ln w="7620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5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ALIFBO: KATAKANA </a:t>
            </a:r>
          </a:p>
          <a:p>
            <a:pPr algn="ctr"/>
            <a:r>
              <a:rPr lang="ja-JP" altLang="en-US" sz="50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サ </a:t>
            </a:r>
            <a:r>
              <a:rPr lang="ja-JP" altLang="en-US" sz="5000" b="1" dirty="0">
                <a:solidFill>
                  <a:srgbClr val="0070C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シ </a:t>
            </a:r>
            <a:r>
              <a:rPr lang="ja-JP" altLang="en-US" sz="5000" b="1" dirty="0">
                <a:solidFill>
                  <a:srgbClr val="92D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ス </a:t>
            </a:r>
            <a:r>
              <a:rPr lang="ja-JP" altLang="en-US" sz="5000" b="1" dirty="0">
                <a:solidFill>
                  <a:srgbClr val="FFC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セ </a:t>
            </a:r>
            <a:r>
              <a:rPr lang="ja-JP" altLang="en-US" sz="50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ソ</a:t>
            </a:r>
            <a:endParaRPr lang="en-US" altLang="ja-JP" sz="5000" b="1" dirty="0">
              <a:solidFill>
                <a:srgbClr val="7030A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50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</a:t>
            </a:r>
            <a:r>
              <a:rPr lang="en-US" altLang="ja-JP" sz="36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</a:t>
            </a:r>
            <a:r>
              <a:rPr lang="en-US" altLang="ja-JP" sz="36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</a:t>
            </a:r>
            <a:r>
              <a:rPr lang="en-US" altLang="ja-JP" sz="3600" b="1" dirty="0">
                <a:solidFill>
                  <a:srgbClr val="0070C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SHI</a:t>
            </a:r>
            <a:r>
              <a:rPr lang="en-US" altLang="ja-JP" sz="36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600" b="1" dirty="0">
                <a:solidFill>
                  <a:srgbClr val="92D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</a:t>
            </a:r>
            <a:r>
              <a:rPr lang="en-US" altLang="ja-JP" sz="36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</a:t>
            </a:r>
            <a:r>
              <a:rPr lang="en-US" altLang="ja-JP" sz="3600" b="1" dirty="0">
                <a:solidFill>
                  <a:srgbClr val="FFC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</a:t>
            </a:r>
            <a:r>
              <a:rPr lang="en-US" altLang="ja-JP" sz="36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SO  </a:t>
            </a:r>
            <a:endParaRPr lang="ru-RU" altLang="ja-JP" sz="3600" b="1" dirty="0">
              <a:solidFill>
                <a:srgbClr val="7030A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F2FF11-010B-BAAF-70C7-9ED0759616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58"/>
          <a:stretch>
            <a:fillRect/>
          </a:stretch>
        </p:blipFill>
        <p:spPr>
          <a:xfrm>
            <a:off x="6406186" y="4270721"/>
            <a:ext cx="1345558" cy="19858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564E30-38C3-41E0-E8E5-94ACB03DDC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3866186" y="4317355"/>
            <a:ext cx="1345559" cy="19392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DE18786-6875-8076-929D-304056D657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6344" y="4669133"/>
            <a:ext cx="922856" cy="1210967"/>
          </a:xfrm>
          <a:prstGeom prst="rect">
            <a:avLst/>
          </a:prstGeom>
        </p:spPr>
      </p:pic>
      <p:sp>
        <p:nvSpPr>
          <p:cNvPr id="10" name="Rectangle: Rounded Corners 7">
            <a:extLst>
              <a:ext uri="{FF2B5EF4-FFF2-40B4-BE49-F238E27FC236}">
                <a16:creationId xmlns:a16="http://schemas.microsoft.com/office/drawing/2014/main" id="{BAD23723-E93D-7DF6-353F-C5CAF9DAE075}"/>
              </a:ext>
            </a:extLst>
          </p:cNvPr>
          <p:cNvSpPr/>
          <p:nvPr/>
        </p:nvSpPr>
        <p:spPr>
          <a:xfrm>
            <a:off x="442641" y="389310"/>
            <a:ext cx="4407864" cy="783706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3800" b="1" dirty="0">
                <a:ea typeface="UD Digi Kyokasho N" panose="02020400000000000000" pitchFamily="17" charset="-128"/>
              </a:rPr>
              <a:t>NIHONGO</a:t>
            </a:r>
            <a:r>
              <a:rPr lang="uz-Latn-UZ" altLang="ja-JP" sz="3800" b="1" dirty="0">
                <a:ea typeface="UD Digi Kyokasho N" panose="02020400000000000000" pitchFamily="17" charset="-128"/>
              </a:rPr>
              <a:t> NO MICHI</a:t>
            </a:r>
            <a:endParaRPr lang="en-US" sz="3800" b="1" dirty="0"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23219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197"/>
    </mc:Choice>
    <mc:Fallback xmlns="">
      <p:transition spd="slow" advTm="3619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B30135E-EC69-C259-E5D1-E0DC80FFB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64468"/>
          </a:xfrm>
          <a:prstGeom prst="rect">
            <a:avLst/>
          </a:prstGeom>
        </p:spPr>
      </p:pic>
      <p:cxnSp>
        <p:nvCxnSpPr>
          <p:cNvPr id="18" name="Straight Connector 17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: Rounded Corners 19"/>
          <p:cNvSpPr/>
          <p:nvPr/>
        </p:nvSpPr>
        <p:spPr>
          <a:xfrm>
            <a:off x="405092" y="367029"/>
            <a:ext cx="2815729" cy="523235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KATAKANA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E4493D0-38C1-F529-53BD-7309571D72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" t="1967" r="575" b="1639"/>
          <a:stretch>
            <a:fillRect/>
          </a:stretch>
        </p:blipFill>
        <p:spPr>
          <a:xfrm>
            <a:off x="323852" y="1047750"/>
            <a:ext cx="9448793" cy="521063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FD7375D-3C03-DBAD-2D13-AC6C792030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8387" y="599620"/>
            <a:ext cx="1396346" cy="622845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464"/>
    </mc:Choice>
    <mc:Fallback xmlns="">
      <p:transition spd="slow" advTm="314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C9EC2C-4971-FD33-7A34-069AFC06D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23F6E53-4B74-17AC-2546-322B154F1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9019"/>
            <a:ext cx="12192000" cy="685800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5006D62-6A07-2C0A-3C51-560439C20F09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id="{85ABA37F-EB1F-F22B-7FF7-A927338122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CD19FE8-9D13-DA4A-A275-5CF63568582A}"/>
              </a:ext>
            </a:extLst>
          </p:cNvPr>
          <p:cNvSpPr/>
          <p:nvPr/>
        </p:nvSpPr>
        <p:spPr>
          <a:xfrm>
            <a:off x="245354" y="291945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KATAKANA</a:t>
            </a:r>
            <a:r>
              <a:rPr lang="uz-Latn-UZ" sz="4000" b="1" dirty="0"/>
              <a:t> YOZILISH TARTIBI</a:t>
            </a:r>
            <a:endParaRPr lang="en-US" sz="4000" b="1" dirty="0"/>
          </a:p>
        </p:txBody>
      </p:sp>
      <p:sp>
        <p:nvSpPr>
          <p:cNvPr id="8" name="Скругленный прямоугольник 15">
            <a:extLst>
              <a:ext uri="{FF2B5EF4-FFF2-40B4-BE49-F238E27FC236}">
                <a16:creationId xmlns:a16="http://schemas.microsoft.com/office/drawing/2014/main" id="{C8E1284B-04E4-3A68-D11E-5C0814F21446}"/>
              </a:ext>
            </a:extLst>
          </p:cNvPr>
          <p:cNvSpPr/>
          <p:nvPr/>
        </p:nvSpPr>
        <p:spPr>
          <a:xfrm>
            <a:off x="4386639" y="1238671"/>
            <a:ext cx="2352211" cy="669089"/>
          </a:xfrm>
          <a:prstGeom prst="roundRect">
            <a:avLst/>
          </a:prstGeom>
          <a:solidFill>
            <a:srgbClr val="DAE3F3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cs typeface="Times New Roman" panose="02020603050405020304" pitchFamily="18" charset="0"/>
              </a:rPr>
              <a:t>SA</a:t>
            </a:r>
            <a:endParaRPr lang="uz-Latn-UZ" sz="3600" b="1" dirty="0">
              <a:cs typeface="Times New Roman" panose="02020603050405020304" pitchFamily="18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17B5CAC-28B9-7C24-FE1A-A709D538EE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5" t="1457" r="795" b="1184"/>
          <a:stretch>
            <a:fillRect/>
          </a:stretch>
        </p:blipFill>
        <p:spPr>
          <a:xfrm>
            <a:off x="3606599" y="2124832"/>
            <a:ext cx="3746312" cy="3825593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70102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690"/>
    </mc:Choice>
    <mc:Fallback xmlns="">
      <p:transition spd="slow" advTm="5469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BDCCF9-5322-E4BE-AE33-23B6809D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EDE6CD25-2295-7113-178E-0A3AD09D95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4B931ED-FB05-DD7B-CD64-107C1D7DE5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6" name="Rectangle: Rounded Corners 6">
            <a:extLst>
              <a:ext uri="{FF2B5EF4-FFF2-40B4-BE49-F238E27FC236}">
                <a16:creationId xmlns:a16="http://schemas.microsoft.com/office/drawing/2014/main" id="{839BC0DF-4B57-025A-EA7C-08417E414415}"/>
              </a:ext>
            </a:extLst>
          </p:cNvPr>
          <p:cNvSpPr/>
          <p:nvPr/>
        </p:nvSpPr>
        <p:spPr>
          <a:xfrm>
            <a:off x="944669" y="4186501"/>
            <a:ext cx="2919470" cy="651154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KU SA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90075F0-6E3F-524E-09DF-7DAEA817A91B}"/>
              </a:ext>
            </a:extLst>
          </p:cNvPr>
          <p:cNvSpPr/>
          <p:nvPr/>
        </p:nvSpPr>
        <p:spPr>
          <a:xfrm>
            <a:off x="313428" y="355460"/>
            <a:ext cx="1262886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SO’Z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5A35E46-552C-4685-939F-F6B114525029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id="{5BC904AC-8087-B314-8BBD-36AA0CDAF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86C7859-04C9-8FC1-CAEF-AF02FFC3BD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0040" y="4429562"/>
            <a:ext cx="4826574" cy="1335352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5D49CB2-C6A8-EDE9-C718-E4BFB0D59B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593" y="2024918"/>
            <a:ext cx="1992596" cy="199259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A4B3F0-FF0B-EC95-743D-C98F633BDD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978" y="2024918"/>
            <a:ext cx="1992596" cy="199259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5A040A2-A330-A71B-FE1D-5A1F8F43038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9516" y="702078"/>
            <a:ext cx="3810000" cy="3810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27151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831"/>
    </mc:Choice>
    <mc:Fallback xmlns="">
      <p:transition spd="slow" advTm="338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B5448EB-229E-AE6D-A5A7-45E88F2B3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510B8CF-31AE-AACD-B4D0-2B36818FB825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Logo">
            <a:extLst>
              <a:ext uri="{FF2B5EF4-FFF2-40B4-BE49-F238E27FC236}">
                <a16:creationId xmlns:a16="http://schemas.microsoft.com/office/drawing/2014/main" id="{7488D80A-F434-39EA-5EFE-90FAB9145E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510F44A-2A11-C1B6-921D-CEE00B14A0D8}"/>
              </a:ext>
            </a:extLst>
          </p:cNvPr>
          <p:cNvSpPr/>
          <p:nvPr/>
        </p:nvSpPr>
        <p:spPr>
          <a:xfrm>
            <a:off x="308471" y="340365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KATAKANA</a:t>
            </a:r>
            <a:r>
              <a:rPr lang="uz-Latn-UZ" sz="4000" b="1" dirty="0"/>
              <a:t> YOZILISH TARTIBI</a:t>
            </a:r>
            <a:endParaRPr lang="en-US" sz="4000" b="1" dirty="0"/>
          </a:p>
        </p:txBody>
      </p:sp>
      <p:sp>
        <p:nvSpPr>
          <p:cNvPr id="2" name="Скругленный прямоугольник 15">
            <a:extLst>
              <a:ext uri="{FF2B5EF4-FFF2-40B4-BE49-F238E27FC236}">
                <a16:creationId xmlns:a16="http://schemas.microsoft.com/office/drawing/2014/main" id="{90D4BB64-8029-AE98-5477-F7AE8FD7B02C}"/>
              </a:ext>
            </a:extLst>
          </p:cNvPr>
          <p:cNvSpPr/>
          <p:nvPr/>
        </p:nvSpPr>
        <p:spPr>
          <a:xfrm>
            <a:off x="4186035" y="1331883"/>
            <a:ext cx="2352211" cy="669089"/>
          </a:xfrm>
          <a:prstGeom prst="roundRect">
            <a:avLst/>
          </a:prstGeom>
          <a:solidFill>
            <a:srgbClr val="DAE3F3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Latn-UZ" sz="3600" b="1" dirty="0">
                <a:cs typeface="Times New Roman" panose="02020603050405020304" pitchFamily="18" charset="0"/>
              </a:rPr>
              <a:t>SH</a:t>
            </a:r>
            <a:r>
              <a:rPr lang="en-US" sz="3600" b="1" dirty="0">
                <a:cs typeface="Times New Roman" panose="02020603050405020304" pitchFamily="18" charset="0"/>
              </a:rPr>
              <a:t>I</a:t>
            </a:r>
            <a:endParaRPr lang="uz-Latn-UZ" sz="3600" b="1" dirty="0"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84E02ED-E850-DF78-6ACD-98F08DF3D4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7" t="1584" r="531" b="1384"/>
          <a:stretch>
            <a:fillRect/>
          </a:stretch>
        </p:blipFill>
        <p:spPr>
          <a:xfrm>
            <a:off x="3574553" y="2258704"/>
            <a:ext cx="3770610" cy="3746310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13631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873"/>
    </mc:Choice>
    <mc:Fallback xmlns="">
      <p:transition spd="slow" advTm="2587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312E4-70C4-65AC-9251-D57942A47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FDA270-294E-CF7E-0186-5A008CFEC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28221F8C-20C0-FAD6-99E9-C1B90D201C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82D829-AC75-771D-A0E6-A1E35D2672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6" name="Rectangle: Rounded Corners 6">
            <a:extLst>
              <a:ext uri="{FF2B5EF4-FFF2-40B4-BE49-F238E27FC236}">
                <a16:creationId xmlns:a16="http://schemas.microsoft.com/office/drawing/2014/main" id="{4F78BFEE-A468-F8A4-2006-F457A29DA0F4}"/>
              </a:ext>
            </a:extLst>
          </p:cNvPr>
          <p:cNvSpPr/>
          <p:nvPr/>
        </p:nvSpPr>
        <p:spPr>
          <a:xfrm>
            <a:off x="944669" y="4186501"/>
            <a:ext cx="2919470" cy="651154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SHI KA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104EF95-4290-21D3-380D-98BF8E5C334D}"/>
              </a:ext>
            </a:extLst>
          </p:cNvPr>
          <p:cNvSpPr/>
          <p:nvPr/>
        </p:nvSpPr>
        <p:spPr>
          <a:xfrm>
            <a:off x="313428" y="355460"/>
            <a:ext cx="1262886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SO’Z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120348-F577-EB31-912A-3238B6F6FCB0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id="{78D037B6-767B-88E2-4B83-005955CD59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A2A1A59-5EB9-2475-9758-44FC715BCB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27" y="2055812"/>
            <a:ext cx="1992596" cy="1992596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4C1C91D-9572-D320-059D-1850A76A1FF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115" y="2055812"/>
            <a:ext cx="1992596" cy="1992596"/>
          </a:xfrm>
          <a:prstGeom prst="rect">
            <a:avLst/>
          </a:prstGeom>
        </p:spPr>
      </p:pic>
      <p:pic>
        <p:nvPicPr>
          <p:cNvPr id="3" name="Picture 4" descr="鹿の親子のイラスト">
            <a:extLst>
              <a:ext uri="{FF2B5EF4-FFF2-40B4-BE49-F238E27FC236}">
                <a16:creationId xmlns:a16="http://schemas.microsoft.com/office/drawing/2014/main" id="{65886C5D-0D2E-A9D0-084E-638B5E26F5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6935" y="1144588"/>
            <a:ext cx="3419475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32392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831"/>
    </mc:Choice>
    <mc:Fallback xmlns="">
      <p:transition spd="slow" advTm="338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6227C-7F0C-947C-8634-474977582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3C1CEB-7708-8055-EA7F-4688A2A13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F9DBFC7E-FB00-0A03-BA15-4F7AEE158A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9197992-7ED3-0013-BA9F-F2DBADE159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5692A4B-CB59-D826-2489-4C05F139E8B2}"/>
              </a:ext>
            </a:extLst>
          </p:cNvPr>
          <p:cNvSpPr/>
          <p:nvPr/>
        </p:nvSpPr>
        <p:spPr>
          <a:xfrm>
            <a:off x="313428" y="355460"/>
            <a:ext cx="5732530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MADANIYAT DAQIQASI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5EE27B-37BD-3D3E-50DC-A4D72F0FA179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id="{8FD52758-87A8-1436-4C1E-6102813B6B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5987F73-142D-F6D3-C823-36F8AC5B05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5973" y="1757572"/>
            <a:ext cx="4971815" cy="4419391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2FF2961-062F-FDD4-9CB8-59930234EDD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10525" y="1897039"/>
            <a:ext cx="2908856" cy="381489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0483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831"/>
    </mc:Choice>
    <mc:Fallback xmlns="">
      <p:transition spd="slow" advTm="3383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67A263-8A70-65DC-3748-82B5E24B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EFCDB8F-3F85-25DC-56A9-CABCD6DE3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F5976D6-7C5A-7371-28B9-2435C8CD77EF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>
            <a:extLst>
              <a:ext uri="{FF2B5EF4-FFF2-40B4-BE49-F238E27FC236}">
                <a16:creationId xmlns:a16="http://schemas.microsoft.com/office/drawing/2014/main" id="{238FC0DE-96DC-441B-23E8-1179C113F5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F0CE45F-E4DF-5A05-B283-24A9DB4C4BFD}"/>
              </a:ext>
            </a:extLst>
          </p:cNvPr>
          <p:cNvSpPr/>
          <p:nvPr/>
        </p:nvSpPr>
        <p:spPr>
          <a:xfrm>
            <a:off x="308471" y="340365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KATAKANA</a:t>
            </a:r>
            <a:r>
              <a:rPr lang="uz-Latn-UZ" sz="4000" b="1" dirty="0"/>
              <a:t> YOZILISH TARTIBI</a:t>
            </a:r>
            <a:endParaRPr lang="en-US" sz="4000" b="1" dirty="0"/>
          </a:p>
        </p:txBody>
      </p:sp>
      <p:sp>
        <p:nvSpPr>
          <p:cNvPr id="3" name="Скругленный прямоугольник 15">
            <a:extLst>
              <a:ext uri="{FF2B5EF4-FFF2-40B4-BE49-F238E27FC236}">
                <a16:creationId xmlns:a16="http://schemas.microsoft.com/office/drawing/2014/main" id="{4D190A46-787D-4B16-1775-A3936A0BC215}"/>
              </a:ext>
            </a:extLst>
          </p:cNvPr>
          <p:cNvSpPr/>
          <p:nvPr/>
        </p:nvSpPr>
        <p:spPr>
          <a:xfrm>
            <a:off x="4156517" y="1245462"/>
            <a:ext cx="2352211" cy="669089"/>
          </a:xfrm>
          <a:prstGeom prst="roundRect">
            <a:avLst/>
          </a:prstGeom>
          <a:solidFill>
            <a:srgbClr val="DAE3F3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Latn-UZ" sz="3600" b="1" dirty="0">
                <a:cs typeface="Times New Roman" panose="02020603050405020304" pitchFamily="18" charset="0"/>
              </a:rPr>
              <a:t>SU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DB015B7-9B96-8449-0B04-54DEB77714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2" t="1454" r="1266" b="1454"/>
          <a:stretch>
            <a:fillRect/>
          </a:stretch>
        </p:blipFill>
        <p:spPr>
          <a:xfrm>
            <a:off x="3524296" y="2279176"/>
            <a:ext cx="3616654" cy="3643954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23331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081"/>
    </mc:Choice>
    <mc:Fallback xmlns="">
      <p:transition spd="slow" advTm="2908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DD380-E7AC-A2CE-E672-6E04D3C7F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EAB401-723B-988E-CF82-7C27F8999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07C579AF-9A24-A142-EA71-DAF4B01524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2C55135-A458-976A-7CC0-90F6563FF8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6" name="Rectangle: Rounded Corners 6">
            <a:extLst>
              <a:ext uri="{FF2B5EF4-FFF2-40B4-BE49-F238E27FC236}">
                <a16:creationId xmlns:a16="http://schemas.microsoft.com/office/drawing/2014/main" id="{C6F1160E-1BB1-CA42-29F0-84254B024901}"/>
              </a:ext>
            </a:extLst>
          </p:cNvPr>
          <p:cNvSpPr/>
          <p:nvPr/>
        </p:nvSpPr>
        <p:spPr>
          <a:xfrm>
            <a:off x="944669" y="4186501"/>
            <a:ext cx="2919470" cy="651154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 SHI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322A1B0-9667-9196-27A0-F0F2193C860B}"/>
              </a:ext>
            </a:extLst>
          </p:cNvPr>
          <p:cNvSpPr/>
          <p:nvPr/>
        </p:nvSpPr>
        <p:spPr>
          <a:xfrm>
            <a:off x="313428" y="355460"/>
            <a:ext cx="1262886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SO’Z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C5762C-3670-C31D-D623-FA91D712CFAF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id="{26EB5A53-0E05-DE5E-AB25-81488A736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719E18B-2994-D1CD-E65A-214FF82AC6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8296" y="2388339"/>
            <a:ext cx="5238750" cy="330517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B5C1F32-4CC2-B37E-F359-27E903ECBD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983" y="2090535"/>
            <a:ext cx="1992596" cy="199259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DC5AE9E-3491-F6A0-0BF2-0F77736C37F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9770" y="2090535"/>
            <a:ext cx="1992596" cy="199259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08468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831"/>
    </mc:Choice>
    <mc:Fallback xmlns="">
      <p:transition spd="slow" advTm="338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CC671-E216-0085-D3A7-23DB0D1ED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869A3C-13DF-B3C3-7529-B6F59787D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96D96ED-EBFE-6E57-0C40-1F91C224F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B179A8-6DC9-C51D-90FC-F62EEAFE9DEC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>
            <a:extLst>
              <a:ext uri="{FF2B5EF4-FFF2-40B4-BE49-F238E27FC236}">
                <a16:creationId xmlns:a16="http://schemas.microsoft.com/office/drawing/2014/main" id="{79FD9CB0-8216-6C79-F5B6-9E1A2E020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2F39023-5502-F21C-D7C3-B064D68DF9ED}"/>
              </a:ext>
            </a:extLst>
          </p:cNvPr>
          <p:cNvSpPr/>
          <p:nvPr/>
        </p:nvSpPr>
        <p:spPr>
          <a:xfrm>
            <a:off x="308471" y="340365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KATAKANA</a:t>
            </a:r>
            <a:r>
              <a:rPr lang="uz-Latn-UZ" sz="4000" b="1" dirty="0"/>
              <a:t> YOZILISH TARTIBI</a:t>
            </a:r>
            <a:endParaRPr lang="en-US" sz="4000" b="1" dirty="0"/>
          </a:p>
        </p:txBody>
      </p:sp>
      <p:sp>
        <p:nvSpPr>
          <p:cNvPr id="3" name="Скругленный прямоугольник 15">
            <a:extLst>
              <a:ext uri="{FF2B5EF4-FFF2-40B4-BE49-F238E27FC236}">
                <a16:creationId xmlns:a16="http://schemas.microsoft.com/office/drawing/2014/main" id="{CFA6E501-2996-F426-61C2-FC5992A64115}"/>
              </a:ext>
            </a:extLst>
          </p:cNvPr>
          <p:cNvSpPr/>
          <p:nvPr/>
        </p:nvSpPr>
        <p:spPr>
          <a:xfrm>
            <a:off x="4370570" y="1386723"/>
            <a:ext cx="2352211" cy="669089"/>
          </a:xfrm>
          <a:prstGeom prst="roundRect">
            <a:avLst/>
          </a:prstGeom>
          <a:solidFill>
            <a:srgbClr val="DAE3F3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cs typeface="Times New Roman" panose="02020603050405020304" pitchFamily="18" charset="0"/>
              </a:rPr>
              <a:t>S</a:t>
            </a:r>
            <a:r>
              <a:rPr lang="uz-Latn-UZ" sz="3600" b="1" dirty="0">
                <a:cs typeface="Times New Roman" panose="02020603050405020304" pitchFamily="18" charset="0"/>
              </a:rPr>
              <a:t>E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3A831C5-A5D7-5900-D3FD-496B2E0AD6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5" t="1224" r="1103" b="1033"/>
          <a:stretch>
            <a:fillRect/>
          </a:stretch>
        </p:blipFill>
        <p:spPr>
          <a:xfrm>
            <a:off x="3585711" y="2324396"/>
            <a:ext cx="3654424" cy="3697252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41106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88"/>
    </mc:Choice>
    <mc:Fallback xmlns="">
      <p:transition spd="slow" advTm="49088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99C14-6E52-A885-3A6B-9EA30F1EB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BC5E09-5040-C6E0-6F54-D04EC86BF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B918AA8D-8792-926B-E5DD-1419010673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8A45AAF-A001-ECBF-B883-86BCBCD0FC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6" name="Rectangle: Rounded Corners 6">
            <a:extLst>
              <a:ext uri="{FF2B5EF4-FFF2-40B4-BE49-F238E27FC236}">
                <a16:creationId xmlns:a16="http://schemas.microsoft.com/office/drawing/2014/main" id="{E277755D-ADA1-55CF-EE74-C9215764D622}"/>
              </a:ext>
            </a:extLst>
          </p:cNvPr>
          <p:cNvSpPr/>
          <p:nvPr/>
        </p:nvSpPr>
        <p:spPr>
          <a:xfrm>
            <a:off x="944669" y="4186501"/>
            <a:ext cx="2919470" cy="651154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KI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05AF85B-4DB7-2FD6-68AF-5B25470CF534}"/>
              </a:ext>
            </a:extLst>
          </p:cNvPr>
          <p:cNvSpPr/>
          <p:nvPr/>
        </p:nvSpPr>
        <p:spPr>
          <a:xfrm>
            <a:off x="313428" y="355460"/>
            <a:ext cx="1262886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SO’Z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B288CFC-375D-3E46-3661-6C58E3C2F075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id="{B8AB14BE-89E8-B969-9090-5F6A595EED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EE69860-1D05-992C-B1A9-3FFA88C987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3626" y="2504364"/>
            <a:ext cx="5116866" cy="233329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30558CF-AB26-4DFC-047B-A0C0EA29863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4693" y="2055812"/>
            <a:ext cx="2019193" cy="2019193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32AC667-4827-9E30-D3B3-E0C3DAF01BE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760" y="2055811"/>
            <a:ext cx="2019193" cy="201919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9696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831"/>
    </mc:Choice>
    <mc:Fallback xmlns="">
      <p:transition spd="slow" advTm="338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48548-BB8E-5CDA-C492-6C5B5062D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EB65AD-5AC4-1ACF-F031-E1C633699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00509DA-D168-DBA6-6999-9ACD11360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5150308-12DB-2380-0100-5621921A9340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>
            <a:extLst>
              <a:ext uri="{FF2B5EF4-FFF2-40B4-BE49-F238E27FC236}">
                <a16:creationId xmlns:a16="http://schemas.microsoft.com/office/drawing/2014/main" id="{E7749881-B44E-5B9F-5973-E9D631FD1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B3F0842-157F-B2E8-676D-43A0B3A2FBC4}"/>
              </a:ext>
            </a:extLst>
          </p:cNvPr>
          <p:cNvSpPr/>
          <p:nvPr/>
        </p:nvSpPr>
        <p:spPr>
          <a:xfrm>
            <a:off x="308471" y="340365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KATAKANA </a:t>
            </a:r>
            <a:r>
              <a:rPr lang="uz-Latn-UZ" sz="4000" b="1" dirty="0"/>
              <a:t>YOZILISH TARTIBI</a:t>
            </a:r>
            <a:endParaRPr lang="en-US" sz="4000" b="1" dirty="0"/>
          </a:p>
        </p:txBody>
      </p:sp>
      <p:sp>
        <p:nvSpPr>
          <p:cNvPr id="3" name="Скругленный прямоугольник 15">
            <a:extLst>
              <a:ext uri="{FF2B5EF4-FFF2-40B4-BE49-F238E27FC236}">
                <a16:creationId xmlns:a16="http://schemas.microsoft.com/office/drawing/2014/main" id="{524AEBE5-4DB1-EC88-1E23-B2FD3350F6D6}"/>
              </a:ext>
            </a:extLst>
          </p:cNvPr>
          <p:cNvSpPr/>
          <p:nvPr/>
        </p:nvSpPr>
        <p:spPr>
          <a:xfrm>
            <a:off x="4245229" y="1359106"/>
            <a:ext cx="2352211" cy="669089"/>
          </a:xfrm>
          <a:prstGeom prst="roundRect">
            <a:avLst/>
          </a:prstGeom>
          <a:solidFill>
            <a:srgbClr val="DAE3F3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cs typeface="Times New Roman" panose="02020603050405020304" pitchFamily="18" charset="0"/>
              </a:rPr>
              <a:t>SO</a:t>
            </a:r>
            <a:endParaRPr lang="uz-Latn-UZ" sz="3600" b="1" dirty="0">
              <a:cs typeface="Times New Roman" panose="02020603050405020304" pitchFamily="18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BAAC03-168F-BDA6-D80B-23FA26C29D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9" t="1209" r="981" b="1573"/>
          <a:stretch>
            <a:fillRect/>
          </a:stretch>
        </p:blipFill>
        <p:spPr>
          <a:xfrm>
            <a:off x="3525307" y="2286001"/>
            <a:ext cx="3673935" cy="3691718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65771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686"/>
    </mc:Choice>
    <mc:Fallback xmlns="">
      <p:transition spd="slow" advTm="17686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06931-684C-0832-1B44-0AE1B7EC1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58F03D-40A8-6A92-63D4-143959D1F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FAE58BDD-7A5E-67BD-CC9F-5DF1C47133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2B90BA4-89D8-5A1F-FBE4-F4E1ECB23B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: Rounded Corners 6">
            <a:extLst>
              <a:ext uri="{FF2B5EF4-FFF2-40B4-BE49-F238E27FC236}">
                <a16:creationId xmlns:a16="http://schemas.microsoft.com/office/drawing/2014/main" id="{2DED152D-41BA-0F69-7BDB-CBC920790BB4}"/>
              </a:ext>
            </a:extLst>
          </p:cNvPr>
          <p:cNvSpPr/>
          <p:nvPr/>
        </p:nvSpPr>
        <p:spPr>
          <a:xfrm>
            <a:off x="944669" y="4186501"/>
            <a:ext cx="2919470" cy="651154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 SO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EBE9FFD-3DD5-EAC8-7681-F6AA957EA0CE}"/>
              </a:ext>
            </a:extLst>
          </p:cNvPr>
          <p:cNvSpPr/>
          <p:nvPr/>
        </p:nvSpPr>
        <p:spPr>
          <a:xfrm>
            <a:off x="313428" y="355460"/>
            <a:ext cx="1262886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SO’Z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AD8911B-73C6-F7D3-5070-6FD6121BB143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id="{561C439F-B7F4-A798-F78A-5E92E60FC5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E2AFBD4-28D2-7239-7276-3D92610139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808" y="2291026"/>
            <a:ext cx="4762500" cy="379095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3A77CE0-DC44-0202-A4DD-83781F7878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810" y="2131913"/>
            <a:ext cx="1930951" cy="1930951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0E8E166-0564-3905-5208-03DA179D5E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6711" y="2131913"/>
            <a:ext cx="1930951" cy="193095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62315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831"/>
    </mc:Choice>
    <mc:Fallback xmlns="">
      <p:transition spd="slow" advTm="338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5B420-537C-0E28-61A4-73760DBB1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9FF2FC-CD69-AF10-A48C-82B555673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40EBD34-9AAE-1714-D7CD-44BA19CF8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773FAF-C7CB-1222-5AD9-352B0096F65E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>
            <a:extLst>
              <a:ext uri="{FF2B5EF4-FFF2-40B4-BE49-F238E27FC236}">
                <a16:creationId xmlns:a16="http://schemas.microsoft.com/office/drawing/2014/main" id="{9D43EAFA-9168-9912-671C-D4C520AF0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63DEB5E-035E-36A1-6A31-0B4417160C15}"/>
              </a:ext>
            </a:extLst>
          </p:cNvPr>
          <p:cNvSpPr/>
          <p:nvPr/>
        </p:nvSpPr>
        <p:spPr>
          <a:xfrm>
            <a:off x="308471" y="340365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FARQNI TOPING</a:t>
            </a:r>
          </a:p>
        </p:txBody>
      </p:sp>
      <p:sp>
        <p:nvSpPr>
          <p:cNvPr id="3" name="Скругленный прямоугольник 15">
            <a:extLst>
              <a:ext uri="{FF2B5EF4-FFF2-40B4-BE49-F238E27FC236}">
                <a16:creationId xmlns:a16="http://schemas.microsoft.com/office/drawing/2014/main" id="{F199C554-2E1C-062D-42FF-64E153B04817}"/>
              </a:ext>
            </a:extLst>
          </p:cNvPr>
          <p:cNvSpPr/>
          <p:nvPr/>
        </p:nvSpPr>
        <p:spPr>
          <a:xfrm>
            <a:off x="7045921" y="1356143"/>
            <a:ext cx="2352211" cy="669089"/>
          </a:xfrm>
          <a:prstGeom prst="roundRect">
            <a:avLst/>
          </a:prstGeom>
          <a:solidFill>
            <a:srgbClr val="DAE3F3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cs typeface="Times New Roman" panose="02020603050405020304" pitchFamily="18" charset="0"/>
              </a:rPr>
              <a:t>SO</a:t>
            </a:r>
            <a:endParaRPr lang="uz-Latn-UZ" sz="3600" b="1" dirty="0">
              <a:cs typeface="Times New Roman" panose="02020603050405020304" pitchFamily="18" charset="0"/>
            </a:endParaRPr>
          </a:p>
        </p:txBody>
      </p:sp>
      <p:sp>
        <p:nvSpPr>
          <p:cNvPr id="5" name="Скругленный прямоугольник 15">
            <a:extLst>
              <a:ext uri="{FF2B5EF4-FFF2-40B4-BE49-F238E27FC236}">
                <a16:creationId xmlns:a16="http://schemas.microsoft.com/office/drawing/2014/main" id="{04F3550A-70D2-4B10-CE0A-2A45D4B8F6F8}"/>
              </a:ext>
            </a:extLst>
          </p:cNvPr>
          <p:cNvSpPr/>
          <p:nvPr/>
        </p:nvSpPr>
        <p:spPr>
          <a:xfrm>
            <a:off x="1188847" y="1419034"/>
            <a:ext cx="2352211" cy="669089"/>
          </a:xfrm>
          <a:prstGeom prst="roundRect">
            <a:avLst/>
          </a:prstGeom>
          <a:solidFill>
            <a:srgbClr val="DAE3F3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Latn-UZ" sz="3600" b="1" dirty="0">
                <a:cs typeface="Times New Roman" panose="02020603050405020304" pitchFamily="18" charset="0"/>
              </a:rPr>
              <a:t>SH</a:t>
            </a:r>
            <a:r>
              <a:rPr lang="en-US" sz="3600" b="1" dirty="0">
                <a:cs typeface="Times New Roman" panose="02020603050405020304" pitchFamily="18" charset="0"/>
              </a:rPr>
              <a:t>I</a:t>
            </a:r>
            <a:endParaRPr lang="uz-Latn-UZ" sz="3600" b="1" dirty="0"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60576F-FF4D-464F-6D72-7CCD0B0A80AD}"/>
              </a:ext>
            </a:extLst>
          </p:cNvPr>
          <p:cNvSpPr txBox="1"/>
          <p:nvPr/>
        </p:nvSpPr>
        <p:spPr>
          <a:xfrm>
            <a:off x="7668231" y="2681706"/>
            <a:ext cx="1434826" cy="1631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9600" b="1" dirty="0">
                <a:latin typeface="MS PMincho" panose="02020600040205080304" pitchFamily="18" charset="-128"/>
                <a:ea typeface="MS PMincho" panose="02020600040205080304" pitchFamily="18" charset="-128"/>
              </a:rPr>
              <a:t>ソ</a:t>
            </a:r>
            <a:endParaRPr lang="ru-RU" sz="9600" dirty="0">
              <a:latin typeface="MS PMincho" panose="02020600040205080304" pitchFamily="18" charset="-128"/>
              <a:ea typeface="MS PMincho" panose="02020600040205080304" pitchFamily="18" charset="-12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0763A8-2534-ABAD-8D83-9660F5F4F75D}"/>
              </a:ext>
            </a:extLst>
          </p:cNvPr>
          <p:cNvSpPr txBox="1"/>
          <p:nvPr/>
        </p:nvSpPr>
        <p:spPr>
          <a:xfrm>
            <a:off x="1608729" y="2644169"/>
            <a:ext cx="173497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9600" b="1" dirty="0">
                <a:latin typeface="MS PMincho" panose="02020600040205080304" pitchFamily="18" charset="-128"/>
                <a:ea typeface="MS PMincho" panose="02020600040205080304" pitchFamily="18" charset="-128"/>
              </a:rPr>
              <a:t>シ</a:t>
            </a:r>
            <a:endParaRPr lang="ru-RU" sz="9600" dirty="0">
              <a:latin typeface="MS PMincho" panose="02020600040205080304" pitchFamily="18" charset="-128"/>
              <a:ea typeface="MS PMincho" panose="02020600040205080304" pitchFamily="18" charset="-128"/>
            </a:endParaRP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D282CD1E-EDB5-3D67-97E1-AE4DB0D35387}"/>
              </a:ext>
            </a:extLst>
          </p:cNvPr>
          <p:cNvSpPr/>
          <p:nvPr/>
        </p:nvSpPr>
        <p:spPr>
          <a:xfrm>
            <a:off x="1608729" y="3033769"/>
            <a:ext cx="704567" cy="5425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E45B5CE9-05E5-56F9-3D73-AE132051250F}"/>
              </a:ext>
            </a:extLst>
          </p:cNvPr>
          <p:cNvSpPr/>
          <p:nvPr/>
        </p:nvSpPr>
        <p:spPr>
          <a:xfrm>
            <a:off x="7668231" y="3079436"/>
            <a:ext cx="620405" cy="49178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892E7613-E2C9-1D00-D3AF-07C8A946865C}"/>
              </a:ext>
            </a:extLst>
          </p:cNvPr>
          <p:cNvSpPr/>
          <p:nvPr/>
        </p:nvSpPr>
        <p:spPr>
          <a:xfrm>
            <a:off x="8335877" y="3033769"/>
            <a:ext cx="381673" cy="29966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0F899BDC-1CCC-6A77-1FBC-1B32E512CC39}"/>
              </a:ext>
            </a:extLst>
          </p:cNvPr>
          <p:cNvSpPr/>
          <p:nvPr/>
        </p:nvSpPr>
        <p:spPr>
          <a:xfrm>
            <a:off x="1770175" y="3674864"/>
            <a:ext cx="381673" cy="29966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30678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686"/>
    </mc:Choice>
    <mc:Fallback xmlns="">
      <p:transition spd="slow" advTm="1768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E9960-2C65-F774-E381-681B9AA14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D8A757-AF3E-DB2F-9177-24D992205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FCF44B2-76DC-9B55-E395-717F6DC48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37F1D5-700E-302A-10CA-EB27A9279525}"/>
              </a:ext>
            </a:extLst>
          </p:cNvPr>
          <p:cNvCxnSpPr/>
          <p:nvPr/>
        </p:nvCxnSpPr>
        <p:spPr>
          <a:xfrm>
            <a:off x="10216131" y="447238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>
            <a:extLst>
              <a:ext uri="{FF2B5EF4-FFF2-40B4-BE49-F238E27FC236}">
                <a16:creationId xmlns:a16="http://schemas.microsoft.com/office/drawing/2014/main" id="{80E666C7-A718-37D5-E89F-5D1252BDF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0301B7F-F015-AC2C-6F56-E796CE34F1E0}"/>
              </a:ext>
            </a:extLst>
          </p:cNvPr>
          <p:cNvSpPr/>
          <p:nvPr/>
        </p:nvSpPr>
        <p:spPr>
          <a:xfrm>
            <a:off x="308472" y="340365"/>
            <a:ext cx="2307406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MASHQ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BE43473-E12F-838A-619F-55153AD1004C}"/>
              </a:ext>
            </a:extLst>
          </p:cNvPr>
          <p:cNvSpPr/>
          <p:nvPr/>
        </p:nvSpPr>
        <p:spPr>
          <a:xfrm>
            <a:off x="755100" y="2282015"/>
            <a:ext cx="1018572" cy="752355"/>
          </a:xfrm>
          <a:prstGeom prst="ellipse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70C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セ</a:t>
            </a:r>
            <a:endParaRPr lang="en-US" sz="40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0E83A7C-8CDB-D69A-99C7-8319C090DD8E}"/>
              </a:ext>
            </a:extLst>
          </p:cNvPr>
          <p:cNvSpPr/>
          <p:nvPr/>
        </p:nvSpPr>
        <p:spPr>
          <a:xfrm>
            <a:off x="5301007" y="1359297"/>
            <a:ext cx="1018572" cy="752355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コ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F228652-C8E3-5217-132C-F887A5F8DBBD}"/>
              </a:ext>
            </a:extLst>
          </p:cNvPr>
          <p:cNvSpPr/>
          <p:nvPr/>
        </p:nvSpPr>
        <p:spPr>
          <a:xfrm>
            <a:off x="2765902" y="1314510"/>
            <a:ext cx="1018572" cy="752355"/>
          </a:xfrm>
          <a:prstGeom prst="ellipse">
            <a:avLst/>
          </a:prstGeom>
          <a:noFill/>
          <a:ln w="2857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ス</a:t>
            </a:r>
            <a:endParaRPr lang="en-US" sz="4000" dirty="0">
              <a:solidFill>
                <a:srgbClr val="7030A0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E4A8CFD-AC49-23EC-A11A-1B46B54D5C91}"/>
              </a:ext>
            </a:extLst>
          </p:cNvPr>
          <p:cNvSpPr/>
          <p:nvPr/>
        </p:nvSpPr>
        <p:spPr>
          <a:xfrm>
            <a:off x="7568948" y="1027906"/>
            <a:ext cx="1018572" cy="752355"/>
          </a:xfrm>
          <a:prstGeom prst="ellipse">
            <a:avLst/>
          </a:prstGeom>
          <a:noFill/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FFC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カ</a:t>
            </a:r>
            <a:endParaRPr lang="en-US" sz="4000" dirty="0">
              <a:solidFill>
                <a:srgbClr val="FFC00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221B16F-57D4-AA27-CCA3-5CD73D2BE0FD}"/>
              </a:ext>
            </a:extLst>
          </p:cNvPr>
          <p:cNvSpPr/>
          <p:nvPr/>
        </p:nvSpPr>
        <p:spPr>
          <a:xfrm>
            <a:off x="6664688" y="3034370"/>
            <a:ext cx="1018572" cy="752355"/>
          </a:xfrm>
          <a:prstGeom prst="ellipse">
            <a:avLst/>
          </a:prstGeom>
          <a:noFill/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92D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シ</a:t>
            </a:r>
            <a:endParaRPr lang="en-US" sz="4000" dirty="0">
              <a:solidFill>
                <a:srgbClr val="92D050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9F4C931-429A-3B6F-0433-EBBEA1241F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663" y="4581578"/>
            <a:ext cx="2627852" cy="1657936"/>
          </a:xfrm>
          <a:prstGeom prst="rect">
            <a:avLst/>
          </a:prstGeom>
        </p:spPr>
      </p:pic>
      <p:sp>
        <p:nvSpPr>
          <p:cNvPr id="6" name="Oval 17">
            <a:extLst>
              <a:ext uri="{FF2B5EF4-FFF2-40B4-BE49-F238E27FC236}">
                <a16:creationId xmlns:a16="http://schemas.microsoft.com/office/drawing/2014/main" id="{7F7A3252-7E34-94C6-1768-B6F902710B4C}"/>
              </a:ext>
            </a:extLst>
          </p:cNvPr>
          <p:cNvSpPr/>
          <p:nvPr/>
        </p:nvSpPr>
        <p:spPr>
          <a:xfrm>
            <a:off x="5140618" y="2538726"/>
            <a:ext cx="1018572" cy="752355"/>
          </a:xfrm>
          <a:prstGeom prst="ellipse">
            <a:avLst/>
          </a:prstGeom>
          <a:noFill/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FFC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ァ</a:t>
            </a:r>
            <a:endParaRPr lang="en-US" sz="4000" dirty="0">
              <a:solidFill>
                <a:srgbClr val="FFC000"/>
              </a:solidFill>
            </a:endParaRPr>
          </a:p>
        </p:txBody>
      </p:sp>
      <p:sp>
        <p:nvSpPr>
          <p:cNvPr id="7" name="Oval 11">
            <a:extLst>
              <a:ext uri="{FF2B5EF4-FFF2-40B4-BE49-F238E27FC236}">
                <a16:creationId xmlns:a16="http://schemas.microsoft.com/office/drawing/2014/main" id="{6ADEDC58-583F-C723-13E3-622D001E7F71}"/>
              </a:ext>
            </a:extLst>
          </p:cNvPr>
          <p:cNvSpPr/>
          <p:nvPr/>
        </p:nvSpPr>
        <p:spPr>
          <a:xfrm>
            <a:off x="8240263" y="3645260"/>
            <a:ext cx="1018572" cy="752355"/>
          </a:xfrm>
          <a:prstGeom prst="ellipse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70C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ク</a:t>
            </a:r>
            <a:endParaRPr lang="en-US" sz="4000" dirty="0"/>
          </a:p>
        </p:txBody>
      </p:sp>
      <p:sp>
        <p:nvSpPr>
          <p:cNvPr id="10" name="Oval 14">
            <a:extLst>
              <a:ext uri="{FF2B5EF4-FFF2-40B4-BE49-F238E27FC236}">
                <a16:creationId xmlns:a16="http://schemas.microsoft.com/office/drawing/2014/main" id="{8C842210-B6DB-FA4D-86DD-90919B298308}"/>
              </a:ext>
            </a:extLst>
          </p:cNvPr>
          <p:cNvSpPr/>
          <p:nvPr/>
        </p:nvSpPr>
        <p:spPr>
          <a:xfrm>
            <a:off x="3580208" y="2171870"/>
            <a:ext cx="1018572" cy="752355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キ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23" name="Oval 11">
            <a:extLst>
              <a:ext uri="{FF2B5EF4-FFF2-40B4-BE49-F238E27FC236}">
                <a16:creationId xmlns:a16="http://schemas.microsoft.com/office/drawing/2014/main" id="{78E63C19-5912-1720-EA39-E0990C46E996}"/>
              </a:ext>
            </a:extLst>
          </p:cNvPr>
          <p:cNvSpPr/>
          <p:nvPr/>
        </p:nvSpPr>
        <p:spPr>
          <a:xfrm>
            <a:off x="6542097" y="1838697"/>
            <a:ext cx="1018572" cy="752355"/>
          </a:xfrm>
          <a:prstGeom prst="ellipse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70C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ソ</a:t>
            </a:r>
            <a:endParaRPr lang="en-US" sz="4000" dirty="0"/>
          </a:p>
        </p:txBody>
      </p:sp>
      <p:sp>
        <p:nvSpPr>
          <p:cNvPr id="25" name="Oval 16">
            <a:extLst>
              <a:ext uri="{FF2B5EF4-FFF2-40B4-BE49-F238E27FC236}">
                <a16:creationId xmlns:a16="http://schemas.microsoft.com/office/drawing/2014/main" id="{55178742-DA59-5DC5-5034-43FC4EE5E000}"/>
              </a:ext>
            </a:extLst>
          </p:cNvPr>
          <p:cNvSpPr/>
          <p:nvPr/>
        </p:nvSpPr>
        <p:spPr>
          <a:xfrm>
            <a:off x="3894767" y="3405407"/>
            <a:ext cx="1018572" cy="752355"/>
          </a:xfrm>
          <a:prstGeom prst="ellipse">
            <a:avLst/>
          </a:prstGeom>
          <a:noFill/>
          <a:ln w="2857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ェ</a:t>
            </a:r>
            <a:endParaRPr lang="en-US" sz="4000" dirty="0">
              <a:solidFill>
                <a:srgbClr val="7030A0"/>
              </a:solidFill>
            </a:endParaRPr>
          </a:p>
        </p:txBody>
      </p:sp>
      <p:sp>
        <p:nvSpPr>
          <p:cNvPr id="27" name="Oval 17">
            <a:extLst>
              <a:ext uri="{FF2B5EF4-FFF2-40B4-BE49-F238E27FC236}">
                <a16:creationId xmlns:a16="http://schemas.microsoft.com/office/drawing/2014/main" id="{D186751A-D52D-F925-B65F-E9258B73EB8D}"/>
              </a:ext>
            </a:extLst>
          </p:cNvPr>
          <p:cNvSpPr/>
          <p:nvPr/>
        </p:nvSpPr>
        <p:spPr>
          <a:xfrm>
            <a:off x="2370697" y="2538727"/>
            <a:ext cx="1018572" cy="752355"/>
          </a:xfrm>
          <a:prstGeom prst="ellipse">
            <a:avLst/>
          </a:prstGeom>
          <a:noFill/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FFC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サ</a:t>
            </a:r>
            <a:endParaRPr lang="en-US" sz="4000" dirty="0">
              <a:solidFill>
                <a:srgbClr val="FFC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2389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791"/>
    </mc:Choice>
    <mc:Fallback xmlns="">
      <p:transition spd="slow" advTm="357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4.81481E-6 L -0.18281 0.3717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41" y="185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589 -0.00625 L -0.4069 0.11528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146" y="60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BC937-7C46-DDE8-B692-B4FA8FC62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C398A3-0CAA-818B-9CB6-03BF173D2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BAC9107-1615-0F39-642B-D8803F5CE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43E3174-F807-006C-99CB-A56E71718A60}"/>
              </a:ext>
            </a:extLst>
          </p:cNvPr>
          <p:cNvCxnSpPr/>
          <p:nvPr/>
        </p:nvCxnSpPr>
        <p:spPr>
          <a:xfrm>
            <a:off x="9854342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>
            <a:extLst>
              <a:ext uri="{FF2B5EF4-FFF2-40B4-BE49-F238E27FC236}">
                <a16:creationId xmlns:a16="http://schemas.microsoft.com/office/drawing/2014/main" id="{AB4420C2-81B6-7D9B-5BD0-F7C415053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047C940-221E-60F5-F0CE-363DED9C84BE}"/>
              </a:ext>
            </a:extLst>
          </p:cNvPr>
          <p:cNvSpPr/>
          <p:nvPr/>
        </p:nvSpPr>
        <p:spPr>
          <a:xfrm>
            <a:off x="308472" y="340365"/>
            <a:ext cx="2307406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MASHQ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32310ED-D71F-E0FE-8126-51B07226E9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83" y="4553657"/>
            <a:ext cx="2627852" cy="165793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242F7C4-995C-3256-A7D2-213F61C350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948" y="4396175"/>
            <a:ext cx="1862205" cy="1862205"/>
          </a:xfrm>
          <a:prstGeom prst="rect">
            <a:avLst/>
          </a:prstGeom>
        </p:spPr>
      </p:pic>
      <p:sp>
        <p:nvSpPr>
          <p:cNvPr id="11" name="Oval 11">
            <a:extLst>
              <a:ext uri="{FF2B5EF4-FFF2-40B4-BE49-F238E27FC236}">
                <a16:creationId xmlns:a16="http://schemas.microsoft.com/office/drawing/2014/main" id="{2967A44D-DCCD-CD45-9B08-B3280C06B56E}"/>
              </a:ext>
            </a:extLst>
          </p:cNvPr>
          <p:cNvSpPr/>
          <p:nvPr/>
        </p:nvSpPr>
        <p:spPr>
          <a:xfrm>
            <a:off x="1184616" y="2039169"/>
            <a:ext cx="1018572" cy="752355"/>
          </a:xfrm>
          <a:prstGeom prst="ellipse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70C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セ</a:t>
            </a:r>
            <a:endParaRPr lang="en-US" sz="4000" dirty="0"/>
          </a:p>
        </p:txBody>
      </p:sp>
      <p:sp>
        <p:nvSpPr>
          <p:cNvPr id="13" name="Oval 14">
            <a:extLst>
              <a:ext uri="{FF2B5EF4-FFF2-40B4-BE49-F238E27FC236}">
                <a16:creationId xmlns:a16="http://schemas.microsoft.com/office/drawing/2014/main" id="{240CAC69-76FE-C384-F151-7BCC92D0B32E}"/>
              </a:ext>
            </a:extLst>
          </p:cNvPr>
          <p:cNvSpPr/>
          <p:nvPr/>
        </p:nvSpPr>
        <p:spPr>
          <a:xfrm>
            <a:off x="3848788" y="2846001"/>
            <a:ext cx="1018572" cy="752355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コ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16" name="Oval 16">
            <a:extLst>
              <a:ext uri="{FF2B5EF4-FFF2-40B4-BE49-F238E27FC236}">
                <a16:creationId xmlns:a16="http://schemas.microsoft.com/office/drawing/2014/main" id="{95EA5A0E-3762-E458-BFC5-205978E19F19}"/>
              </a:ext>
            </a:extLst>
          </p:cNvPr>
          <p:cNvSpPr/>
          <p:nvPr/>
        </p:nvSpPr>
        <p:spPr>
          <a:xfrm>
            <a:off x="443603" y="3823630"/>
            <a:ext cx="1018572" cy="752355"/>
          </a:xfrm>
          <a:prstGeom prst="ellipse">
            <a:avLst/>
          </a:prstGeom>
          <a:noFill/>
          <a:ln w="2857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ス</a:t>
            </a:r>
            <a:endParaRPr lang="en-US" sz="4000" dirty="0">
              <a:solidFill>
                <a:srgbClr val="7030A0"/>
              </a:solidFill>
            </a:endParaRPr>
          </a:p>
        </p:txBody>
      </p:sp>
      <p:sp>
        <p:nvSpPr>
          <p:cNvPr id="22" name="Oval 17">
            <a:extLst>
              <a:ext uri="{FF2B5EF4-FFF2-40B4-BE49-F238E27FC236}">
                <a16:creationId xmlns:a16="http://schemas.microsoft.com/office/drawing/2014/main" id="{F8AE3278-85BE-F06D-E462-3D4615FC31D1}"/>
              </a:ext>
            </a:extLst>
          </p:cNvPr>
          <p:cNvSpPr/>
          <p:nvPr/>
        </p:nvSpPr>
        <p:spPr>
          <a:xfrm>
            <a:off x="7568948" y="1027906"/>
            <a:ext cx="1018572" cy="752355"/>
          </a:xfrm>
          <a:prstGeom prst="ellipse">
            <a:avLst/>
          </a:prstGeom>
          <a:noFill/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FFC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カ</a:t>
            </a:r>
            <a:endParaRPr lang="en-US" sz="4000" dirty="0">
              <a:solidFill>
                <a:srgbClr val="FFC000"/>
              </a:solidFill>
            </a:endParaRPr>
          </a:p>
        </p:txBody>
      </p:sp>
      <p:sp>
        <p:nvSpPr>
          <p:cNvPr id="23" name="Oval 18">
            <a:extLst>
              <a:ext uri="{FF2B5EF4-FFF2-40B4-BE49-F238E27FC236}">
                <a16:creationId xmlns:a16="http://schemas.microsoft.com/office/drawing/2014/main" id="{E8FA031B-187D-51EC-6724-885B8ACD8930}"/>
              </a:ext>
            </a:extLst>
          </p:cNvPr>
          <p:cNvSpPr/>
          <p:nvPr/>
        </p:nvSpPr>
        <p:spPr>
          <a:xfrm>
            <a:off x="5245153" y="1967098"/>
            <a:ext cx="1018572" cy="752355"/>
          </a:xfrm>
          <a:prstGeom prst="ellipse">
            <a:avLst/>
          </a:prstGeom>
          <a:noFill/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92D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シ</a:t>
            </a:r>
            <a:endParaRPr lang="en-US" sz="4000" dirty="0">
              <a:solidFill>
                <a:srgbClr val="92D050"/>
              </a:solidFill>
            </a:endParaRPr>
          </a:p>
        </p:txBody>
      </p:sp>
      <p:sp>
        <p:nvSpPr>
          <p:cNvPr id="25" name="Oval 17">
            <a:extLst>
              <a:ext uri="{FF2B5EF4-FFF2-40B4-BE49-F238E27FC236}">
                <a16:creationId xmlns:a16="http://schemas.microsoft.com/office/drawing/2014/main" id="{8A290F7F-6AB0-2611-B375-62011BEADDA3}"/>
              </a:ext>
            </a:extLst>
          </p:cNvPr>
          <p:cNvSpPr/>
          <p:nvPr/>
        </p:nvSpPr>
        <p:spPr>
          <a:xfrm>
            <a:off x="6154022" y="1326630"/>
            <a:ext cx="1018572" cy="752355"/>
          </a:xfrm>
          <a:prstGeom prst="ellipse">
            <a:avLst/>
          </a:prstGeom>
          <a:noFill/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FFC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ァ</a:t>
            </a:r>
            <a:endParaRPr lang="en-US" sz="4000" dirty="0">
              <a:solidFill>
                <a:srgbClr val="FFC000"/>
              </a:solidFill>
            </a:endParaRPr>
          </a:p>
        </p:txBody>
      </p:sp>
      <p:sp>
        <p:nvSpPr>
          <p:cNvPr id="26" name="Oval 11">
            <a:extLst>
              <a:ext uri="{FF2B5EF4-FFF2-40B4-BE49-F238E27FC236}">
                <a16:creationId xmlns:a16="http://schemas.microsoft.com/office/drawing/2014/main" id="{2A8E36C9-47C0-4E0E-7CAE-70D66166E580}"/>
              </a:ext>
            </a:extLst>
          </p:cNvPr>
          <p:cNvSpPr/>
          <p:nvPr/>
        </p:nvSpPr>
        <p:spPr>
          <a:xfrm>
            <a:off x="4355594" y="1317979"/>
            <a:ext cx="1018572" cy="752355"/>
          </a:xfrm>
          <a:prstGeom prst="ellipse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70C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ソ</a:t>
            </a:r>
            <a:endParaRPr lang="en-US" sz="4000" dirty="0"/>
          </a:p>
        </p:txBody>
      </p:sp>
      <p:sp>
        <p:nvSpPr>
          <p:cNvPr id="28" name="Oval 18">
            <a:extLst>
              <a:ext uri="{FF2B5EF4-FFF2-40B4-BE49-F238E27FC236}">
                <a16:creationId xmlns:a16="http://schemas.microsoft.com/office/drawing/2014/main" id="{D82EF5B2-C044-F93C-1C0C-8A0FA7B0F83A}"/>
              </a:ext>
            </a:extLst>
          </p:cNvPr>
          <p:cNvSpPr/>
          <p:nvPr/>
        </p:nvSpPr>
        <p:spPr>
          <a:xfrm>
            <a:off x="1716265" y="3842368"/>
            <a:ext cx="1018572" cy="752355"/>
          </a:xfrm>
          <a:prstGeom prst="ellipse">
            <a:avLst/>
          </a:prstGeom>
          <a:noFill/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92D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シ</a:t>
            </a:r>
            <a:endParaRPr lang="en-US" sz="4000" dirty="0">
              <a:solidFill>
                <a:srgbClr val="92D050"/>
              </a:solidFill>
            </a:endParaRPr>
          </a:p>
        </p:txBody>
      </p:sp>
      <p:sp>
        <p:nvSpPr>
          <p:cNvPr id="29" name="Oval 16">
            <a:extLst>
              <a:ext uri="{FF2B5EF4-FFF2-40B4-BE49-F238E27FC236}">
                <a16:creationId xmlns:a16="http://schemas.microsoft.com/office/drawing/2014/main" id="{9539A0B6-C5D5-68E4-4C92-918E5363CD6F}"/>
              </a:ext>
            </a:extLst>
          </p:cNvPr>
          <p:cNvSpPr/>
          <p:nvPr/>
        </p:nvSpPr>
        <p:spPr>
          <a:xfrm>
            <a:off x="2498822" y="1326630"/>
            <a:ext cx="1018572" cy="752355"/>
          </a:xfrm>
          <a:prstGeom prst="ellipse">
            <a:avLst/>
          </a:prstGeom>
          <a:noFill/>
          <a:ln w="2857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ス</a:t>
            </a:r>
            <a:endParaRPr lang="en-US" sz="4000" dirty="0">
              <a:solidFill>
                <a:srgbClr val="7030A0"/>
              </a:solidFill>
            </a:endParaRPr>
          </a:p>
        </p:txBody>
      </p:sp>
      <p:sp>
        <p:nvSpPr>
          <p:cNvPr id="30" name="Oval 14">
            <a:extLst>
              <a:ext uri="{FF2B5EF4-FFF2-40B4-BE49-F238E27FC236}">
                <a16:creationId xmlns:a16="http://schemas.microsoft.com/office/drawing/2014/main" id="{09B5EA16-9124-A633-AEC7-F7A04CC6F07A}"/>
              </a:ext>
            </a:extLst>
          </p:cNvPr>
          <p:cNvSpPr/>
          <p:nvPr/>
        </p:nvSpPr>
        <p:spPr>
          <a:xfrm>
            <a:off x="8078234" y="1905837"/>
            <a:ext cx="1018572" cy="752355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キ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35" name="Oval 17">
            <a:extLst>
              <a:ext uri="{FF2B5EF4-FFF2-40B4-BE49-F238E27FC236}">
                <a16:creationId xmlns:a16="http://schemas.microsoft.com/office/drawing/2014/main" id="{68CB0AE6-D2CA-0544-E085-733CBBC4AC88}"/>
              </a:ext>
            </a:extLst>
          </p:cNvPr>
          <p:cNvSpPr/>
          <p:nvPr/>
        </p:nvSpPr>
        <p:spPr>
          <a:xfrm>
            <a:off x="2576126" y="2523009"/>
            <a:ext cx="1018572" cy="752355"/>
          </a:xfrm>
          <a:prstGeom prst="ellipse">
            <a:avLst/>
          </a:prstGeom>
          <a:noFill/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FFC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サ</a:t>
            </a:r>
            <a:endParaRPr lang="en-US" sz="4000" dirty="0">
              <a:solidFill>
                <a:srgbClr val="FFC000"/>
              </a:solidFill>
            </a:endParaRPr>
          </a:p>
        </p:txBody>
      </p:sp>
      <p:sp>
        <p:nvSpPr>
          <p:cNvPr id="37" name="Oval 16">
            <a:extLst>
              <a:ext uri="{FF2B5EF4-FFF2-40B4-BE49-F238E27FC236}">
                <a16:creationId xmlns:a16="http://schemas.microsoft.com/office/drawing/2014/main" id="{536C28B6-5B30-9992-1D7C-752939E6A056}"/>
              </a:ext>
            </a:extLst>
          </p:cNvPr>
          <p:cNvSpPr/>
          <p:nvPr/>
        </p:nvSpPr>
        <p:spPr>
          <a:xfrm>
            <a:off x="6517815" y="2676644"/>
            <a:ext cx="1018572" cy="752355"/>
          </a:xfrm>
          <a:prstGeom prst="ellipse">
            <a:avLst/>
          </a:prstGeom>
          <a:noFill/>
          <a:ln w="2857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ェ</a:t>
            </a:r>
            <a:endParaRPr lang="en-US" sz="4000" dirty="0">
              <a:solidFill>
                <a:srgbClr val="7030A0"/>
              </a:solidFill>
            </a:endParaRPr>
          </a:p>
        </p:txBody>
      </p:sp>
      <p:sp>
        <p:nvSpPr>
          <p:cNvPr id="39" name="Oval 11">
            <a:extLst>
              <a:ext uri="{FF2B5EF4-FFF2-40B4-BE49-F238E27FC236}">
                <a16:creationId xmlns:a16="http://schemas.microsoft.com/office/drawing/2014/main" id="{8032ED5A-D51C-C8C9-D1EE-6711FACA1500}"/>
              </a:ext>
            </a:extLst>
          </p:cNvPr>
          <p:cNvSpPr/>
          <p:nvPr/>
        </p:nvSpPr>
        <p:spPr>
          <a:xfrm>
            <a:off x="5311294" y="3365853"/>
            <a:ext cx="1018572" cy="752355"/>
          </a:xfrm>
          <a:prstGeom prst="ellipse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70C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ク</a:t>
            </a:r>
            <a:endParaRPr lang="en-US" sz="4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6954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43"/>
    </mc:Choice>
    <mc:Fallback xmlns="">
      <p:transition spd="slow" advTm="65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1.85185E-6 L -0.16471 0.0578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242" y="28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081 0.00763 L 0.18269 0.18541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4" y="88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2A4F3-403C-8671-2C07-21F5B52D3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93B440-0A84-3D19-7078-A90A49BD09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336BA7-08E7-F740-7793-0527604F87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D7A4EAB-B0E0-AAAA-FB33-61CC830B5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B9B2964-7C35-907D-8742-EF4AFB679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5579" y="409767"/>
            <a:ext cx="1576803" cy="1551755"/>
          </a:xfrm>
          <a:prstGeom prst="rect">
            <a:avLst/>
          </a:prstGeom>
        </p:spPr>
      </p:pic>
      <p:sp>
        <p:nvSpPr>
          <p:cNvPr id="6" name="Rectangle: Rounded Corners 7">
            <a:extLst>
              <a:ext uri="{FF2B5EF4-FFF2-40B4-BE49-F238E27FC236}">
                <a16:creationId xmlns:a16="http://schemas.microsoft.com/office/drawing/2014/main" id="{BAAD7D5E-63D6-8040-1FAF-DD4AFCB2A224}"/>
              </a:ext>
            </a:extLst>
          </p:cNvPr>
          <p:cNvSpPr/>
          <p:nvPr/>
        </p:nvSpPr>
        <p:spPr>
          <a:xfrm>
            <a:off x="2903442" y="376211"/>
            <a:ext cx="4807911" cy="756576"/>
          </a:xfrm>
          <a:prstGeom prst="roundRect">
            <a:avLst/>
          </a:prstGeom>
          <a:solidFill>
            <a:srgbClr val="DAE3F3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uz-Latn-UZ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UMUMLASHTIRAMIZ</a:t>
            </a: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11D4D0F-1F30-0353-892F-50EC5BE4D810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B6E89485-AAFD-E55D-0D25-CB2C15CE33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58"/>
          <a:stretch>
            <a:fillRect/>
          </a:stretch>
        </p:blipFill>
        <p:spPr>
          <a:xfrm>
            <a:off x="9959256" y="3429000"/>
            <a:ext cx="1827652" cy="26528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aphicFrame>
        <p:nvGraphicFramePr>
          <p:cNvPr id="19" name="Diagram 18">
            <a:extLst>
              <a:ext uri="{FF2B5EF4-FFF2-40B4-BE49-F238E27FC236}">
                <a16:creationId xmlns:a16="http://schemas.microsoft.com/office/drawing/2014/main" id="{CA959F87-9B87-AB33-7612-2AC2DD0F88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8464739"/>
              </p:ext>
            </p:extLst>
          </p:nvPr>
        </p:nvGraphicFramePr>
        <p:xfrm>
          <a:off x="5185795" y="2564284"/>
          <a:ext cx="3644488" cy="2169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46E999B-1003-EEC5-4DFF-216F1C3BEB75}"/>
              </a:ext>
            </a:extLst>
          </p:cNvPr>
          <p:cNvSpPr/>
          <p:nvPr/>
        </p:nvSpPr>
        <p:spPr>
          <a:xfrm>
            <a:off x="574194" y="1284195"/>
            <a:ext cx="4228630" cy="2169925"/>
          </a:xfrm>
          <a:prstGeom prst="rect">
            <a:avLst/>
          </a:prstGeom>
          <a:solidFill>
            <a:schemeClr val="bg1"/>
          </a:solidFill>
          <a:ln w="38100">
            <a:solidFill>
              <a:srgbClr val="2F5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ALIFBO: KATAKANA </a:t>
            </a:r>
          </a:p>
          <a:p>
            <a:pPr algn="ctr"/>
            <a:r>
              <a:rPr lang="ja-JP" altLang="en-US" sz="28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サ </a:t>
            </a:r>
            <a:r>
              <a:rPr lang="ja-JP" altLang="en-US" sz="2800" b="1" dirty="0">
                <a:solidFill>
                  <a:srgbClr val="0070C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シ </a:t>
            </a:r>
            <a:r>
              <a:rPr lang="ru-RU" altLang="ja-JP" sz="2800" b="1" dirty="0">
                <a:solidFill>
                  <a:srgbClr val="0070C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800" b="1" dirty="0">
                <a:solidFill>
                  <a:srgbClr val="92D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ス </a:t>
            </a:r>
            <a:r>
              <a:rPr lang="ja-JP" altLang="en-US" sz="2800" b="1" dirty="0">
                <a:solidFill>
                  <a:srgbClr val="FFC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セ </a:t>
            </a:r>
            <a:r>
              <a:rPr lang="ja-JP" altLang="en-US" sz="28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ソ</a:t>
            </a:r>
            <a:endParaRPr lang="en-US" altLang="ja-JP" sz="2800" b="1" dirty="0">
              <a:solidFill>
                <a:srgbClr val="7030A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8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</a:t>
            </a:r>
            <a:r>
              <a:rPr lang="ru-RU" altLang="ja-JP" sz="28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</a:t>
            </a:r>
            <a:r>
              <a:rPr lang="en-US" altLang="ja-JP" sz="28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>
                <a:solidFill>
                  <a:srgbClr val="0070C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SHI</a:t>
            </a:r>
            <a:r>
              <a:rPr lang="ru-RU" altLang="ja-JP" sz="2800" b="1" dirty="0">
                <a:solidFill>
                  <a:srgbClr val="0070C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>
                <a:solidFill>
                  <a:srgbClr val="92D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</a:t>
            </a:r>
            <a:r>
              <a:rPr lang="en-US" altLang="ja-JP" sz="28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>
                <a:solidFill>
                  <a:srgbClr val="FFC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</a:t>
            </a:r>
            <a:r>
              <a:rPr lang="en-US" altLang="ja-JP" sz="28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SO  </a:t>
            </a:r>
            <a:endParaRPr lang="ru-RU" altLang="ja-JP" sz="2800" b="1" dirty="0">
              <a:solidFill>
                <a:srgbClr val="7030A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7C8A36F-694C-C9BA-96D1-4EC38DDC795B}"/>
              </a:ext>
            </a:extLst>
          </p:cNvPr>
          <p:cNvSpPr/>
          <p:nvPr/>
        </p:nvSpPr>
        <p:spPr>
          <a:xfrm>
            <a:off x="574194" y="3805799"/>
            <a:ext cx="4228630" cy="2169925"/>
          </a:xfrm>
          <a:prstGeom prst="rect">
            <a:avLst/>
          </a:prstGeom>
          <a:solidFill>
            <a:schemeClr val="bg1"/>
          </a:solidFill>
          <a:ln w="38100">
            <a:solidFill>
              <a:srgbClr val="2F5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ja-JP" sz="2800" b="1" dirty="0">
              <a:solidFill>
                <a:srgbClr val="7030A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0956537-F2D9-5A8F-F294-F4D480A5AA0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68" y="4851779"/>
            <a:ext cx="1545286" cy="1230048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8F9A26D-E78C-8C77-3B6E-89D25E74BAB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7577" y="5022372"/>
            <a:ext cx="1752690" cy="799227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22A1CC2-81B7-B7BC-5D24-BE827FCD29B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388" y="4050647"/>
            <a:ext cx="1467227" cy="925687"/>
          </a:xfrm>
          <a:prstGeom prst="rect">
            <a:avLst/>
          </a:prstGeom>
        </p:spPr>
      </p:pic>
      <p:pic>
        <p:nvPicPr>
          <p:cNvPr id="17" name="Picture 4" descr="鹿の親子のイラスト">
            <a:extLst>
              <a:ext uri="{FF2B5EF4-FFF2-40B4-BE49-F238E27FC236}">
                <a16:creationId xmlns:a16="http://schemas.microsoft.com/office/drawing/2014/main" id="{F69D2301-3B18-740C-8A74-B8B3553104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111" y="4250115"/>
            <a:ext cx="953895" cy="1328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97B1376-927F-8676-2CA0-03A3944365F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78" y="3861642"/>
            <a:ext cx="1072171" cy="1072171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215AA9B7-BAED-59A7-31C2-3603BD712D7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5759" y="3788095"/>
            <a:ext cx="1605960" cy="44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93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626"/>
    </mc:Choice>
    <mc:Fallback xmlns="">
      <p:transition spd="slow" advTm="536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415061-2F8F-CF2F-4C46-FA711EF306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2AAFCBB-D3D6-73CB-2E2A-453623A790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514D3E0-BA9E-381E-0604-517706605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794"/>
            <a:ext cx="12192000" cy="684580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176F0C5-BB76-F044-1998-7E49F13C5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544" y="409767"/>
            <a:ext cx="1780838" cy="1752549"/>
          </a:xfrm>
          <a:prstGeom prst="rect">
            <a:avLst/>
          </a:prstGeom>
        </p:spPr>
      </p:pic>
      <p:sp>
        <p:nvSpPr>
          <p:cNvPr id="6" name="Rectangle: Rounded Corners 7">
            <a:extLst>
              <a:ext uri="{FF2B5EF4-FFF2-40B4-BE49-F238E27FC236}">
                <a16:creationId xmlns:a16="http://schemas.microsoft.com/office/drawing/2014/main" id="{20E101F1-8D9D-3615-2D50-FF7E921303F3}"/>
              </a:ext>
            </a:extLst>
          </p:cNvPr>
          <p:cNvSpPr/>
          <p:nvPr/>
        </p:nvSpPr>
        <p:spPr>
          <a:xfrm>
            <a:off x="3210319" y="1449849"/>
            <a:ext cx="5254906" cy="2060113"/>
          </a:xfrm>
          <a:prstGeom prst="roundRect">
            <a:avLst/>
          </a:prstGeom>
          <a:ln w="7620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NIHONGO</a:t>
            </a:r>
            <a:r>
              <a:rPr lang="uz-Latn-UZ" altLang="ja-JP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 MICHI</a:t>
            </a:r>
            <a:endParaRPr lang="en-US" altLang="ja-JP" sz="4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ja-JP" altLang="en-US" sz="4400" b="1" dirty="0">
                <a:latin typeface="UD Digi Kyokasho N" panose="02020400000000000000" pitchFamily="17" charset="-128"/>
                <a:ea typeface="UD Digi Kyokasho N" panose="02020400000000000000" pitchFamily="17" charset="-128"/>
                <a:cs typeface="Calibri" panose="020F0502020204030204" pitchFamily="34" charset="0"/>
              </a:rPr>
              <a:t>日本語の道</a:t>
            </a:r>
            <a:endParaRPr lang="en-US" sz="4400" b="1" dirty="0">
              <a:latin typeface="UD Digi Kyokasho N" panose="02020400000000000000" pitchFamily="17" charset="-128"/>
              <a:ea typeface="UD Digi Kyokasho N" panose="02020400000000000000" pitchFamily="17" charset="-128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F2FF11-010B-BAAF-70C7-9ED0759616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58"/>
          <a:stretch>
            <a:fillRect/>
          </a:stretch>
        </p:blipFill>
        <p:spPr>
          <a:xfrm>
            <a:off x="6465263" y="4224087"/>
            <a:ext cx="1345558" cy="19858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564E30-38C3-41E0-E8E5-94ACB03DDC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3899221" y="4270721"/>
            <a:ext cx="1345559" cy="19392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DE18786-6875-8076-929D-304056D657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6344" y="4669133"/>
            <a:ext cx="922856" cy="1210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52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197"/>
    </mc:Choice>
    <mc:Fallback xmlns="">
      <p:transition spd="slow" advTm="36197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5|1.7|1.5|1.3|1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12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12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12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12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8|9.1|21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12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12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6|2.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2.1|2.1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13855</TotalTime>
  <Words>123</Words>
  <Application>Microsoft Office PowerPoint</Application>
  <PresentationFormat>Widescreen</PresentationFormat>
  <Paragraphs>65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MS PMincho</vt:lpstr>
      <vt:lpstr>UD Digi Kyokasho N</vt:lpstr>
      <vt:lpstr>Arial</vt:lpstr>
      <vt:lpstr>Calibri</vt:lpstr>
      <vt:lpstr>Calibri Light</vt:lpstr>
      <vt:lpstr>Times New Roman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shaxboz2027@gmail.com</dc:creator>
  <cp:lastModifiedBy>Munojot Umarova</cp:lastModifiedBy>
  <cp:revision>28</cp:revision>
  <dcterms:created xsi:type="dcterms:W3CDTF">2026-01-28T00:18:32Z</dcterms:created>
  <dcterms:modified xsi:type="dcterms:W3CDTF">2026-02-23T09:41:42Z</dcterms:modified>
</cp:coreProperties>
</file>